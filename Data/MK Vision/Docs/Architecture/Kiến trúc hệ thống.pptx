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9A82-F68D-7DE6-9300-1F3B2CB69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A85BC-CD68-DA70-CD22-3BDCB73AA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38C0F-4624-9CFC-3EF2-EE373515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D480D-65C9-CF3E-8E0A-0EC274DF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CD16D-3FB1-D537-1DDC-007E12C7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5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4775-C9DC-67BF-57BD-5E4D5998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7D597-3C63-0AF5-1CE7-A3D7B6701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8DC03-81F5-BF6A-8E1D-ACCEBA5C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B012B-17E9-9CCF-11F0-C3A8421C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C4BF6-CAD7-6BE7-8781-CDE97BE3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4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35D7-81C9-7C45-4E3F-7990E89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49B3D-33AB-C162-E384-B6B8B3CDB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EA5AB-43E6-FE4C-97F0-B32B9EFE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D2DF3-6085-D12A-10D4-4FEB6E5B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1CAF2-1286-3D11-EE21-1D9FE4C6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7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78F42-5604-4A1E-D55E-801CA920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8552A-A5C7-AF19-504A-80CBF4235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70A97-6D97-31BB-DB95-9B0AFFFBC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77FF2-31CF-A34E-9625-2FE55C71E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16531-255B-C76D-B247-779D871F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508CC-B6C4-13B4-0D58-0377A300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1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EC91-96F2-B2E0-B58D-EA23B816C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CAF0D-07EA-8909-951E-410C6E114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688BE-D3D5-433D-B6A8-A7AD0AEC4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A3A33-2782-C64F-8BEF-41F38665A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C1145-1272-956F-FEC4-C9DFDF804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B913A-370A-F8A7-975A-C6BE861D0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B3E8F7-A053-D69E-286C-A6ED5D63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98359-D863-D2A3-7F36-2153CBA5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66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446E-AC81-985C-7651-10CC7C21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82759-5898-F826-0DA4-B65CD5FD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2D58E-2D76-B7C2-7E9B-5B77F65A7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03822-9ED5-E544-7016-4417EC0A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7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690DA-4441-9E28-4340-851573F1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45A49-0ADC-EA10-FA6C-4AE3FC4D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D51A2-1F4F-F769-C158-FEE9B12D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68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03BC-F630-1F6E-A21B-46B85CC4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DFB01-2328-15B2-42DD-8E2D9892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B5911-E48F-487D-CB33-4B2461D70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C0A99-D7DA-3ED2-C09D-DD82AF59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8FB73-BDC2-926C-B47F-17271D4B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5165A-0215-1D0C-A1E2-20FCB0C2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8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81AA1-8054-E00B-FBDD-90FF27302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991EB-7641-7C57-20CE-1C2ECE29B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0F221-D5B2-D901-8DB7-EA223DD9F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33799-63C1-EDC5-F0CB-F9BF0F86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71401-CCF3-90B2-0A35-51D4A35D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82802-FB81-684E-B509-B14C79DC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2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B7A8-436B-0311-D6C4-61901EBA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3860A-D4E5-BD60-C847-65DCBACCB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C7F74-310E-9997-4618-63CF6BBD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CB154-3513-500F-EAD5-7CAE2E85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B768-C214-EA42-8273-E8A8CF6C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7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9E9E08-8068-C571-24E1-CCE8601A5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36730-9D52-BE50-8E2C-954DE5D4E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0771E-12A2-A4A2-4FFE-B72E6B9E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36B8C-FC33-D838-A51F-CECE7223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E9C65-2AFA-AD88-43BD-0E41D066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1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DE1483-4C68-8D9D-78E4-C73F14896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AE942-9726-051B-FEFF-ABE8E3594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3EE56-D0FA-942A-F838-82843810E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B8960-2BA0-42A9-915F-3950115D2AED}" type="datetimeFigureOut">
              <a:rPr lang="en-US" smtClean="0"/>
              <a:t>16/12/2025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F8617-6F4A-E0EF-054F-702300787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0D1D7-6ADB-D409-1457-F8D41F523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EDA22-255C-4015-B7B0-FB26E563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51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1498-64F2-3834-D541-E7E016E0FC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CEDC8-D362-C52B-F11A-5EF0516915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Ver. 1: 18/12/2025</a:t>
            </a:r>
          </a:p>
        </p:txBody>
      </p:sp>
    </p:spTree>
    <p:extLst>
      <p:ext uri="{BB962C8B-B14F-4D97-AF65-F5344CB8AC3E}">
        <p14:creationId xmlns:p14="http://schemas.microsoft.com/office/powerpoint/2010/main" val="846350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BDB6-3CC3-16A0-87D5-D4ECFEA2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FMS - </a:t>
            </a:r>
            <a:r>
              <a:rPr lang="en-US" dirty="0" err="1"/>
              <a:t>Autosecure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A8A75-2C67-166A-2423-A4DF4933D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 FMS (Fleet Management System)</a:t>
            </a:r>
            <a:endParaRPr lang="en-US" dirty="0"/>
          </a:p>
          <a:p>
            <a:pPr lvl="0"/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dirty="0"/>
              <a:t>: Các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,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chở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có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cần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gốc</a:t>
            </a:r>
            <a:r>
              <a:rPr lang="en-US" b="1" dirty="0"/>
              <a:t>:</a:t>
            </a:r>
            <a:r>
              <a:rPr lang="en-US" dirty="0"/>
              <a:t> Do </a:t>
            </a:r>
            <a:r>
              <a:rPr lang="en-US" b="1" dirty="0"/>
              <a:t>MK Vision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thích</a:t>
            </a:r>
            <a:r>
              <a:rPr lang="en-US" b="1" dirty="0"/>
              <a:t>:</a:t>
            </a:r>
            <a:r>
              <a:rPr lang="en-US" dirty="0"/>
              <a:t> Trao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thiết bị camera </a:t>
            </a:r>
            <a:r>
              <a:rPr lang="en-US" b="1" dirty="0" err="1"/>
              <a:t>AutoSecure</a:t>
            </a:r>
            <a:r>
              <a:rPr lang="en-US" dirty="0"/>
              <a:t> (camera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)</a:t>
            </a:r>
          </a:p>
          <a:p>
            <a:pPr lvl="0"/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xa 3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 </a:t>
            </a:r>
            <a:r>
              <a:rPr lang="en-US" b="1" dirty="0"/>
              <a:t>Camera - Tài </a:t>
            </a:r>
            <a:r>
              <a:rPr lang="en-US" b="1" dirty="0" err="1"/>
              <a:t>xế</a:t>
            </a:r>
            <a:r>
              <a:rPr lang="en-US" b="1" dirty="0"/>
              <a:t> - Phương </a:t>
            </a:r>
            <a:r>
              <a:rPr lang="en-US" b="1" dirty="0" err="1"/>
              <a:t>tiện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Camera AI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xế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thuốc</a:t>
            </a:r>
            <a:r>
              <a:rPr lang="en-US" dirty="0"/>
              <a:t>,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, </a:t>
            </a:r>
            <a:r>
              <a:rPr lang="en-US" dirty="0" err="1"/>
              <a:t>buồn</a:t>
            </a:r>
            <a:r>
              <a:rPr lang="en-US" dirty="0"/>
              <a:t> </a:t>
            </a:r>
            <a:r>
              <a:rPr lang="en-US" dirty="0" err="1"/>
              <a:t>ngủ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thắt</a:t>
            </a:r>
            <a:r>
              <a:rPr lang="en-US" dirty="0"/>
              <a:t> </a:t>
            </a:r>
            <a:r>
              <a:rPr lang="en-US" dirty="0" err="1"/>
              <a:t>dây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…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Định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,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xe</a:t>
            </a:r>
            <a:r>
              <a:rPr lang="en-US" dirty="0"/>
              <a:t> có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</a:t>
            </a:r>
            <a:r>
              <a:rPr lang="en-US" dirty="0" err="1"/>
              <a:t>kể</a:t>
            </a:r>
            <a:r>
              <a:rPr lang="en-US" dirty="0"/>
              <a:t> cả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dừng</a:t>
            </a:r>
            <a:r>
              <a:rPr lang="en-US" dirty="0"/>
              <a:t> </a:t>
            </a:r>
            <a:r>
              <a:rPr lang="en-US" dirty="0" err="1"/>
              <a:t>đỗ</a:t>
            </a:r>
            <a:r>
              <a:rPr lang="en-US" dirty="0"/>
              <a:t>.</a:t>
            </a:r>
          </a:p>
        </p:txBody>
      </p:sp>
      <p:pic>
        <p:nvPicPr>
          <p:cNvPr id="8" name="Picture 7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C3DD2EAD-7C42-25B3-2499-9A73F66B8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585" y="0"/>
            <a:ext cx="6117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5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6802-5D8C-932B-1F44-C8CADF51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ACP - M6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A84D83-8B09-2A3C-9D3C-B2E3295CB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Phần </a:t>
            </a:r>
            <a:r>
              <a:rPr lang="en-US" b="1" dirty="0" err="1"/>
              <a:t>mềm</a:t>
            </a:r>
            <a:r>
              <a:rPr lang="en-US" b="1" dirty="0"/>
              <a:t> ACP (Access Control Platform)</a:t>
            </a:r>
            <a:endParaRPr lang="en-US" dirty="0"/>
          </a:p>
          <a:p>
            <a:pPr lvl="0"/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có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vào,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khách</a:t>
            </a:r>
            <a:r>
              <a:rPr lang="en-US" dirty="0"/>
              <a:t>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Các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sạn</a:t>
            </a:r>
            <a:r>
              <a:rPr lang="en-US" dirty="0"/>
              <a:t>,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dân</a:t>
            </a:r>
            <a:r>
              <a:rPr lang="en-US" dirty="0"/>
              <a:t>… có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thẻ</a:t>
            </a:r>
            <a:r>
              <a:rPr lang="en-US" dirty="0"/>
              <a:t> CC/CCCD.</a:t>
            </a:r>
          </a:p>
          <a:p>
            <a:pPr lvl="0"/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gốc</a:t>
            </a:r>
            <a:r>
              <a:rPr lang="en-US" b="1" dirty="0"/>
              <a:t>:</a:t>
            </a:r>
            <a:r>
              <a:rPr lang="en-US" dirty="0"/>
              <a:t> Do </a:t>
            </a:r>
            <a:r>
              <a:rPr lang="en-US" b="1" dirty="0"/>
              <a:t>MK Vision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thích</a:t>
            </a:r>
            <a:r>
              <a:rPr lang="en-US" b="1" dirty="0"/>
              <a:t>:</a:t>
            </a:r>
            <a:r>
              <a:rPr lang="en-US" dirty="0"/>
              <a:t> Thiết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thiết bị M6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trên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/vào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chẽ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 err="1"/>
              <a:t>kịch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sẵn</a:t>
            </a:r>
            <a:r>
              <a:rPr lang="en-US" dirty="0"/>
              <a:t>.</a:t>
            </a:r>
          </a:p>
        </p:txBody>
      </p:sp>
      <p:pic>
        <p:nvPicPr>
          <p:cNvPr id="12" name="Picture 11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B6231581-F022-987A-DED3-BBD29925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605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2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D8E6-0A93-84C3-ECC3-FF72221A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COMS - BWC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803F2-16EB-9B86-1AF2-B4C67C900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 COMS (Camera Operation Management System)</a:t>
            </a:r>
            <a:endParaRPr lang="en-US" dirty="0"/>
          </a:p>
          <a:p>
            <a:pPr lvl="0"/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:</a:t>
            </a:r>
            <a:r>
              <a:rPr lang="en-US" dirty="0"/>
              <a:t> Các </a:t>
            </a:r>
            <a:r>
              <a:rPr lang="en-US" dirty="0" err="1"/>
              <a:t>đội</a:t>
            </a:r>
            <a:r>
              <a:rPr lang="en-US" dirty="0"/>
              <a:t> an </a:t>
            </a:r>
            <a:r>
              <a:rPr lang="en-US" dirty="0" err="1"/>
              <a:t>ninh</a:t>
            </a:r>
            <a:r>
              <a:rPr lang="en-US" dirty="0"/>
              <a:t>,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,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…</a:t>
            </a:r>
          </a:p>
          <a:p>
            <a:pPr lvl="0"/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gốc</a:t>
            </a:r>
            <a:r>
              <a:rPr lang="en-US" b="1" dirty="0"/>
              <a:t>:</a:t>
            </a:r>
            <a:r>
              <a:rPr lang="en-US" dirty="0"/>
              <a:t> Do </a:t>
            </a:r>
            <a:r>
              <a:rPr lang="en-US" b="1" dirty="0"/>
              <a:t>MK Vision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thích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thiết bị </a:t>
            </a:r>
            <a:r>
              <a:rPr lang="en-US" b="1" dirty="0"/>
              <a:t>Body Worn Camera</a:t>
            </a:r>
            <a:r>
              <a:rPr lang="en-US" dirty="0"/>
              <a:t> (camera </a:t>
            </a:r>
            <a:r>
              <a:rPr lang="en-US" dirty="0" err="1"/>
              <a:t>đeo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).</a:t>
            </a:r>
          </a:p>
          <a:p>
            <a:pPr lvl="0"/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thiết bị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ảnh</a:t>
            </a:r>
            <a:r>
              <a:rPr lang="en-US" b="1" dirty="0"/>
              <a:t>, </a:t>
            </a:r>
            <a:r>
              <a:rPr lang="en-US" b="1" dirty="0" err="1"/>
              <a:t>âm</a:t>
            </a:r>
            <a:r>
              <a:rPr lang="en-US" b="1" dirty="0"/>
              <a:t> </a:t>
            </a:r>
            <a:r>
              <a:rPr lang="en-US" b="1" dirty="0" err="1"/>
              <a:t>thanh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, an </a:t>
            </a:r>
            <a:r>
              <a:rPr lang="en-US" dirty="0" err="1"/>
              <a:t>toàn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Camera </a:t>
            </a:r>
            <a:r>
              <a:rPr lang="en-US" dirty="0" err="1"/>
              <a:t>tự</a:t>
            </a:r>
            <a:r>
              <a:rPr lang="en-US" dirty="0"/>
              <a:t> động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nã</a:t>
            </a:r>
            <a:r>
              <a:rPr lang="en-US" dirty="0"/>
              <a:t>,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.</a:t>
            </a:r>
          </a:p>
        </p:txBody>
      </p:sp>
      <p:pic>
        <p:nvPicPr>
          <p:cNvPr id="10" name="Picture 9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84E43CB9-6AB1-DD40-788C-BB38D18D6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67" y="295275"/>
            <a:ext cx="648652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30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FCD9-8F82-8D36-7247-113CA873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C410997-AA0B-E137-0BA3-4551AE84F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VMS (Video Management System)</a:t>
            </a:r>
            <a:endParaRPr lang="en-US" dirty="0"/>
          </a:p>
          <a:p>
            <a:pPr lvl="0"/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:</a:t>
            </a:r>
            <a:r>
              <a:rPr lang="en-US" dirty="0"/>
              <a:t>  Các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cần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camera </a:t>
            </a:r>
            <a:r>
              <a:rPr lang="en-US" dirty="0" err="1"/>
              <a:t>lớn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gốc</a:t>
            </a:r>
            <a:r>
              <a:rPr lang="en-US" b="1" dirty="0"/>
              <a:t>:</a:t>
            </a:r>
            <a:r>
              <a:rPr lang="en-US" dirty="0"/>
              <a:t> Do </a:t>
            </a:r>
            <a:r>
              <a:rPr lang="en-US" b="1" dirty="0"/>
              <a:t>MK Vision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thích</a:t>
            </a:r>
            <a:r>
              <a:rPr lang="en-US" b="1" dirty="0"/>
              <a:t>: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được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cả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camera IP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onvif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non-</a:t>
            </a:r>
            <a:r>
              <a:rPr lang="en-US" dirty="0" err="1"/>
              <a:t>onvif</a:t>
            </a:r>
            <a:r>
              <a:rPr lang="en-US" dirty="0"/>
              <a:t>,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được </a:t>
            </a:r>
            <a:r>
              <a:rPr lang="en-US" dirty="0" err="1"/>
              <a:t>với</a:t>
            </a:r>
            <a:r>
              <a:rPr lang="en-US" dirty="0"/>
              <a:t> NVR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ovif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camera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camera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b="1" dirty="0" err="1"/>
              <a:t>nhiều</a:t>
            </a:r>
            <a:r>
              <a:rPr lang="en-US" b="1" dirty="0"/>
              <a:t> </a:t>
            </a:r>
            <a:r>
              <a:rPr lang="en-US" b="1" dirty="0" err="1"/>
              <a:t>khu</a:t>
            </a:r>
            <a:r>
              <a:rPr lang="en-US" b="1" dirty="0"/>
              <a:t> </a:t>
            </a:r>
            <a:r>
              <a:rPr lang="en-US" b="1" dirty="0" err="1"/>
              <a:t>vực</a:t>
            </a:r>
            <a:r>
              <a:rPr lang="en-US" dirty="0"/>
              <a:t> trên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Xem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(Live view),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, Lưu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lại (Playback).</a:t>
            </a:r>
          </a:p>
        </p:txBody>
      </p:sp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1B4D1EDE-5C07-71C2-DB40-6C18D60E4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45" y="0"/>
            <a:ext cx="5937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20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37B6-15BD-4E14-700F-91BD575C4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A73FA-5D1A-26CD-E60E-BC1BD87AF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IVA (Intelligent Video Analytics)</a:t>
            </a:r>
            <a:endParaRPr lang="en-US" dirty="0"/>
          </a:p>
          <a:p>
            <a:pPr lvl="0"/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:</a:t>
            </a:r>
            <a:r>
              <a:rPr lang="en-US" dirty="0"/>
              <a:t>  Các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cần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Camera AI</a:t>
            </a:r>
          </a:p>
          <a:p>
            <a:pPr lvl="0"/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gốc</a:t>
            </a:r>
            <a:r>
              <a:rPr lang="en-US" b="1" dirty="0"/>
              <a:t>:</a:t>
            </a:r>
            <a:r>
              <a:rPr lang="en-US" dirty="0"/>
              <a:t> Do </a:t>
            </a:r>
            <a:r>
              <a:rPr lang="en-US" b="1" dirty="0"/>
              <a:t>MK Vision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thích</a:t>
            </a:r>
            <a:r>
              <a:rPr lang="en-US" b="1" dirty="0"/>
              <a:t>: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cả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camera AI </a:t>
            </a:r>
            <a:r>
              <a:rPr lang="en-US" dirty="0" err="1"/>
              <a:t>và</a:t>
            </a:r>
            <a:r>
              <a:rPr lang="en-US" dirty="0"/>
              <a:t> AI box do MK sản </a:t>
            </a:r>
            <a:r>
              <a:rPr lang="en-US" dirty="0" err="1"/>
              <a:t>xuất</a:t>
            </a:r>
            <a:r>
              <a:rPr lang="en-US" dirty="0"/>
              <a:t>, có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camera AI, AI box do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camera AI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,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,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,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Theo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(</a:t>
            </a:r>
            <a:r>
              <a:rPr lang="en-US" dirty="0" err="1"/>
              <a:t>người</a:t>
            </a:r>
            <a:r>
              <a:rPr lang="en-US" dirty="0"/>
              <a:t>, </a:t>
            </a:r>
            <a:r>
              <a:rPr lang="en-US" dirty="0" err="1"/>
              <a:t>xe</a:t>
            </a:r>
            <a:r>
              <a:rPr lang="en-US" dirty="0"/>
              <a:t>),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Picture 7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CAE11B54-E818-BB80-F4D5-7EB70871E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85" y="0"/>
            <a:ext cx="6227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47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2967</TotalTime>
  <Words>647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Kiến trúc hệ thống cơ bản</vt:lpstr>
      <vt:lpstr>FMS - Autosecure</vt:lpstr>
      <vt:lpstr>ACP - M6</vt:lpstr>
      <vt:lpstr>COMS - BWC</vt:lpstr>
      <vt:lpstr>VMS</vt:lpstr>
      <vt:lpstr>IVA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 Vũ</dc:creator>
  <cp:lastModifiedBy>Lan Vũ</cp:lastModifiedBy>
  <cp:revision>10</cp:revision>
  <dcterms:created xsi:type="dcterms:W3CDTF">2025-10-22T10:36:02Z</dcterms:created>
  <dcterms:modified xsi:type="dcterms:W3CDTF">2025-12-18T10:35:19Z</dcterms:modified>
</cp:coreProperties>
</file>