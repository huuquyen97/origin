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10287000" cx="18288000"/>
  <p:notesSz cx="6858000" cy="9144000"/>
  <p:embeddedFontLst>
    <p:embeddedFont>
      <p:font typeface="IBM Plex Sans"/>
      <p:regular r:id="rId34"/>
      <p:bold r:id="rId35"/>
      <p:italic r:id="rId36"/>
      <p:boldItalic r:id="rId37"/>
    </p:embeddedFont>
    <p:embeddedFont>
      <p:font typeface="Inter"/>
      <p:bold r:id="rId38"/>
      <p:boldItalic r:id="rId39"/>
    </p:embeddedFont>
    <p:embeddedFont>
      <p:font typeface="Open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4" roundtripDataSignature="AMtx7mhQ9wjoH5KfcgR+dhFPHsp+QBso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regular.fntdata"/><Relationship Id="rId42" Type="http://schemas.openxmlformats.org/officeDocument/2006/relationships/font" Target="fonts/OpenSans-italic.fntdata"/><Relationship Id="rId41" Type="http://schemas.openxmlformats.org/officeDocument/2006/relationships/font" Target="fonts/OpenSans-bold.fntdata"/><Relationship Id="rId44" Type="http://customschemas.google.com/relationships/presentationmetadata" Target="metadata"/><Relationship Id="rId43"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IBMPlexSans-bold.fntdata"/><Relationship Id="rId34" Type="http://schemas.openxmlformats.org/officeDocument/2006/relationships/font" Target="fonts/IBMPlexSans-regular.fntdata"/><Relationship Id="rId37" Type="http://schemas.openxmlformats.org/officeDocument/2006/relationships/font" Target="fonts/IBMPlexSans-boldItalic.fntdata"/><Relationship Id="rId36" Type="http://schemas.openxmlformats.org/officeDocument/2006/relationships/font" Target="fonts/IBMPlexSans-italic.fntdata"/><Relationship Id="rId39" Type="http://schemas.openxmlformats.org/officeDocument/2006/relationships/font" Target="fonts/Inter-boldItalic.fntdata"/><Relationship Id="rId38" Type="http://schemas.openxmlformats.org/officeDocument/2006/relationships/font" Target="fonts/Inter-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Dùng thẻ ngân hàng </a:t>
            </a:r>
            <a:endParaRPr/>
          </a:p>
        </p:txBody>
      </p:sp>
      <p:sp>
        <p:nvSpPr>
          <p:cNvPr id="594" name="Google Shape;59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8"/>
          <p:cNvSpPr/>
          <p:nvPr>
            <p:ph idx="2" type="pic"/>
          </p:nvPr>
        </p:nvSpPr>
        <p:spPr>
          <a:xfrm>
            <a:off x="1792288" y="612775"/>
            <a:ext cx="5486400" cy="4114800"/>
          </a:xfrm>
          <a:prstGeom prst="rect">
            <a:avLst/>
          </a:prstGeom>
          <a:noFill/>
          <a:ln>
            <a:noFill/>
          </a:ln>
        </p:spPr>
      </p:sp>
      <p:sp>
        <p:nvSpPr>
          <p:cNvPr id="68" name="Google Shape;68;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 Id="rId4" Type="http://schemas.openxmlformats.org/officeDocument/2006/relationships/image" Target="../media/image20.png"/><Relationship Id="rId11" Type="http://schemas.openxmlformats.org/officeDocument/2006/relationships/image" Target="../media/image11.png"/><Relationship Id="rId10" Type="http://schemas.openxmlformats.org/officeDocument/2006/relationships/image" Target="../media/image59.png"/><Relationship Id="rId9"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jp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26.png"/><Relationship Id="rId8"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2.jpg"/><Relationship Id="rId5"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14.png"/><Relationship Id="rId5" Type="http://schemas.openxmlformats.org/officeDocument/2006/relationships/image" Target="../media/image26.png"/></Relationships>
</file>

<file path=ppt/slides/_rels/slide7.xml.rels><?xml version="1.0" encoding="UTF-8" standalone="yes"?><Relationships xmlns="http://schemas.openxmlformats.org/package/2006/relationships"><Relationship Id="rId40" Type="http://schemas.openxmlformats.org/officeDocument/2006/relationships/image" Target="../media/image65.png"/><Relationship Id="rId42" Type="http://schemas.openxmlformats.org/officeDocument/2006/relationships/image" Target="../media/image60.png"/><Relationship Id="rId41" Type="http://schemas.openxmlformats.org/officeDocument/2006/relationships/image" Target="../media/image42.png"/><Relationship Id="rId44" Type="http://schemas.openxmlformats.org/officeDocument/2006/relationships/image" Target="../media/image58.png"/><Relationship Id="rId43" Type="http://schemas.openxmlformats.org/officeDocument/2006/relationships/image" Target="../media/image47.png"/><Relationship Id="rId46" Type="http://schemas.openxmlformats.org/officeDocument/2006/relationships/image" Target="../media/image62.png"/><Relationship Id="rId45" Type="http://schemas.openxmlformats.org/officeDocument/2006/relationships/image" Target="../media/image56.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34.png"/><Relationship Id="rId48" Type="http://schemas.openxmlformats.org/officeDocument/2006/relationships/image" Target="../media/image75.png"/><Relationship Id="rId47" Type="http://schemas.openxmlformats.org/officeDocument/2006/relationships/image" Target="../media/image53.png"/><Relationship Id="rId49" Type="http://schemas.openxmlformats.org/officeDocument/2006/relationships/image" Target="../media/image80.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21.png"/><Relationship Id="rId8" Type="http://schemas.openxmlformats.org/officeDocument/2006/relationships/image" Target="../media/image23.png"/><Relationship Id="rId73" Type="http://schemas.openxmlformats.org/officeDocument/2006/relationships/image" Target="../media/image95.png"/><Relationship Id="rId72" Type="http://schemas.openxmlformats.org/officeDocument/2006/relationships/image" Target="../media/image88.png"/><Relationship Id="rId31" Type="http://schemas.openxmlformats.org/officeDocument/2006/relationships/image" Target="../media/image52.png"/><Relationship Id="rId75" Type="http://schemas.openxmlformats.org/officeDocument/2006/relationships/image" Target="../media/image26.png"/><Relationship Id="rId30" Type="http://schemas.openxmlformats.org/officeDocument/2006/relationships/image" Target="../media/image44.png"/><Relationship Id="rId74" Type="http://schemas.openxmlformats.org/officeDocument/2006/relationships/image" Target="../media/image90.png"/><Relationship Id="rId33" Type="http://schemas.openxmlformats.org/officeDocument/2006/relationships/image" Target="../media/image36.png"/><Relationship Id="rId32" Type="http://schemas.openxmlformats.org/officeDocument/2006/relationships/image" Target="../media/image48.png"/><Relationship Id="rId35" Type="http://schemas.openxmlformats.org/officeDocument/2006/relationships/image" Target="../media/image57.png"/><Relationship Id="rId34" Type="http://schemas.openxmlformats.org/officeDocument/2006/relationships/image" Target="../media/image40.png"/><Relationship Id="rId71" Type="http://schemas.openxmlformats.org/officeDocument/2006/relationships/image" Target="../media/image89.png"/><Relationship Id="rId70" Type="http://schemas.openxmlformats.org/officeDocument/2006/relationships/image" Target="../media/image91.png"/><Relationship Id="rId37" Type="http://schemas.openxmlformats.org/officeDocument/2006/relationships/image" Target="../media/image67.png"/><Relationship Id="rId36" Type="http://schemas.openxmlformats.org/officeDocument/2006/relationships/image" Target="../media/image54.png"/><Relationship Id="rId39" Type="http://schemas.openxmlformats.org/officeDocument/2006/relationships/image" Target="../media/image55.png"/><Relationship Id="rId38" Type="http://schemas.openxmlformats.org/officeDocument/2006/relationships/image" Target="../media/image45.png"/><Relationship Id="rId62" Type="http://schemas.openxmlformats.org/officeDocument/2006/relationships/image" Target="../media/image79.png"/><Relationship Id="rId61" Type="http://schemas.openxmlformats.org/officeDocument/2006/relationships/image" Target="../media/image74.png"/><Relationship Id="rId20" Type="http://schemas.openxmlformats.org/officeDocument/2006/relationships/image" Target="../media/image51.png"/><Relationship Id="rId64" Type="http://schemas.openxmlformats.org/officeDocument/2006/relationships/image" Target="../media/image78.png"/><Relationship Id="rId63" Type="http://schemas.openxmlformats.org/officeDocument/2006/relationships/image" Target="../media/image69.png"/><Relationship Id="rId22" Type="http://schemas.openxmlformats.org/officeDocument/2006/relationships/image" Target="../media/image49.png"/><Relationship Id="rId66" Type="http://schemas.openxmlformats.org/officeDocument/2006/relationships/image" Target="../media/image81.png"/><Relationship Id="rId21" Type="http://schemas.openxmlformats.org/officeDocument/2006/relationships/image" Target="../media/image35.png"/><Relationship Id="rId65" Type="http://schemas.openxmlformats.org/officeDocument/2006/relationships/image" Target="../media/image84.png"/><Relationship Id="rId24" Type="http://schemas.openxmlformats.org/officeDocument/2006/relationships/image" Target="../media/image43.png"/><Relationship Id="rId68" Type="http://schemas.openxmlformats.org/officeDocument/2006/relationships/image" Target="../media/image101.png"/><Relationship Id="rId23" Type="http://schemas.openxmlformats.org/officeDocument/2006/relationships/image" Target="../media/image32.png"/><Relationship Id="rId67" Type="http://schemas.openxmlformats.org/officeDocument/2006/relationships/image" Target="../media/image85.png"/><Relationship Id="rId60" Type="http://schemas.openxmlformats.org/officeDocument/2006/relationships/image" Target="../media/image83.png"/><Relationship Id="rId26" Type="http://schemas.openxmlformats.org/officeDocument/2006/relationships/image" Target="../media/image46.png"/><Relationship Id="rId25" Type="http://schemas.openxmlformats.org/officeDocument/2006/relationships/image" Target="../media/image39.png"/><Relationship Id="rId69" Type="http://schemas.openxmlformats.org/officeDocument/2006/relationships/image" Target="../media/image92.png"/><Relationship Id="rId28" Type="http://schemas.openxmlformats.org/officeDocument/2006/relationships/image" Target="../media/image50.png"/><Relationship Id="rId27" Type="http://schemas.openxmlformats.org/officeDocument/2006/relationships/image" Target="../media/image38.png"/><Relationship Id="rId29" Type="http://schemas.openxmlformats.org/officeDocument/2006/relationships/image" Target="../media/image41.png"/><Relationship Id="rId51" Type="http://schemas.openxmlformats.org/officeDocument/2006/relationships/image" Target="../media/image66.png"/><Relationship Id="rId50" Type="http://schemas.openxmlformats.org/officeDocument/2006/relationships/image" Target="../media/image63.png"/><Relationship Id="rId53" Type="http://schemas.openxmlformats.org/officeDocument/2006/relationships/image" Target="../media/image76.png"/><Relationship Id="rId52" Type="http://schemas.openxmlformats.org/officeDocument/2006/relationships/image" Target="../media/image73.png"/><Relationship Id="rId11" Type="http://schemas.openxmlformats.org/officeDocument/2006/relationships/image" Target="../media/image31.png"/><Relationship Id="rId55" Type="http://schemas.openxmlformats.org/officeDocument/2006/relationships/image" Target="../media/image71.png"/><Relationship Id="rId10" Type="http://schemas.openxmlformats.org/officeDocument/2006/relationships/image" Target="../media/image24.png"/><Relationship Id="rId54" Type="http://schemas.openxmlformats.org/officeDocument/2006/relationships/image" Target="../media/image72.png"/><Relationship Id="rId13" Type="http://schemas.openxmlformats.org/officeDocument/2006/relationships/image" Target="../media/image28.png"/><Relationship Id="rId57" Type="http://schemas.openxmlformats.org/officeDocument/2006/relationships/image" Target="../media/image77.png"/><Relationship Id="rId12" Type="http://schemas.openxmlformats.org/officeDocument/2006/relationships/image" Target="../media/image18.png"/><Relationship Id="rId56" Type="http://schemas.openxmlformats.org/officeDocument/2006/relationships/image" Target="../media/image70.png"/><Relationship Id="rId15" Type="http://schemas.openxmlformats.org/officeDocument/2006/relationships/image" Target="../media/image61.png"/><Relationship Id="rId59" Type="http://schemas.openxmlformats.org/officeDocument/2006/relationships/image" Target="../media/image64.png"/><Relationship Id="rId14" Type="http://schemas.openxmlformats.org/officeDocument/2006/relationships/image" Target="../media/image30.png"/><Relationship Id="rId58" Type="http://schemas.openxmlformats.org/officeDocument/2006/relationships/image" Target="../media/image68.png"/><Relationship Id="rId17" Type="http://schemas.openxmlformats.org/officeDocument/2006/relationships/image" Target="../media/image33.png"/><Relationship Id="rId16" Type="http://schemas.openxmlformats.org/officeDocument/2006/relationships/image" Target="../media/image27.png"/><Relationship Id="rId19" Type="http://schemas.openxmlformats.org/officeDocument/2006/relationships/image" Target="../media/image29.png"/><Relationship Id="rId18"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87.png"/><Relationship Id="rId5" Type="http://schemas.openxmlformats.org/officeDocument/2006/relationships/image" Target="../media/image97.png"/><Relationship Id="rId6" Type="http://schemas.openxmlformats.org/officeDocument/2006/relationships/image" Target="../media/image94.png"/><Relationship Id="rId7" Type="http://schemas.openxmlformats.org/officeDocument/2006/relationships/image" Target="../media/image111.png"/><Relationship Id="rId8" Type="http://schemas.openxmlformats.org/officeDocument/2006/relationships/image" Target="../media/image98.png"/><Relationship Id="rId11" Type="http://schemas.openxmlformats.org/officeDocument/2006/relationships/image" Target="../media/image99.png"/><Relationship Id="rId10" Type="http://schemas.openxmlformats.org/officeDocument/2006/relationships/image" Target="../media/image93.png"/><Relationship Id="rId12"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0.png"/><Relationship Id="rId4" Type="http://schemas.openxmlformats.org/officeDocument/2006/relationships/image" Target="../media/image103.png"/><Relationship Id="rId5" Type="http://schemas.openxmlformats.org/officeDocument/2006/relationships/image" Target="../media/image96.png"/><Relationship Id="rId6"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3.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 Id="rId4" Type="http://schemas.openxmlformats.org/officeDocument/2006/relationships/image" Target="../media/image109.png"/><Relationship Id="rId5" Type="http://schemas.openxmlformats.org/officeDocument/2006/relationships/image" Target="../media/image104.png"/><Relationship Id="rId6"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jpg"/><Relationship Id="rId4" Type="http://schemas.openxmlformats.org/officeDocument/2006/relationships/image" Target="../media/image100.png"/><Relationship Id="rId5" Type="http://schemas.openxmlformats.org/officeDocument/2006/relationships/image" Target="../media/image113.png"/><Relationship Id="rId6"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jpg"/><Relationship Id="rId4" Type="http://schemas.openxmlformats.org/officeDocument/2006/relationships/image" Target="../media/image106.png"/><Relationship Id="rId9" Type="http://schemas.openxmlformats.org/officeDocument/2006/relationships/image" Target="../media/image112.png"/><Relationship Id="rId5" Type="http://schemas.openxmlformats.org/officeDocument/2006/relationships/image" Target="../media/image107.png"/><Relationship Id="rId6" Type="http://schemas.openxmlformats.org/officeDocument/2006/relationships/image" Target="../media/image110.png"/><Relationship Id="rId7" Type="http://schemas.openxmlformats.org/officeDocument/2006/relationships/image" Target="../media/image100.png"/><Relationship Id="rId8" Type="http://schemas.openxmlformats.org/officeDocument/2006/relationships/image" Target="../media/image108.png"/><Relationship Id="rId10"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115.png"/><Relationship Id="rId5" Type="http://schemas.openxmlformats.org/officeDocument/2006/relationships/image" Target="../media/image125.png"/><Relationship Id="rId6" Type="http://schemas.openxmlformats.org/officeDocument/2006/relationships/image" Target="../media/image123.png"/><Relationship Id="rId7"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jpg"/><Relationship Id="rId4" Type="http://schemas.openxmlformats.org/officeDocument/2006/relationships/image" Target="../media/image114.png"/><Relationship Id="rId5"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jpg"/><Relationship Id="rId4" Type="http://schemas.openxmlformats.org/officeDocument/2006/relationships/image" Target="../media/image116.png"/><Relationship Id="rId5" Type="http://schemas.openxmlformats.org/officeDocument/2006/relationships/image" Target="../media/image148.png"/><Relationship Id="rId6"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jpg"/><Relationship Id="rId4" Type="http://schemas.openxmlformats.org/officeDocument/2006/relationships/image" Target="../media/image119.png"/><Relationship Id="rId5" Type="http://schemas.openxmlformats.org/officeDocument/2006/relationships/image" Target="../media/image148.png"/><Relationship Id="rId6" Type="http://schemas.openxmlformats.org/officeDocument/2006/relationships/image" Target="../media/image8.png"/><Relationship Id="rId7"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121.png"/><Relationship Id="rId6" Type="http://schemas.openxmlformats.org/officeDocument/2006/relationships/image" Target="../media/image148.png"/><Relationship Id="rId7"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120.png"/><Relationship Id="rId6" Type="http://schemas.openxmlformats.org/officeDocument/2006/relationships/image" Target="../media/image148.png"/><Relationship Id="rId7"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118.png"/><Relationship Id="rId6" Type="http://schemas.openxmlformats.org/officeDocument/2006/relationships/image" Target="../media/image148.png"/><Relationship Id="rId7"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jpg"/><Relationship Id="rId4" Type="http://schemas.openxmlformats.org/officeDocument/2006/relationships/image" Target="../media/image124.png"/><Relationship Id="rId9" Type="http://schemas.openxmlformats.org/officeDocument/2006/relationships/image" Target="../media/image26.png"/><Relationship Id="rId5" Type="http://schemas.openxmlformats.org/officeDocument/2006/relationships/image" Target="../media/image130.png"/><Relationship Id="rId6" Type="http://schemas.openxmlformats.org/officeDocument/2006/relationships/image" Target="../media/image132.png"/><Relationship Id="rId7" Type="http://schemas.openxmlformats.org/officeDocument/2006/relationships/image" Target="../media/image122.png"/><Relationship Id="rId8"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jpg"/><Relationship Id="rId4" Type="http://schemas.openxmlformats.org/officeDocument/2006/relationships/image" Target="../media/image127.png"/><Relationship Id="rId5" Type="http://schemas.openxmlformats.org/officeDocument/2006/relationships/image" Target="../media/image134.png"/><Relationship Id="rId6" Type="http://schemas.openxmlformats.org/officeDocument/2006/relationships/image" Target="../media/image136.png"/><Relationship Id="rId7" Type="http://schemas.openxmlformats.org/officeDocument/2006/relationships/image" Target="../media/image140.png"/><Relationship Id="rId8"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jpg"/><Relationship Id="rId4" Type="http://schemas.openxmlformats.org/officeDocument/2006/relationships/image" Target="../media/image129.png"/><Relationship Id="rId9" Type="http://schemas.openxmlformats.org/officeDocument/2006/relationships/image" Target="../media/image138.jpg"/><Relationship Id="rId5" Type="http://schemas.openxmlformats.org/officeDocument/2006/relationships/image" Target="../media/image128.png"/><Relationship Id="rId6" Type="http://schemas.openxmlformats.org/officeDocument/2006/relationships/image" Target="../media/image126.png"/><Relationship Id="rId7" Type="http://schemas.openxmlformats.org/officeDocument/2006/relationships/image" Target="../media/image125.png"/><Relationship Id="rId8" Type="http://schemas.openxmlformats.org/officeDocument/2006/relationships/image" Target="../media/image133.jpg"/><Relationship Id="rId10"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2.jpg"/><Relationship Id="rId4" Type="http://schemas.openxmlformats.org/officeDocument/2006/relationships/image" Target="../media/image135.jpg"/><Relationship Id="rId5" Type="http://schemas.openxmlformats.org/officeDocument/2006/relationships/image" Target="../media/image139.jpg"/><Relationship Id="rId6" Type="http://schemas.openxmlformats.org/officeDocument/2006/relationships/image" Target="../media/image13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image" Target="../media/image146.jpg"/><Relationship Id="rId6" Type="http://schemas.openxmlformats.org/officeDocument/2006/relationships/image" Target="../media/image14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1.png"/><Relationship Id="rId4" Type="http://schemas.openxmlformats.org/officeDocument/2006/relationships/image" Target="../media/image147.png"/><Relationship Id="rId5"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87" name="Shape 87"/>
        <p:cNvGrpSpPr/>
        <p:nvPr/>
      </p:nvGrpSpPr>
      <p:grpSpPr>
        <a:xfrm>
          <a:off x="0" y="0"/>
          <a:ext cx="0" cy="0"/>
          <a:chOff x="0" y="0"/>
          <a:chExt cx="0" cy="0"/>
        </a:xfrm>
      </p:grpSpPr>
      <p:sp>
        <p:nvSpPr>
          <p:cNvPr id="88" name="Google Shape;88;p1"/>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60000"/>
            </a:blip>
            <a:stretch>
              <a:fillRect b="-37007" l="-1514" r="-31644" t="0"/>
            </a:stretch>
          </a:blipFill>
          <a:ln>
            <a:noFill/>
          </a:ln>
        </p:spPr>
      </p:sp>
      <p:grpSp>
        <p:nvGrpSpPr>
          <p:cNvPr id="89" name="Google Shape;89;p1"/>
          <p:cNvGrpSpPr/>
          <p:nvPr/>
        </p:nvGrpSpPr>
        <p:grpSpPr>
          <a:xfrm>
            <a:off x="6097502" y="7990020"/>
            <a:ext cx="14099416" cy="14099416"/>
            <a:chOff x="0" y="0"/>
            <a:chExt cx="812800" cy="812800"/>
          </a:xfrm>
        </p:grpSpPr>
        <p:sp>
          <p:nvSpPr>
            <p:cNvPr id="90" name="Google Shape;90;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 name="Google Shape;92;p1"/>
          <p:cNvGrpSpPr/>
          <p:nvPr/>
        </p:nvGrpSpPr>
        <p:grpSpPr>
          <a:xfrm>
            <a:off x="17463585" y="-542844"/>
            <a:ext cx="1286950" cy="1286950"/>
            <a:chOff x="0" y="0"/>
            <a:chExt cx="812800" cy="812800"/>
          </a:xfrm>
        </p:grpSpPr>
        <p:sp>
          <p:nvSpPr>
            <p:cNvPr id="93" name="Google Shape;9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 name="Google Shape;95;p1"/>
          <p:cNvGrpSpPr/>
          <p:nvPr/>
        </p:nvGrpSpPr>
        <p:grpSpPr>
          <a:xfrm>
            <a:off x="-1889580" y="8389571"/>
            <a:ext cx="3735531" cy="3735531"/>
            <a:chOff x="0" y="0"/>
            <a:chExt cx="812800" cy="812800"/>
          </a:xfrm>
        </p:grpSpPr>
        <p:sp>
          <p:nvSpPr>
            <p:cNvPr id="96" name="Google Shape;96;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5B98BA"/>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 name="Google Shape;98;p1"/>
          <p:cNvSpPr/>
          <p:nvPr/>
        </p:nvSpPr>
        <p:spPr>
          <a:xfrm>
            <a:off x="2192890" y="794135"/>
            <a:ext cx="3726514" cy="1453765"/>
          </a:xfrm>
          <a:custGeom>
            <a:rect b="b" l="l" r="r" t="t"/>
            <a:pathLst>
              <a:path extrusionOk="0" h="2179288" w="4757048">
                <a:moveTo>
                  <a:pt x="0" y="0"/>
                </a:moveTo>
                <a:lnTo>
                  <a:pt x="4757048" y="0"/>
                </a:lnTo>
                <a:lnTo>
                  <a:pt x="4757048" y="2179288"/>
                </a:lnTo>
                <a:lnTo>
                  <a:pt x="0" y="2179288"/>
                </a:lnTo>
                <a:lnTo>
                  <a:pt x="0" y="0"/>
                </a:lnTo>
                <a:close/>
              </a:path>
            </a:pathLst>
          </a:custGeom>
          <a:blipFill rotWithShape="1">
            <a:blip r:embed="rId4">
              <a:alphaModFix/>
            </a:blip>
            <a:stretch>
              <a:fillRect b="0" l="-9556" r="-5354" t="0"/>
            </a:stretch>
          </a:blipFill>
          <a:ln>
            <a:noFill/>
          </a:ln>
        </p:spPr>
      </p:sp>
      <p:sp>
        <p:nvSpPr>
          <p:cNvPr id="99" name="Google Shape;99;p1"/>
          <p:cNvSpPr/>
          <p:nvPr/>
        </p:nvSpPr>
        <p:spPr>
          <a:xfrm>
            <a:off x="816799" y="1457908"/>
            <a:ext cx="574532" cy="5941616"/>
          </a:xfrm>
          <a:custGeom>
            <a:rect b="b" l="l" r="r" t="t"/>
            <a:pathLst>
              <a:path extrusionOk="0" h="5941616" w="574532">
                <a:moveTo>
                  <a:pt x="0" y="0"/>
                </a:moveTo>
                <a:lnTo>
                  <a:pt x="574532" y="0"/>
                </a:lnTo>
                <a:lnTo>
                  <a:pt x="574532" y="5941617"/>
                </a:lnTo>
                <a:lnTo>
                  <a:pt x="0" y="5941617"/>
                </a:lnTo>
                <a:lnTo>
                  <a:pt x="0" y="0"/>
                </a:lnTo>
                <a:close/>
              </a:path>
            </a:pathLst>
          </a:custGeom>
          <a:blipFill rotWithShape="1">
            <a:blip r:embed="rId5">
              <a:alphaModFix/>
            </a:blip>
            <a:stretch>
              <a:fillRect b="0" l="-2299" r="0" t="-2773"/>
            </a:stretch>
          </a:blipFill>
          <a:ln>
            <a:noFill/>
          </a:ln>
        </p:spPr>
      </p:sp>
      <p:sp>
        <p:nvSpPr>
          <p:cNvPr id="100" name="Google Shape;100;p1"/>
          <p:cNvSpPr/>
          <p:nvPr/>
        </p:nvSpPr>
        <p:spPr>
          <a:xfrm>
            <a:off x="15375548" y="7086847"/>
            <a:ext cx="6348994" cy="6340978"/>
          </a:xfrm>
          <a:custGeom>
            <a:rect b="b" l="l" r="r" t="t"/>
            <a:pathLst>
              <a:path extrusionOk="0" h="6340978" w="6348994">
                <a:moveTo>
                  <a:pt x="0" y="0"/>
                </a:moveTo>
                <a:lnTo>
                  <a:pt x="6348994" y="0"/>
                </a:lnTo>
                <a:lnTo>
                  <a:pt x="6348994" y="6340978"/>
                </a:lnTo>
                <a:lnTo>
                  <a:pt x="0" y="6340978"/>
                </a:lnTo>
                <a:lnTo>
                  <a:pt x="0" y="0"/>
                </a:lnTo>
                <a:close/>
              </a:path>
            </a:pathLst>
          </a:custGeom>
          <a:blipFill rotWithShape="1">
            <a:blip r:embed="rId6">
              <a:alphaModFix/>
            </a:blip>
            <a:stretch>
              <a:fillRect b="0" l="0" r="0" t="0"/>
            </a:stretch>
          </a:blipFill>
          <a:ln>
            <a:noFill/>
          </a:ln>
        </p:spPr>
      </p:sp>
      <p:sp>
        <p:nvSpPr>
          <p:cNvPr id="101" name="Google Shape;101;p1"/>
          <p:cNvSpPr txBox="1"/>
          <p:nvPr/>
        </p:nvSpPr>
        <p:spPr>
          <a:xfrm>
            <a:off x="1982511" y="3413342"/>
            <a:ext cx="16599038" cy="1751505"/>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i="0" lang="en-US" sz="4499" u="none" cap="none" strike="noStrike">
                <a:solidFill>
                  <a:srgbClr val="16418E"/>
                </a:solidFill>
                <a:latin typeface="Inter"/>
                <a:ea typeface="Inter"/>
                <a:cs typeface="Inter"/>
                <a:sym typeface="Inter"/>
              </a:rPr>
              <a:t>GIẢI PHÁP ĐỊNH DANH, XÁC THỰC KHÁCH HÀNG</a:t>
            </a:r>
            <a:endParaRPr/>
          </a:p>
          <a:p>
            <a:pPr indent="0" lvl="0" marL="0" marR="0" rtl="0" algn="l">
              <a:lnSpc>
                <a:spcPct val="160013"/>
              </a:lnSpc>
              <a:spcBef>
                <a:spcPts val="0"/>
              </a:spcBef>
              <a:spcAft>
                <a:spcPts val="0"/>
              </a:spcAft>
              <a:buNone/>
            </a:pPr>
            <a:r>
              <a:rPr b="1" i="0" lang="en-US" sz="4499" u="none" cap="none" strike="noStrike">
                <a:solidFill>
                  <a:srgbClr val="16418E"/>
                </a:solidFill>
                <a:latin typeface="Inter"/>
                <a:ea typeface="Inter"/>
                <a:cs typeface="Inter"/>
                <a:sym typeface="Inter"/>
              </a:rPr>
              <a:t>VÀ QUẢN LÝ RA VÀO SỬ DỤNG THIẾT BỊ M6</a:t>
            </a:r>
            <a:endParaRPr/>
          </a:p>
        </p:txBody>
      </p:sp>
      <p:pic>
        <p:nvPicPr>
          <p:cNvPr id="102" name="Google Shape;102;p1"/>
          <p:cNvPicPr preferRelativeResize="0"/>
          <p:nvPr/>
        </p:nvPicPr>
        <p:blipFill rotWithShape="1">
          <a:blip r:embed="rId7">
            <a:alphaModFix/>
          </a:blip>
          <a:srcRect b="0" l="0" r="0" t="0"/>
          <a:stretch/>
        </p:blipFill>
        <p:spPr>
          <a:xfrm>
            <a:off x="6736203" y="717376"/>
            <a:ext cx="3879464" cy="1607282"/>
          </a:xfrm>
          <a:prstGeom prst="rect">
            <a:avLst/>
          </a:prstGeom>
          <a:noFill/>
          <a:ln>
            <a:noFill/>
          </a:ln>
        </p:spPr>
      </p:pic>
      <p:pic>
        <p:nvPicPr>
          <p:cNvPr id="103" name="Google Shape;103;p1"/>
          <p:cNvPicPr preferRelativeResize="0"/>
          <p:nvPr/>
        </p:nvPicPr>
        <p:blipFill rotWithShape="1">
          <a:blip r:embed="rId8">
            <a:alphaModFix/>
          </a:blip>
          <a:srcRect b="0" l="0" r="0" t="0"/>
          <a:stretch/>
        </p:blipFill>
        <p:spPr>
          <a:xfrm>
            <a:off x="11963400" y="877963"/>
            <a:ext cx="3280658" cy="1159890"/>
          </a:xfrm>
          <a:prstGeom prst="rect">
            <a:avLst/>
          </a:prstGeom>
          <a:noFill/>
          <a:ln>
            <a:noFill/>
          </a:ln>
        </p:spPr>
      </p:pic>
      <p:pic>
        <p:nvPicPr>
          <p:cNvPr descr="A close-up of a cell phone&#10;&#10;Description automatically generated with medium confidence" id="104" name="Google Shape;104;p1"/>
          <p:cNvPicPr preferRelativeResize="0"/>
          <p:nvPr/>
        </p:nvPicPr>
        <p:blipFill rotWithShape="1">
          <a:blip r:embed="rId9">
            <a:alphaModFix/>
          </a:blip>
          <a:srcRect b="0" l="0" r="0" t="0"/>
          <a:stretch/>
        </p:blipFill>
        <p:spPr>
          <a:xfrm>
            <a:off x="8498130" y="5922087"/>
            <a:ext cx="2194013" cy="4135866"/>
          </a:xfrm>
          <a:prstGeom prst="rect">
            <a:avLst/>
          </a:prstGeom>
          <a:noFill/>
          <a:ln>
            <a:noFill/>
          </a:ln>
        </p:spPr>
      </p:pic>
      <p:pic>
        <p:nvPicPr>
          <p:cNvPr descr="A picture containing text, indoor, computer&#10;&#10;Description automatically generated" id="105" name="Google Shape;105;p1"/>
          <p:cNvPicPr preferRelativeResize="0"/>
          <p:nvPr/>
        </p:nvPicPr>
        <p:blipFill rotWithShape="1">
          <a:blip r:embed="rId10">
            <a:alphaModFix/>
          </a:blip>
          <a:srcRect b="0" l="43895" r="38229" t="0"/>
          <a:stretch/>
        </p:blipFill>
        <p:spPr>
          <a:xfrm>
            <a:off x="13392816" y="5703493"/>
            <a:ext cx="1321821" cy="4317284"/>
          </a:xfrm>
          <a:prstGeom prst="rect">
            <a:avLst/>
          </a:prstGeom>
          <a:noFill/>
          <a:ln>
            <a:noFill/>
          </a:ln>
        </p:spPr>
      </p:pic>
      <p:pic>
        <p:nvPicPr>
          <p:cNvPr descr="A picture containing text, electronics&#10;&#10;Description automatically generated" id="106" name="Google Shape;106;p1"/>
          <p:cNvPicPr preferRelativeResize="0"/>
          <p:nvPr/>
        </p:nvPicPr>
        <p:blipFill rotWithShape="1">
          <a:blip r:embed="rId11">
            <a:alphaModFix/>
          </a:blip>
          <a:srcRect b="0" l="0" r="0" t="0"/>
          <a:stretch/>
        </p:blipFill>
        <p:spPr>
          <a:xfrm>
            <a:off x="4584771" y="5729923"/>
            <a:ext cx="2116222" cy="45350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0" name="Shape 110"/>
        <p:cNvGrpSpPr/>
        <p:nvPr/>
      </p:nvGrpSpPr>
      <p:grpSpPr>
        <a:xfrm>
          <a:off x="0" y="0"/>
          <a:ext cx="0" cy="0"/>
          <a:chOff x="0" y="0"/>
          <a:chExt cx="0" cy="0"/>
        </a:xfrm>
      </p:grpSpPr>
      <p:sp>
        <p:nvSpPr>
          <p:cNvPr id="111" name="Google Shape;111;p2"/>
          <p:cNvSpPr/>
          <p:nvPr/>
        </p:nvSpPr>
        <p:spPr>
          <a:xfrm flipH="1">
            <a:off x="174438" y="-189027"/>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60000"/>
            </a:blip>
            <a:stretch>
              <a:fillRect b="-37007" l="-1514" r="-31644" t="0"/>
            </a:stretch>
          </a:blipFill>
          <a:ln>
            <a:noFill/>
          </a:ln>
        </p:spPr>
      </p:sp>
      <p:grpSp>
        <p:nvGrpSpPr>
          <p:cNvPr id="112" name="Google Shape;112;p2"/>
          <p:cNvGrpSpPr/>
          <p:nvPr/>
        </p:nvGrpSpPr>
        <p:grpSpPr>
          <a:xfrm>
            <a:off x="-1867766" y="-1614217"/>
            <a:ext cx="3735531" cy="3735531"/>
            <a:chOff x="0" y="0"/>
            <a:chExt cx="812800" cy="812800"/>
          </a:xfrm>
        </p:grpSpPr>
        <p:sp>
          <p:nvSpPr>
            <p:cNvPr id="113" name="Google Shape;11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1" i="0" sz="1800" u="none" cap="none" strike="noStrike">
                <a:solidFill>
                  <a:schemeClr val="dk1"/>
                </a:solidFill>
                <a:latin typeface="Times New Roman"/>
                <a:ea typeface="Times New Roman"/>
                <a:cs typeface="Times New Roman"/>
                <a:sym typeface="Times New Roman"/>
              </a:endParaRPr>
            </a:p>
          </p:txBody>
        </p:sp>
      </p:grpSp>
      <p:sp>
        <p:nvSpPr>
          <p:cNvPr id="115" name="Google Shape;115;p2"/>
          <p:cNvSpPr txBox="1"/>
          <p:nvPr/>
        </p:nvSpPr>
        <p:spPr>
          <a:xfrm>
            <a:off x="2291944" y="1755908"/>
            <a:ext cx="4138210" cy="827727"/>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i="0" lang="en-US" sz="4499" u="none" cap="none" strike="noStrike">
                <a:solidFill>
                  <a:srgbClr val="16418E"/>
                </a:solidFill>
                <a:latin typeface="Times New Roman"/>
                <a:ea typeface="Times New Roman"/>
                <a:cs typeface="Times New Roman"/>
                <a:sym typeface="Times New Roman"/>
              </a:rPr>
              <a:t>MỤC LỤC</a:t>
            </a:r>
            <a:endParaRPr/>
          </a:p>
        </p:txBody>
      </p:sp>
      <p:sp>
        <p:nvSpPr>
          <p:cNvPr id="116" name="Google Shape;116;p2"/>
          <p:cNvSpPr txBox="1"/>
          <p:nvPr/>
        </p:nvSpPr>
        <p:spPr>
          <a:xfrm>
            <a:off x="3958267" y="3103930"/>
            <a:ext cx="4880933" cy="1314078"/>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3400" u="none" cap="none" strike="noStrike">
                <a:solidFill>
                  <a:srgbClr val="010101"/>
                </a:solidFill>
                <a:latin typeface="Times New Roman"/>
                <a:ea typeface="Times New Roman"/>
                <a:cs typeface="Times New Roman"/>
                <a:sym typeface="Times New Roman"/>
              </a:rPr>
              <a:t>Giải pháp định danh, xác thực khách hàng</a:t>
            </a:r>
            <a:endParaRPr b="1" i="0" sz="3400" u="none" cap="none" strike="noStrike">
              <a:solidFill>
                <a:srgbClr val="010101"/>
              </a:solidFill>
              <a:latin typeface="Times New Roman"/>
              <a:ea typeface="Times New Roman"/>
              <a:cs typeface="Times New Roman"/>
              <a:sym typeface="Times New Roman"/>
            </a:endParaRPr>
          </a:p>
        </p:txBody>
      </p:sp>
      <p:sp>
        <p:nvSpPr>
          <p:cNvPr id="117" name="Google Shape;117;p2"/>
          <p:cNvSpPr/>
          <p:nvPr/>
        </p:nvSpPr>
        <p:spPr>
          <a:xfrm>
            <a:off x="2618538" y="3218041"/>
            <a:ext cx="1119497" cy="1112359"/>
          </a:xfrm>
          <a:custGeom>
            <a:rect b="b" l="l" r="r" t="t"/>
            <a:pathLst>
              <a:path extrusionOk="0" h="1112359" w="1119497">
                <a:moveTo>
                  <a:pt x="0" y="0"/>
                </a:moveTo>
                <a:lnTo>
                  <a:pt x="1119497" y="0"/>
                </a:lnTo>
                <a:lnTo>
                  <a:pt x="1119497" y="1112359"/>
                </a:lnTo>
                <a:lnTo>
                  <a:pt x="0" y="1112359"/>
                </a:lnTo>
                <a:lnTo>
                  <a:pt x="0" y="0"/>
                </a:lnTo>
                <a:close/>
              </a:path>
            </a:pathLst>
          </a:custGeom>
          <a:blipFill rotWithShape="1">
            <a:blip r:embed="rId4">
              <a:alphaModFix/>
            </a:blip>
            <a:stretch>
              <a:fillRect b="0" l="0" r="-290" t="0"/>
            </a:stretch>
          </a:blipFill>
          <a:ln>
            <a:noFill/>
          </a:ln>
        </p:spPr>
      </p:sp>
      <p:sp>
        <p:nvSpPr>
          <p:cNvPr id="118" name="Google Shape;118;p2"/>
          <p:cNvSpPr/>
          <p:nvPr/>
        </p:nvSpPr>
        <p:spPr>
          <a:xfrm>
            <a:off x="2728000" y="4919655"/>
            <a:ext cx="900571" cy="916167"/>
          </a:xfrm>
          <a:custGeom>
            <a:rect b="b" l="l" r="r" t="t"/>
            <a:pathLst>
              <a:path extrusionOk="0" h="916167" w="900571">
                <a:moveTo>
                  <a:pt x="0" y="0"/>
                </a:moveTo>
                <a:lnTo>
                  <a:pt x="900571" y="0"/>
                </a:lnTo>
                <a:lnTo>
                  <a:pt x="900571" y="916167"/>
                </a:lnTo>
                <a:lnTo>
                  <a:pt x="0" y="916167"/>
                </a:lnTo>
                <a:lnTo>
                  <a:pt x="0" y="0"/>
                </a:lnTo>
                <a:close/>
              </a:path>
            </a:pathLst>
          </a:custGeom>
          <a:blipFill rotWithShape="1">
            <a:blip r:embed="rId5">
              <a:alphaModFix/>
            </a:blip>
            <a:stretch>
              <a:fillRect b="-21617" l="-10998" r="-22275" t="-8176"/>
            </a:stretch>
          </a:blipFill>
          <a:ln>
            <a:noFill/>
          </a:ln>
        </p:spPr>
      </p:sp>
      <p:sp>
        <p:nvSpPr>
          <p:cNvPr id="119" name="Google Shape;119;p2"/>
          <p:cNvSpPr/>
          <p:nvPr/>
        </p:nvSpPr>
        <p:spPr>
          <a:xfrm>
            <a:off x="2648060" y="6502313"/>
            <a:ext cx="1089975" cy="1089975"/>
          </a:xfrm>
          <a:custGeom>
            <a:rect b="b" l="l" r="r" t="t"/>
            <a:pathLst>
              <a:path extrusionOk="0" h="1089975" w="1089975">
                <a:moveTo>
                  <a:pt x="0" y="0"/>
                </a:moveTo>
                <a:lnTo>
                  <a:pt x="1089975" y="0"/>
                </a:lnTo>
                <a:lnTo>
                  <a:pt x="1089975" y="1089976"/>
                </a:lnTo>
                <a:lnTo>
                  <a:pt x="0" y="1089976"/>
                </a:lnTo>
                <a:lnTo>
                  <a:pt x="0" y="0"/>
                </a:lnTo>
                <a:close/>
              </a:path>
            </a:pathLst>
          </a:custGeom>
          <a:blipFill rotWithShape="1">
            <a:blip r:embed="rId6">
              <a:alphaModFix/>
            </a:blip>
            <a:stretch>
              <a:fillRect b="-285" l="0" r="-1509" t="-285"/>
            </a:stretch>
          </a:blipFill>
          <a:ln>
            <a:noFill/>
          </a:ln>
        </p:spPr>
      </p:sp>
      <p:sp>
        <p:nvSpPr>
          <p:cNvPr id="120" name="Google Shape;120;p2"/>
          <p:cNvSpPr txBox="1"/>
          <p:nvPr/>
        </p:nvSpPr>
        <p:spPr>
          <a:xfrm>
            <a:off x="3958267" y="5010874"/>
            <a:ext cx="9757734" cy="621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3400" u="none" cap="none" strike="noStrike">
                <a:solidFill>
                  <a:srgbClr val="010101"/>
                </a:solidFill>
                <a:latin typeface="Times New Roman"/>
                <a:ea typeface="Times New Roman"/>
                <a:cs typeface="Times New Roman"/>
                <a:sym typeface="Times New Roman"/>
              </a:rPr>
              <a:t>Giải pháp quản lý ra vào</a:t>
            </a:r>
            <a:endParaRPr b="1" i="0" sz="3400" u="none" cap="none" strike="noStrike">
              <a:solidFill>
                <a:srgbClr val="010101"/>
              </a:solidFill>
              <a:latin typeface="Times New Roman"/>
              <a:ea typeface="Times New Roman"/>
              <a:cs typeface="Times New Roman"/>
              <a:sym typeface="Times New Roman"/>
            </a:endParaRPr>
          </a:p>
        </p:txBody>
      </p:sp>
      <p:sp>
        <p:nvSpPr>
          <p:cNvPr id="121" name="Google Shape;121;p2"/>
          <p:cNvSpPr txBox="1"/>
          <p:nvPr/>
        </p:nvSpPr>
        <p:spPr>
          <a:xfrm>
            <a:off x="3988084" y="6564024"/>
            <a:ext cx="7877289" cy="637034"/>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3400" u="none" cap="none" strike="noStrike">
                <a:solidFill>
                  <a:srgbClr val="010101"/>
                </a:solidFill>
                <a:latin typeface="Times New Roman"/>
                <a:ea typeface="Times New Roman"/>
                <a:cs typeface="Times New Roman"/>
                <a:sym typeface="Times New Roman"/>
              </a:rPr>
              <a:t>Giới thiệu về MK Vision</a:t>
            </a:r>
            <a:endParaRPr/>
          </a:p>
        </p:txBody>
      </p:sp>
      <p:pic>
        <p:nvPicPr>
          <p:cNvPr id="122" name="Google Shape;122;p2"/>
          <p:cNvPicPr preferRelativeResize="0"/>
          <p:nvPr/>
        </p:nvPicPr>
        <p:blipFill rotWithShape="1">
          <a:blip r:embed="rId7">
            <a:alphaModFix/>
          </a:blip>
          <a:srcRect b="0" l="0" r="0" t="0"/>
          <a:stretch/>
        </p:blipFill>
        <p:spPr>
          <a:xfrm>
            <a:off x="15849600" y="189027"/>
            <a:ext cx="2263962" cy="800433"/>
          </a:xfrm>
          <a:prstGeom prst="rect">
            <a:avLst/>
          </a:prstGeom>
          <a:noFill/>
          <a:ln>
            <a:noFill/>
          </a:ln>
        </p:spPr>
      </p:pic>
      <p:pic>
        <p:nvPicPr>
          <p:cNvPr descr="Không có mô tả ảnh." id="123" name="Google Shape;123;p2"/>
          <p:cNvPicPr preferRelativeResize="0"/>
          <p:nvPr/>
        </p:nvPicPr>
        <p:blipFill rotWithShape="1">
          <a:blip r:embed="rId8">
            <a:alphaModFix/>
          </a:blip>
          <a:srcRect b="0" l="0" r="0" t="0"/>
          <a:stretch/>
        </p:blipFill>
        <p:spPr>
          <a:xfrm>
            <a:off x="10888030" y="1699142"/>
            <a:ext cx="6441025" cy="6441025"/>
          </a:xfrm>
          <a:prstGeom prst="roundRect">
            <a:avLst>
              <a:gd fmla="val 4167" name="adj"/>
            </a:avLst>
          </a:prstGeom>
          <a:solidFill>
            <a:srgbClr val="FFFFFF"/>
          </a:solidFill>
          <a:ln cap="sq" cmpd="sng" w="76200">
            <a:solidFill>
              <a:srgbClr val="EAEAEA"/>
            </a:solidFill>
            <a:prstDash val="solid"/>
            <a:miter lim="800000"/>
            <a:headEnd len="sm" w="sm" type="none"/>
            <a:tailEnd len="sm" w="sm" type="none"/>
          </a:ln>
          <a:effectLst>
            <a:reflection blurRad="0" dir="5400000" dist="5000" endA="0" endPos="28000" kx="0" rotWithShape="0" algn="bl" stA="33000" stPos="0" sy="-100000" ky="0"/>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7" name="Shape 127"/>
        <p:cNvGrpSpPr/>
        <p:nvPr/>
      </p:nvGrpSpPr>
      <p:grpSpPr>
        <a:xfrm>
          <a:off x="0" y="0"/>
          <a:ext cx="0" cy="0"/>
          <a:chOff x="0" y="0"/>
          <a:chExt cx="0" cy="0"/>
        </a:xfrm>
      </p:grpSpPr>
      <p:sp>
        <p:nvSpPr>
          <p:cNvPr id="128" name="Google Shape;128;p3"/>
          <p:cNvSpPr/>
          <p:nvPr/>
        </p:nvSpPr>
        <p:spPr>
          <a:xfrm flipH="1">
            <a:off x="0" y="-29279"/>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60000"/>
            </a:blip>
            <a:stretch>
              <a:fillRect b="-37007" l="-1514" r="-31644" t="0"/>
            </a:stretch>
          </a:blipFill>
          <a:ln>
            <a:noFill/>
          </a:ln>
        </p:spPr>
      </p:sp>
      <p:grpSp>
        <p:nvGrpSpPr>
          <p:cNvPr id="129" name="Google Shape;129;p3"/>
          <p:cNvGrpSpPr/>
          <p:nvPr/>
        </p:nvGrpSpPr>
        <p:grpSpPr>
          <a:xfrm>
            <a:off x="10314331" y="8276693"/>
            <a:ext cx="8057634" cy="8057634"/>
            <a:chOff x="0" y="0"/>
            <a:chExt cx="812800" cy="812800"/>
          </a:xfrm>
        </p:grpSpPr>
        <p:sp>
          <p:nvSpPr>
            <p:cNvPr id="130" name="Google Shape;130;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p:txBody>
        </p:sp>
      </p:grpSp>
      <p:sp>
        <p:nvSpPr>
          <p:cNvPr id="132" name="Google Shape;132;p3"/>
          <p:cNvSpPr/>
          <p:nvPr/>
        </p:nvSpPr>
        <p:spPr>
          <a:xfrm>
            <a:off x="15616615" y="7760542"/>
            <a:ext cx="3628368" cy="3623787"/>
          </a:xfrm>
          <a:custGeom>
            <a:rect b="b" l="l" r="r" t="t"/>
            <a:pathLst>
              <a:path extrusionOk="0" h="3623787" w="3628368">
                <a:moveTo>
                  <a:pt x="0" y="0"/>
                </a:moveTo>
                <a:lnTo>
                  <a:pt x="3628368" y="0"/>
                </a:lnTo>
                <a:lnTo>
                  <a:pt x="3628368" y="3623787"/>
                </a:lnTo>
                <a:lnTo>
                  <a:pt x="0" y="3623787"/>
                </a:lnTo>
                <a:lnTo>
                  <a:pt x="0" y="0"/>
                </a:lnTo>
                <a:close/>
              </a:path>
            </a:pathLst>
          </a:custGeom>
          <a:blipFill rotWithShape="1">
            <a:blip r:embed="rId4">
              <a:alphaModFix/>
            </a:blip>
            <a:stretch>
              <a:fillRect b="0" l="0" r="0" t="0"/>
            </a:stretch>
          </a:blipFill>
          <a:ln>
            <a:noFill/>
          </a:ln>
        </p:spPr>
      </p:sp>
      <p:sp>
        <p:nvSpPr>
          <p:cNvPr id="133" name="Google Shape;133;p3"/>
          <p:cNvSpPr txBox="1"/>
          <p:nvPr/>
        </p:nvSpPr>
        <p:spPr>
          <a:xfrm>
            <a:off x="4267200" y="3430543"/>
            <a:ext cx="8800155" cy="1751057"/>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i="0" lang="en-US" sz="4499" u="none" cap="none" strike="noStrike">
                <a:solidFill>
                  <a:srgbClr val="16418E"/>
                </a:solidFill>
                <a:latin typeface="Times New Roman"/>
                <a:ea typeface="Times New Roman"/>
                <a:cs typeface="Times New Roman"/>
                <a:sym typeface="Times New Roman"/>
              </a:rPr>
              <a:t>GIẢI PHÁP ĐỊNH DANH, XÁC THỰC KHÁCH HÀNG</a:t>
            </a:r>
            <a:endParaRPr/>
          </a:p>
        </p:txBody>
      </p:sp>
      <p:sp>
        <p:nvSpPr>
          <p:cNvPr id="134" name="Google Shape;134;p3"/>
          <p:cNvSpPr/>
          <p:nvPr/>
        </p:nvSpPr>
        <p:spPr>
          <a:xfrm>
            <a:off x="1893462" y="3288974"/>
            <a:ext cx="1818144" cy="2085473"/>
          </a:xfrm>
          <a:custGeom>
            <a:rect b="b" l="l" r="r" t="t"/>
            <a:pathLst>
              <a:path extrusionOk="0" h="2085473" w="1818144">
                <a:moveTo>
                  <a:pt x="0" y="0"/>
                </a:moveTo>
                <a:lnTo>
                  <a:pt x="1818143" y="0"/>
                </a:lnTo>
                <a:lnTo>
                  <a:pt x="1818143" y="2085474"/>
                </a:lnTo>
                <a:lnTo>
                  <a:pt x="0" y="2085474"/>
                </a:lnTo>
                <a:lnTo>
                  <a:pt x="0" y="0"/>
                </a:lnTo>
                <a:close/>
              </a:path>
            </a:pathLst>
          </a:custGeom>
          <a:blipFill rotWithShape="1">
            <a:blip r:embed="rId5">
              <a:alphaModFix/>
            </a:blip>
            <a:stretch>
              <a:fillRect b="0" l="0" r="-15774" t="0"/>
            </a:stretch>
          </a:blipFill>
          <a:ln>
            <a:noFill/>
          </a:ln>
        </p:spPr>
      </p:sp>
      <p:pic>
        <p:nvPicPr>
          <p:cNvPr id="135" name="Google Shape;135;p3"/>
          <p:cNvPicPr preferRelativeResize="0"/>
          <p:nvPr/>
        </p:nvPicPr>
        <p:blipFill rotWithShape="1">
          <a:blip r:embed="rId6">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9" name="Shape 139"/>
        <p:cNvGrpSpPr/>
        <p:nvPr/>
      </p:nvGrpSpPr>
      <p:grpSpPr>
        <a:xfrm>
          <a:off x="0" y="0"/>
          <a:ext cx="0" cy="0"/>
          <a:chOff x="0" y="0"/>
          <a:chExt cx="0" cy="0"/>
        </a:xfrm>
      </p:grpSpPr>
      <p:sp>
        <p:nvSpPr>
          <p:cNvPr id="140" name="Google Shape;140;p4"/>
          <p:cNvSpPr/>
          <p:nvPr/>
        </p:nvSpPr>
        <p:spPr>
          <a:xfrm>
            <a:off x="-2496704" y="7872991"/>
            <a:ext cx="6348994" cy="6340978"/>
          </a:xfrm>
          <a:custGeom>
            <a:rect b="b" l="l" r="r" t="t"/>
            <a:pathLst>
              <a:path extrusionOk="0" h="6340978" w="6348994">
                <a:moveTo>
                  <a:pt x="0" y="0"/>
                </a:moveTo>
                <a:lnTo>
                  <a:pt x="6348994" y="0"/>
                </a:lnTo>
                <a:lnTo>
                  <a:pt x="6348994" y="6340977"/>
                </a:lnTo>
                <a:lnTo>
                  <a:pt x="0" y="6340977"/>
                </a:lnTo>
                <a:lnTo>
                  <a:pt x="0" y="0"/>
                </a:lnTo>
                <a:close/>
              </a:path>
            </a:pathLst>
          </a:custGeom>
          <a:blipFill rotWithShape="1">
            <a:blip r:embed="rId3">
              <a:alphaModFix/>
            </a:blip>
            <a:stretch>
              <a:fillRect b="0" l="0" r="0" t="0"/>
            </a:stretch>
          </a:blipFill>
          <a:ln>
            <a:noFill/>
          </a:ln>
        </p:spPr>
      </p:sp>
      <p:sp>
        <p:nvSpPr>
          <p:cNvPr id="141" name="Google Shape;141;p4"/>
          <p:cNvSpPr txBox="1"/>
          <p:nvPr/>
        </p:nvSpPr>
        <p:spPr>
          <a:xfrm>
            <a:off x="688755" y="568566"/>
            <a:ext cx="8079918" cy="761362"/>
          </a:xfrm>
          <a:prstGeom prst="rect">
            <a:avLst/>
          </a:prstGeom>
          <a:noFill/>
          <a:ln>
            <a:noFill/>
          </a:ln>
        </p:spPr>
        <p:txBody>
          <a:bodyPr anchorCtr="0" anchor="t" bIns="0" lIns="0" spcFirstLastPara="1" rIns="0" wrap="square" tIns="0">
            <a:spAutoFit/>
          </a:bodyPr>
          <a:lstStyle/>
          <a:p>
            <a:pPr indent="0" lvl="1" marL="0" marR="0" rtl="0" algn="l">
              <a:lnSpc>
                <a:spcPct val="139987"/>
              </a:lnSpc>
              <a:spcBef>
                <a:spcPts val="0"/>
              </a:spcBef>
              <a:spcAft>
                <a:spcPts val="0"/>
              </a:spcAft>
              <a:buNone/>
            </a:pPr>
            <a:r>
              <a:rPr b="1" i="0" lang="en-US" sz="4664" u="none" cap="none" strike="noStrike">
                <a:solidFill>
                  <a:srgbClr val="004B97"/>
                </a:solidFill>
                <a:latin typeface="Times New Roman"/>
                <a:ea typeface="Times New Roman"/>
                <a:cs typeface="Times New Roman"/>
                <a:sym typeface="Times New Roman"/>
              </a:rPr>
              <a:t>CĂN CỨ PHÁP LÝ</a:t>
            </a:r>
            <a:endParaRPr b="1" i="0" sz="4664" u="none" cap="none" strike="noStrike">
              <a:solidFill>
                <a:srgbClr val="004B97"/>
              </a:solidFill>
              <a:latin typeface="Times New Roman"/>
              <a:ea typeface="Times New Roman"/>
              <a:cs typeface="Times New Roman"/>
              <a:sym typeface="Times New Roman"/>
            </a:endParaRPr>
          </a:p>
        </p:txBody>
      </p:sp>
      <p:sp>
        <p:nvSpPr>
          <p:cNvPr id="142" name="Google Shape;142;p4"/>
          <p:cNvSpPr txBox="1"/>
          <p:nvPr/>
        </p:nvSpPr>
        <p:spPr>
          <a:xfrm>
            <a:off x="1374391" y="4236101"/>
            <a:ext cx="1617907" cy="897682"/>
          </a:xfrm>
          <a:prstGeom prst="rect">
            <a:avLst/>
          </a:prstGeom>
          <a:noFill/>
          <a:ln>
            <a:noFill/>
          </a:ln>
        </p:spPr>
        <p:txBody>
          <a:bodyPr anchorCtr="0" anchor="t" bIns="0" lIns="0" spcFirstLastPara="1" rIns="0" wrap="square" tIns="0">
            <a:spAutoFit/>
          </a:bodyPr>
          <a:lstStyle/>
          <a:p>
            <a:pPr indent="0" lvl="0" marL="0" marR="0" rtl="0" algn="ctr">
              <a:lnSpc>
                <a:spcPct val="119916"/>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Mục tiêu đến năm 2030: ít nhất </a:t>
            </a:r>
            <a:r>
              <a:rPr b="0" i="1" lang="en-US" sz="1200" u="none" cap="none" strike="noStrike">
                <a:solidFill>
                  <a:srgbClr val="FFFFFF"/>
                </a:solidFill>
                <a:latin typeface="IBM Plex Sans"/>
                <a:ea typeface="IBM Plex Sans"/>
                <a:cs typeface="IBM Plex Sans"/>
                <a:sym typeface="IBM Plex Sans"/>
              </a:rPr>
              <a:t>70%</a:t>
            </a:r>
            <a:r>
              <a:rPr b="0" i="0" lang="en-US" sz="1200" u="none" cap="none" strike="noStrike">
                <a:solidFill>
                  <a:srgbClr val="FFFFFF"/>
                </a:solidFill>
                <a:latin typeface="IBM Plex Sans"/>
                <a:ea typeface="IBM Plex Sans"/>
                <a:cs typeface="IBM Plex Sans"/>
                <a:sym typeface="IBM Plex Sans"/>
              </a:rPr>
              <a:t>các nghiệp vụ được thực hiện trên môi trường số</a:t>
            </a:r>
            <a:endParaRPr/>
          </a:p>
        </p:txBody>
      </p:sp>
      <p:sp>
        <p:nvSpPr>
          <p:cNvPr id="143" name="Google Shape;143;p4"/>
          <p:cNvSpPr txBox="1"/>
          <p:nvPr/>
        </p:nvSpPr>
        <p:spPr>
          <a:xfrm>
            <a:off x="5098037" y="4749051"/>
            <a:ext cx="397326" cy="179727"/>
          </a:xfrm>
          <a:prstGeom prst="rect">
            <a:avLst/>
          </a:prstGeom>
          <a:noFill/>
          <a:ln>
            <a:noFill/>
          </a:ln>
        </p:spPr>
        <p:txBody>
          <a:bodyPr anchorCtr="0" anchor="t" bIns="0" lIns="0" spcFirstLastPara="1" rIns="0" wrap="square" tIns="0">
            <a:spAutoFit/>
          </a:bodyPr>
          <a:lstStyle/>
          <a:p>
            <a:pPr indent="0" lvl="0" marL="0" marR="0" rtl="0" algn="l">
              <a:lnSpc>
                <a:spcPct val="119333"/>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trong </a:t>
            </a:r>
            <a:endParaRPr/>
          </a:p>
        </p:txBody>
      </p:sp>
      <p:sp>
        <p:nvSpPr>
          <p:cNvPr id="144" name="Google Shape;144;p4"/>
          <p:cNvSpPr txBox="1"/>
          <p:nvPr/>
        </p:nvSpPr>
        <p:spPr>
          <a:xfrm>
            <a:off x="3867912" y="4931931"/>
            <a:ext cx="1729978" cy="179727"/>
          </a:xfrm>
          <a:prstGeom prst="rect">
            <a:avLst/>
          </a:prstGeom>
          <a:noFill/>
          <a:ln>
            <a:noFill/>
          </a:ln>
        </p:spPr>
        <p:txBody>
          <a:bodyPr anchorCtr="0" anchor="t" bIns="0" lIns="0" spcFirstLastPara="1" rIns="0" wrap="square" tIns="0">
            <a:spAutoFit/>
          </a:bodyPr>
          <a:lstStyle/>
          <a:p>
            <a:pPr indent="0" lvl="0" marL="0" marR="0" rtl="0" algn="l">
              <a:lnSpc>
                <a:spcPct val="119333"/>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các lĩnh vực đời sống xã </a:t>
            </a:r>
            <a:endParaRPr/>
          </a:p>
        </p:txBody>
      </p:sp>
      <p:sp>
        <p:nvSpPr>
          <p:cNvPr id="145" name="Google Shape;145;p4"/>
          <p:cNvSpPr txBox="1"/>
          <p:nvPr/>
        </p:nvSpPr>
        <p:spPr>
          <a:xfrm>
            <a:off x="3857244" y="5114811"/>
            <a:ext cx="800710" cy="179727"/>
          </a:xfrm>
          <a:prstGeom prst="rect">
            <a:avLst/>
          </a:prstGeom>
          <a:noFill/>
          <a:ln>
            <a:noFill/>
          </a:ln>
        </p:spPr>
        <p:txBody>
          <a:bodyPr anchorCtr="0" anchor="t" bIns="0" lIns="0" spcFirstLastPara="1" rIns="0" wrap="square" tIns="0">
            <a:spAutoFit/>
          </a:bodyPr>
          <a:lstStyle/>
          <a:p>
            <a:pPr indent="0" lvl="0" marL="0" marR="0" rtl="0" algn="l">
              <a:lnSpc>
                <a:spcPct val="119333"/>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hội, nhất là </a:t>
            </a:r>
            <a:endParaRPr/>
          </a:p>
        </p:txBody>
      </p:sp>
      <p:sp>
        <p:nvSpPr>
          <p:cNvPr id="146" name="Google Shape;146;p4"/>
          <p:cNvSpPr txBox="1"/>
          <p:nvPr/>
        </p:nvSpPr>
        <p:spPr>
          <a:xfrm>
            <a:off x="5346449" y="5291328"/>
            <a:ext cx="81925" cy="179536"/>
          </a:xfrm>
          <a:prstGeom prst="rect">
            <a:avLst/>
          </a:prstGeom>
          <a:noFill/>
          <a:ln>
            <a:noFill/>
          </a:ln>
        </p:spPr>
        <p:txBody>
          <a:bodyPr anchorCtr="0" anchor="t" bIns="0" lIns="0" spcFirstLastPara="1" rIns="0" wrap="square" tIns="0">
            <a:spAutoFit/>
          </a:bodyPr>
          <a:lstStyle/>
          <a:p>
            <a:pPr indent="0" lvl="0" marL="0" marR="0" rtl="0" algn="l">
              <a:lnSpc>
                <a:spcPct val="119333"/>
              </a:lnSpc>
              <a:spcBef>
                <a:spcPts val="0"/>
              </a:spcBef>
              <a:spcAft>
                <a:spcPts val="0"/>
              </a:spcAft>
              <a:buNone/>
            </a:pPr>
            <a:r>
              <a:rPr b="1" i="1" lang="en-US" sz="1200" u="none" cap="none" strike="noStrike">
                <a:solidFill>
                  <a:srgbClr val="FFFFFF"/>
                </a:solidFill>
                <a:latin typeface="Calibri"/>
                <a:ea typeface="Calibri"/>
                <a:cs typeface="Calibri"/>
                <a:sym typeface="Calibri"/>
              </a:rPr>
              <a:t>h</a:t>
            </a:r>
            <a:endParaRPr/>
          </a:p>
        </p:txBody>
      </p:sp>
      <p:sp>
        <p:nvSpPr>
          <p:cNvPr id="147" name="Google Shape;147;p4"/>
          <p:cNvSpPr txBox="1"/>
          <p:nvPr/>
        </p:nvSpPr>
        <p:spPr>
          <a:xfrm>
            <a:off x="6472171" y="4187581"/>
            <a:ext cx="1524638" cy="911628"/>
          </a:xfrm>
          <a:prstGeom prst="rect">
            <a:avLst/>
          </a:prstGeom>
          <a:noFill/>
          <a:ln>
            <a:noFill/>
          </a:ln>
        </p:spPr>
        <p:txBody>
          <a:bodyPr anchorCtr="0" anchor="t" bIns="0" lIns="0" spcFirstLastPara="1" rIns="0" wrap="square" tIns="0">
            <a:spAutoFit/>
          </a:bodyPr>
          <a:lstStyle/>
          <a:p>
            <a:pPr indent="0" lvl="0" marL="0" marR="0" rtl="0" algn="ctr">
              <a:lnSpc>
                <a:spcPct val="119916"/>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Nhiệm vụ số 02: Ứng dụng thẻ căn cước công dân gắn chip để </a:t>
            </a:r>
            <a:r>
              <a:rPr b="0" i="1" lang="en-US" sz="1200" u="none" cap="none" strike="noStrike">
                <a:solidFill>
                  <a:srgbClr val="FFFFFF"/>
                </a:solidFill>
                <a:latin typeface="IBM Plex Sans"/>
                <a:ea typeface="IBM Plex Sans"/>
                <a:cs typeface="IBM Plex Sans"/>
                <a:sym typeface="IBM Plex Sans"/>
              </a:rPr>
              <a:t>định danh và xác thực khách hàng</a:t>
            </a:r>
            <a:endParaRPr/>
          </a:p>
        </p:txBody>
      </p:sp>
      <p:sp>
        <p:nvSpPr>
          <p:cNvPr id="148" name="Google Shape;148;p4"/>
          <p:cNvSpPr txBox="1"/>
          <p:nvPr/>
        </p:nvSpPr>
        <p:spPr>
          <a:xfrm>
            <a:off x="9585322" y="4841377"/>
            <a:ext cx="1240479" cy="179727"/>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khi cung cấp dịch </a:t>
            </a:r>
            <a:endParaRPr/>
          </a:p>
        </p:txBody>
      </p:sp>
      <p:sp>
        <p:nvSpPr>
          <p:cNvPr id="149" name="Google Shape;149;p4"/>
          <p:cNvSpPr txBox="1"/>
          <p:nvPr/>
        </p:nvSpPr>
        <p:spPr>
          <a:xfrm>
            <a:off x="9059294" y="5024257"/>
            <a:ext cx="1741903" cy="362607"/>
          </a:xfrm>
          <a:prstGeom prst="rect">
            <a:avLst/>
          </a:prstGeom>
          <a:noFill/>
          <a:ln>
            <a:noFill/>
          </a:ln>
        </p:spPr>
        <p:txBody>
          <a:bodyPr anchorCtr="0" anchor="t" bIns="0" lIns="0" spcFirstLastPara="1" rIns="0" wrap="square" tIns="0">
            <a:spAutoFit/>
          </a:bodyPr>
          <a:lstStyle/>
          <a:p>
            <a:pPr indent="0" lvl="0" marL="0" marR="0" rtl="0" algn="ctr">
              <a:lnSpc>
                <a:spcPct val="119916"/>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vụ ngân hàng (nội dung số 3 trong 5 nội dung chỉ </a:t>
            </a:r>
            <a:endParaRPr/>
          </a:p>
        </p:txBody>
      </p:sp>
      <p:sp>
        <p:nvSpPr>
          <p:cNvPr id="150" name="Google Shape;150;p4"/>
          <p:cNvSpPr txBox="1"/>
          <p:nvPr/>
        </p:nvSpPr>
        <p:spPr>
          <a:xfrm>
            <a:off x="9155554" y="5390017"/>
            <a:ext cx="1502092" cy="359073"/>
          </a:xfrm>
          <a:prstGeom prst="rect">
            <a:avLst/>
          </a:prstGeom>
          <a:noFill/>
          <a:ln>
            <a:noFill/>
          </a:ln>
        </p:spPr>
        <p:txBody>
          <a:bodyPr anchorCtr="0" anchor="t" bIns="0" lIns="0" spcFirstLastPara="1" rIns="0" wrap="square" tIns="0">
            <a:spAutoFit/>
          </a:bodyPr>
          <a:lstStyle/>
          <a:p>
            <a:pPr indent="0" lvl="0" marL="0" marR="0" rtl="0" algn="l">
              <a:lnSpc>
                <a:spcPct val="119916"/>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đạo trong Quyết định)</a:t>
            </a:r>
            <a:endParaRPr/>
          </a:p>
        </p:txBody>
      </p:sp>
      <p:sp>
        <p:nvSpPr>
          <p:cNvPr id="151" name="Google Shape;151;p4"/>
          <p:cNvSpPr txBox="1"/>
          <p:nvPr/>
        </p:nvSpPr>
        <p:spPr>
          <a:xfrm>
            <a:off x="3945636" y="4749051"/>
            <a:ext cx="1131351" cy="179727"/>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0" i="1" lang="en-US" sz="1200" u="none" cap="none" strike="noStrike">
                <a:solidFill>
                  <a:srgbClr val="FFFFFF"/>
                </a:solidFill>
                <a:latin typeface="IBM Plex Sans"/>
                <a:ea typeface="IBM Plex Sans"/>
                <a:cs typeface="IBM Plex Sans"/>
                <a:sym typeface="IBM Plex Sans"/>
              </a:rPr>
              <a:t>CCCD gắn chip</a:t>
            </a:r>
            <a:endParaRPr/>
          </a:p>
        </p:txBody>
      </p:sp>
      <p:sp>
        <p:nvSpPr>
          <p:cNvPr id="152" name="Google Shape;152;p4"/>
          <p:cNvSpPr txBox="1"/>
          <p:nvPr/>
        </p:nvSpPr>
        <p:spPr>
          <a:xfrm>
            <a:off x="4643628" y="5114811"/>
            <a:ext cx="949947" cy="179727"/>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0" i="1" lang="en-US" sz="1200" u="none" cap="none" strike="noStrike">
                <a:solidFill>
                  <a:srgbClr val="FFFFFF"/>
                </a:solidFill>
                <a:latin typeface="IBM Plex Sans"/>
                <a:ea typeface="IBM Plex Sans"/>
                <a:cs typeface="IBM Plex Sans"/>
                <a:sym typeface="IBM Plex Sans"/>
              </a:rPr>
              <a:t>các lĩnh vực </a:t>
            </a:r>
            <a:endParaRPr/>
          </a:p>
        </p:txBody>
      </p:sp>
      <p:sp>
        <p:nvSpPr>
          <p:cNvPr id="153" name="Google Shape;153;p4"/>
          <p:cNvSpPr txBox="1"/>
          <p:nvPr/>
        </p:nvSpPr>
        <p:spPr>
          <a:xfrm>
            <a:off x="3962400" y="5293119"/>
            <a:ext cx="1410843" cy="179727"/>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0" i="1" lang="en-US" sz="1200" u="none" cap="none" strike="noStrike">
                <a:solidFill>
                  <a:srgbClr val="FFFFFF"/>
                </a:solidFill>
                <a:latin typeface="IBM Plex Sans"/>
                <a:ea typeface="IBM Plex Sans"/>
                <a:cs typeface="IBM Plex Sans"/>
                <a:sym typeface="IBM Plex Sans"/>
              </a:rPr>
              <a:t>chuyển đổi số mạn</a:t>
            </a:r>
            <a:endParaRPr/>
          </a:p>
        </p:txBody>
      </p:sp>
      <p:sp>
        <p:nvSpPr>
          <p:cNvPr id="154" name="Google Shape;154;p4"/>
          <p:cNvSpPr txBox="1"/>
          <p:nvPr/>
        </p:nvSpPr>
        <p:spPr>
          <a:xfrm>
            <a:off x="3948684" y="5480571"/>
            <a:ext cx="1522924" cy="179727"/>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0" i="1" lang="en-US" sz="1200" u="none" cap="none" strike="noStrike">
                <a:solidFill>
                  <a:srgbClr val="FFFFFF"/>
                </a:solidFill>
                <a:latin typeface="IBM Plex Sans"/>
                <a:ea typeface="IBM Plex Sans"/>
                <a:cs typeface="IBM Plex Sans"/>
                <a:sym typeface="IBM Plex Sans"/>
              </a:rPr>
              <a:t>nhất như Ngân hàng</a:t>
            </a:r>
            <a:endParaRPr/>
          </a:p>
        </p:txBody>
      </p:sp>
      <p:sp>
        <p:nvSpPr>
          <p:cNvPr id="155" name="Google Shape;155;p4"/>
          <p:cNvSpPr txBox="1"/>
          <p:nvPr/>
        </p:nvSpPr>
        <p:spPr>
          <a:xfrm>
            <a:off x="9063866" y="3915461"/>
            <a:ext cx="1731950" cy="948786"/>
          </a:xfrm>
          <a:prstGeom prst="rect">
            <a:avLst/>
          </a:prstGeom>
          <a:noFill/>
          <a:ln>
            <a:noFill/>
          </a:ln>
        </p:spPr>
        <p:txBody>
          <a:bodyPr anchorCtr="0" anchor="t" bIns="0" lIns="0" spcFirstLastPara="1" rIns="0" wrap="square" tIns="0">
            <a:spAutoFit/>
          </a:bodyPr>
          <a:lstStyle/>
          <a:p>
            <a:pPr indent="0" lvl="0" marL="0" marR="0" rtl="0" algn="ctr">
              <a:lnSpc>
                <a:spcPct val="121083"/>
              </a:lnSpc>
              <a:spcBef>
                <a:spcPts val="0"/>
              </a:spcBef>
              <a:spcAft>
                <a:spcPts val="0"/>
              </a:spcAft>
              <a:buNone/>
            </a:pPr>
            <a:r>
              <a:rPr b="0" i="0" lang="en-US" sz="1200" u="none" cap="none" strike="noStrike">
                <a:solidFill>
                  <a:srgbClr val="FFFFFF"/>
                </a:solidFill>
                <a:latin typeface="IBM Plex Sans"/>
                <a:ea typeface="IBM Plex Sans"/>
                <a:cs typeface="IBM Plex Sans"/>
                <a:sym typeface="IBM Plex Sans"/>
              </a:rPr>
              <a:t>Đẩymạnh triển khai </a:t>
            </a:r>
            <a:r>
              <a:rPr b="0" i="1" lang="en-US" sz="1200" u="none" cap="none" strike="noStrike">
                <a:solidFill>
                  <a:srgbClr val="FFFFFF"/>
                </a:solidFill>
                <a:latin typeface="IBM Plex Sans"/>
                <a:ea typeface="IBM Plex Sans"/>
                <a:cs typeface="IBM Plex Sans"/>
                <a:sym typeface="IBM Plex Sans"/>
              </a:rPr>
              <a:t>ứng dụng xác thực người dân qua thẻ căn cước công dân gắn chip và tài khoản định danh </a:t>
            </a:r>
            <a:endParaRPr/>
          </a:p>
        </p:txBody>
      </p:sp>
      <p:sp>
        <p:nvSpPr>
          <p:cNvPr id="156" name="Google Shape;156;p4"/>
          <p:cNvSpPr txBox="1"/>
          <p:nvPr/>
        </p:nvSpPr>
        <p:spPr>
          <a:xfrm>
            <a:off x="9024242" y="4841377"/>
            <a:ext cx="568471" cy="179727"/>
          </a:xfrm>
          <a:prstGeom prst="rect">
            <a:avLst/>
          </a:prstGeom>
          <a:noFill/>
          <a:ln>
            <a:noFill/>
          </a:ln>
        </p:spPr>
        <p:txBody>
          <a:bodyPr anchorCtr="0" anchor="t" bIns="0" lIns="0" spcFirstLastPara="1" rIns="0" wrap="square" tIns="0">
            <a:spAutoFit/>
          </a:bodyPr>
          <a:lstStyle/>
          <a:p>
            <a:pPr indent="0" lvl="0" marL="0" marR="0" rtl="0" algn="l">
              <a:lnSpc>
                <a:spcPct val="121083"/>
              </a:lnSpc>
              <a:spcBef>
                <a:spcPts val="0"/>
              </a:spcBef>
              <a:spcAft>
                <a:spcPts val="0"/>
              </a:spcAft>
              <a:buNone/>
            </a:pPr>
            <a:r>
              <a:rPr b="0" i="1" lang="en-US" sz="1200" u="none" cap="none" strike="noStrike">
                <a:solidFill>
                  <a:srgbClr val="FFFFFF"/>
                </a:solidFill>
                <a:latin typeface="IBM Plex Sans"/>
                <a:ea typeface="IBM Plex Sans"/>
                <a:cs typeface="IBM Plex Sans"/>
                <a:sym typeface="IBM Plex Sans"/>
              </a:rPr>
              <a:t>điện tử </a:t>
            </a:r>
            <a:endParaRPr/>
          </a:p>
        </p:txBody>
      </p:sp>
      <p:sp>
        <p:nvSpPr>
          <p:cNvPr id="157" name="Google Shape;157;p4"/>
          <p:cNvSpPr txBox="1"/>
          <p:nvPr/>
        </p:nvSpPr>
        <p:spPr>
          <a:xfrm>
            <a:off x="3938016" y="1399918"/>
            <a:ext cx="4484675" cy="348942"/>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Calibri"/>
                <a:ea typeface="Calibri"/>
                <a:cs typeface="Calibri"/>
                <a:sym typeface="Calibri"/>
              </a:rPr>
              <a:t>Căn cứ tiền đề ứng dụng giải pháp </a:t>
            </a:r>
            <a:endParaRPr/>
          </a:p>
        </p:txBody>
      </p:sp>
      <p:sp>
        <p:nvSpPr>
          <p:cNvPr id="158" name="Google Shape;158;p4"/>
          <p:cNvSpPr txBox="1"/>
          <p:nvPr/>
        </p:nvSpPr>
        <p:spPr>
          <a:xfrm>
            <a:off x="4061460" y="1765678"/>
            <a:ext cx="4162587" cy="348942"/>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Calibri"/>
                <a:ea typeface="Calibri"/>
                <a:cs typeface="Calibri"/>
                <a:sym typeface="Calibri"/>
              </a:rPr>
              <a:t>trong ngành tài chính ngân hàng</a:t>
            </a:r>
            <a:endParaRPr/>
          </a:p>
        </p:txBody>
      </p:sp>
      <p:pic>
        <p:nvPicPr>
          <p:cNvPr id="159" name="Google Shape;159;p4"/>
          <p:cNvPicPr preferRelativeResize="0"/>
          <p:nvPr/>
        </p:nvPicPr>
        <p:blipFill rotWithShape="1">
          <a:blip r:embed="rId4">
            <a:alphaModFix/>
          </a:blip>
          <a:srcRect b="0" l="0" r="0" t="0"/>
          <a:stretch/>
        </p:blipFill>
        <p:spPr>
          <a:xfrm>
            <a:off x="1003656" y="1190012"/>
            <a:ext cx="17031345" cy="8561703"/>
          </a:xfrm>
          <a:prstGeom prst="rect">
            <a:avLst/>
          </a:prstGeom>
          <a:noFill/>
          <a:ln>
            <a:noFill/>
          </a:ln>
        </p:spPr>
      </p:pic>
      <p:pic>
        <p:nvPicPr>
          <p:cNvPr id="160" name="Google Shape;160;p4"/>
          <p:cNvPicPr preferRelativeResize="0"/>
          <p:nvPr/>
        </p:nvPicPr>
        <p:blipFill rotWithShape="1">
          <a:blip r:embed="rId5">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4" name="Shape 164"/>
        <p:cNvGrpSpPr/>
        <p:nvPr/>
      </p:nvGrpSpPr>
      <p:grpSpPr>
        <a:xfrm>
          <a:off x="0" y="0"/>
          <a:ext cx="0" cy="0"/>
          <a:chOff x="0" y="0"/>
          <a:chExt cx="0" cy="0"/>
        </a:xfrm>
      </p:grpSpPr>
      <p:pic>
        <p:nvPicPr>
          <p:cNvPr id="165" name="Google Shape;165;p5"/>
          <p:cNvPicPr preferRelativeResize="0"/>
          <p:nvPr/>
        </p:nvPicPr>
        <p:blipFill rotWithShape="1">
          <a:blip r:embed="rId3">
            <a:alphaModFix/>
          </a:blip>
          <a:srcRect b="0" l="0" r="0" t="0"/>
          <a:stretch/>
        </p:blipFill>
        <p:spPr>
          <a:xfrm>
            <a:off x="10744200" y="1644505"/>
            <a:ext cx="7401958" cy="8059275"/>
          </a:xfrm>
          <a:prstGeom prst="rect">
            <a:avLst/>
          </a:prstGeom>
          <a:noFill/>
          <a:ln>
            <a:noFill/>
          </a:ln>
        </p:spPr>
      </p:pic>
      <p:grpSp>
        <p:nvGrpSpPr>
          <p:cNvPr id="166" name="Google Shape;166;p5"/>
          <p:cNvGrpSpPr/>
          <p:nvPr/>
        </p:nvGrpSpPr>
        <p:grpSpPr>
          <a:xfrm>
            <a:off x="-2308451" y="-3169495"/>
            <a:ext cx="8057634" cy="8057634"/>
            <a:chOff x="0" y="0"/>
            <a:chExt cx="812800" cy="812800"/>
          </a:xfrm>
        </p:grpSpPr>
        <p:sp>
          <p:nvSpPr>
            <p:cNvPr id="167" name="Google Shape;167;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C25F">
                <a:alpha val="5725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3295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p:txBody>
        </p:sp>
      </p:grpSp>
      <p:sp>
        <p:nvSpPr>
          <p:cNvPr id="169" name="Google Shape;169;p5"/>
          <p:cNvSpPr txBox="1"/>
          <p:nvPr/>
        </p:nvSpPr>
        <p:spPr>
          <a:xfrm>
            <a:off x="392638" y="357963"/>
            <a:ext cx="16449138" cy="828175"/>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i="0" lang="en-US" sz="4499" u="none" cap="none" strike="noStrike">
                <a:solidFill>
                  <a:srgbClr val="16418E"/>
                </a:solidFill>
                <a:latin typeface="Inter"/>
                <a:ea typeface="Inter"/>
                <a:cs typeface="Inter"/>
                <a:sym typeface="Inter"/>
              </a:rPr>
              <a:t>GIẢI PHÁP ĐỊNH DANH, XÁC THỰC KHÁCH HÀNG</a:t>
            </a:r>
            <a:endParaRPr/>
          </a:p>
        </p:txBody>
      </p:sp>
      <p:sp>
        <p:nvSpPr>
          <p:cNvPr id="170" name="Google Shape;170;p5"/>
          <p:cNvSpPr txBox="1"/>
          <p:nvPr/>
        </p:nvSpPr>
        <p:spPr>
          <a:xfrm>
            <a:off x="489931" y="1685563"/>
            <a:ext cx="10825276" cy="277935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2E2E2E"/>
              </a:buClr>
              <a:buSzPts val="3000"/>
              <a:buFont typeface="Calibri"/>
              <a:buNone/>
            </a:pPr>
            <a:r>
              <a:rPr b="1" i="0" lang="en-US" sz="3000" u="none" cap="none" strike="noStrike">
                <a:solidFill>
                  <a:srgbClr val="2E2E2E"/>
                </a:solidFill>
                <a:latin typeface="Calibri"/>
                <a:ea typeface="Calibri"/>
                <a:cs typeface="Calibri"/>
                <a:sym typeface="Calibri"/>
              </a:rPr>
              <a:t>Giải pháp xác minh và định danh sử dụng thẻ Căn cước công dân gắn chip (MK e-ID), do Công ty cổ phần Tập đoàn MK (MK Group) nghiên cứu và phát triển trên nền tảng ứng dụng xác thực thẻ CCCD gắn chip của Bộ Công an.</a:t>
            </a:r>
            <a:endParaRPr/>
          </a:p>
        </p:txBody>
      </p:sp>
      <p:sp>
        <p:nvSpPr>
          <p:cNvPr id="171" name="Google Shape;171;p5"/>
          <p:cNvSpPr/>
          <p:nvPr/>
        </p:nvSpPr>
        <p:spPr>
          <a:xfrm>
            <a:off x="1824883" y="4888139"/>
            <a:ext cx="7848600" cy="5070390"/>
          </a:xfrm>
          <a:custGeom>
            <a:rect b="b" l="l" r="r" t="t"/>
            <a:pathLst>
              <a:path extrusionOk="0" h="4623816" w="6505956">
                <a:moveTo>
                  <a:pt x="0" y="0"/>
                </a:moveTo>
                <a:lnTo>
                  <a:pt x="6505956" y="0"/>
                </a:lnTo>
                <a:lnTo>
                  <a:pt x="6505956" y="4623816"/>
                </a:lnTo>
                <a:lnTo>
                  <a:pt x="0" y="4623816"/>
                </a:lnTo>
                <a:lnTo>
                  <a:pt x="0" y="0"/>
                </a:lnTo>
                <a:close/>
              </a:path>
            </a:pathLst>
          </a:custGeom>
          <a:blipFill rotWithShape="1">
            <a:blip r:embed="rId4">
              <a:alphaModFix/>
            </a:blip>
            <a:stretch>
              <a:fillRect b="0" l="0" r="0" t="0"/>
            </a:stretch>
          </a:blipFill>
          <a:ln>
            <a:noFill/>
          </a:ln>
        </p:spPr>
      </p:sp>
      <p:pic>
        <p:nvPicPr>
          <p:cNvPr id="172" name="Google Shape;172;p5"/>
          <p:cNvPicPr preferRelativeResize="0"/>
          <p:nvPr/>
        </p:nvPicPr>
        <p:blipFill rotWithShape="1">
          <a:blip r:embed="rId5">
            <a:alphaModFix/>
          </a:blip>
          <a:srcRect b="0" l="0" r="0" t="0"/>
          <a:stretch/>
        </p:blipFill>
        <p:spPr>
          <a:xfrm>
            <a:off x="15882196" y="9303563"/>
            <a:ext cx="2263962" cy="8004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6" name="Shape 176"/>
        <p:cNvGrpSpPr/>
        <p:nvPr/>
      </p:nvGrpSpPr>
      <p:grpSpPr>
        <a:xfrm>
          <a:off x="0" y="0"/>
          <a:ext cx="0" cy="0"/>
          <a:chOff x="0" y="0"/>
          <a:chExt cx="0" cy="0"/>
        </a:xfrm>
      </p:grpSpPr>
      <p:sp>
        <p:nvSpPr>
          <p:cNvPr id="177" name="Google Shape;177;p6"/>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8" name="Google Shape;178;p6"/>
          <p:cNvGrpSpPr/>
          <p:nvPr/>
        </p:nvGrpSpPr>
        <p:grpSpPr>
          <a:xfrm>
            <a:off x="-1867766" y="-1648013"/>
            <a:ext cx="3735531" cy="3735531"/>
            <a:chOff x="0" y="0"/>
            <a:chExt cx="812800" cy="812800"/>
          </a:xfrm>
        </p:grpSpPr>
        <p:sp>
          <p:nvSpPr>
            <p:cNvPr id="179" name="Google Shape;179;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181" name="Google Shape;181;p6"/>
          <p:cNvSpPr txBox="1"/>
          <p:nvPr/>
        </p:nvSpPr>
        <p:spPr>
          <a:xfrm>
            <a:off x="13775824" y="6297617"/>
            <a:ext cx="4024811" cy="359650"/>
          </a:xfrm>
          <a:prstGeom prst="rect">
            <a:avLst/>
          </a:prstGeom>
          <a:noFill/>
          <a:ln>
            <a:noFill/>
          </a:ln>
        </p:spPr>
        <p:txBody>
          <a:bodyPr anchorCtr="0" anchor="t" bIns="0" lIns="0" spcFirstLastPara="1" rIns="0" wrap="square" tIns="0">
            <a:spAutoFit/>
          </a:bodyPr>
          <a:lstStyle/>
          <a:p>
            <a:pPr indent="0" lvl="0" marL="0" marR="0" rtl="0" algn="ctr">
              <a:lnSpc>
                <a:spcPct val="151054"/>
              </a:lnSpc>
              <a:spcBef>
                <a:spcPts val="0"/>
              </a:spcBef>
              <a:spcAft>
                <a:spcPts val="0"/>
              </a:spcAft>
              <a:buNone/>
            </a:pPr>
            <a:r>
              <a:rPr b="1" lang="en-US" sz="2039">
                <a:solidFill>
                  <a:srgbClr val="FFFFFF"/>
                </a:solidFill>
                <a:latin typeface="Times New Roman"/>
                <a:ea typeface="Times New Roman"/>
                <a:cs typeface="Times New Roman"/>
                <a:sym typeface="Times New Roman"/>
              </a:rPr>
              <a:t>Ghi sổ tay </a:t>
            </a:r>
            <a:endParaRPr/>
          </a:p>
        </p:txBody>
      </p:sp>
      <p:sp>
        <p:nvSpPr>
          <p:cNvPr id="182" name="Google Shape;182;p6"/>
          <p:cNvSpPr txBox="1"/>
          <p:nvPr/>
        </p:nvSpPr>
        <p:spPr>
          <a:xfrm>
            <a:off x="9389561" y="7375576"/>
            <a:ext cx="3764020" cy="706699"/>
          </a:xfrm>
          <a:prstGeom prst="rect">
            <a:avLst/>
          </a:prstGeom>
          <a:noFill/>
          <a:ln>
            <a:noFill/>
          </a:ln>
        </p:spPr>
        <p:txBody>
          <a:bodyPr anchorCtr="0" anchor="t" bIns="0" lIns="0" spcFirstLastPara="1" rIns="0" wrap="square" tIns="0">
            <a:spAutoFit/>
          </a:bodyPr>
          <a:lstStyle/>
          <a:p>
            <a:pPr indent="0" lvl="0" marL="0" marR="0" rtl="0" algn="ctr">
              <a:lnSpc>
                <a:spcPct val="151008"/>
              </a:lnSpc>
              <a:spcBef>
                <a:spcPts val="0"/>
              </a:spcBef>
              <a:spcAft>
                <a:spcPts val="0"/>
              </a:spcAft>
              <a:buNone/>
            </a:pPr>
            <a:r>
              <a:rPr lang="en-US" sz="1884">
                <a:solidFill>
                  <a:srgbClr val="FFFFFF"/>
                </a:solidFill>
                <a:latin typeface="Times New Roman"/>
                <a:ea typeface="Times New Roman"/>
                <a:cs typeface="Times New Roman"/>
                <a:sym typeface="Times New Roman"/>
              </a:rPr>
              <a:t>Yêu cầu chi phí cao và bảo trì thường xuyên</a:t>
            </a:r>
            <a:endParaRPr/>
          </a:p>
        </p:txBody>
      </p:sp>
      <p:sp>
        <p:nvSpPr>
          <p:cNvPr id="183" name="Google Shape;183;p6"/>
          <p:cNvSpPr txBox="1"/>
          <p:nvPr/>
        </p:nvSpPr>
        <p:spPr>
          <a:xfrm>
            <a:off x="2895600" y="464735"/>
            <a:ext cx="16449138" cy="828175"/>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lang="en-US" sz="4499">
                <a:solidFill>
                  <a:srgbClr val="16418E"/>
                </a:solidFill>
                <a:latin typeface="Inter"/>
                <a:ea typeface="Inter"/>
                <a:cs typeface="Inter"/>
                <a:sym typeface="Inter"/>
              </a:rPr>
              <a:t>CÔNG NGHỆ XÁC THỰC SINH TRẮC HỌC</a:t>
            </a:r>
            <a:endParaRPr/>
          </a:p>
        </p:txBody>
      </p:sp>
      <p:sp>
        <p:nvSpPr>
          <p:cNvPr id="184" name="Google Shape;184;p6"/>
          <p:cNvSpPr txBox="1"/>
          <p:nvPr/>
        </p:nvSpPr>
        <p:spPr>
          <a:xfrm>
            <a:off x="1813806" y="1388227"/>
            <a:ext cx="15151510" cy="208685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2E2E2E"/>
              </a:buClr>
              <a:buSzPts val="3000"/>
              <a:buFont typeface="Times New Roman"/>
              <a:buNone/>
            </a:pPr>
            <a:r>
              <a:rPr b="1" lang="en-US" sz="3000">
                <a:solidFill>
                  <a:srgbClr val="2E2E2E"/>
                </a:solidFill>
                <a:latin typeface="Times New Roman"/>
                <a:ea typeface="Times New Roman"/>
                <a:cs typeface="Times New Roman"/>
                <a:sym typeface="Times New Roman"/>
              </a:rPr>
              <a:t>Giải </a:t>
            </a:r>
            <a:r>
              <a:rPr b="1" lang="en-US" sz="3000">
                <a:solidFill>
                  <a:srgbClr val="2E2E2E"/>
                </a:solidFill>
                <a:latin typeface="Calibri"/>
                <a:ea typeface="Calibri"/>
                <a:cs typeface="Calibri"/>
                <a:sym typeface="Calibri"/>
              </a:rPr>
              <a:t>pháp </a:t>
            </a:r>
            <a:r>
              <a:rPr b="1" i="0" lang="en-US" sz="3000">
                <a:solidFill>
                  <a:srgbClr val="2E2E2E"/>
                </a:solidFill>
                <a:latin typeface="Calibri"/>
                <a:ea typeface="Calibri"/>
                <a:cs typeface="Calibri"/>
                <a:sym typeface="Calibri"/>
              </a:rPr>
              <a:t>ứng dụng công nghệ xác thực sinh trắc học Match-on-Card (MoC), thực hiện việc đối sánh dữ liệu sinh trắc học vân tay/khuôn mặt sống của công dân với vân tay/ khuôn mặt được lưu trữ trong chip của CCCD giúp đơn giản hóa thủ tục, giảm thời gian chờ đợi</a:t>
            </a:r>
            <a:endParaRPr/>
          </a:p>
        </p:txBody>
      </p:sp>
      <p:pic>
        <p:nvPicPr>
          <p:cNvPr id="185" name="Google Shape;185;p6"/>
          <p:cNvPicPr preferRelativeResize="0"/>
          <p:nvPr/>
        </p:nvPicPr>
        <p:blipFill rotWithShape="1">
          <a:blip r:embed="rId4">
            <a:alphaModFix/>
          </a:blip>
          <a:srcRect b="0" l="0" r="0" t="0"/>
          <a:stretch/>
        </p:blipFill>
        <p:spPr>
          <a:xfrm>
            <a:off x="2743200" y="3644891"/>
            <a:ext cx="13602770" cy="6354421"/>
          </a:xfrm>
          <a:prstGeom prst="rect">
            <a:avLst/>
          </a:prstGeom>
          <a:noFill/>
          <a:ln>
            <a:noFill/>
          </a:ln>
        </p:spPr>
      </p:pic>
      <p:pic>
        <p:nvPicPr>
          <p:cNvPr id="186" name="Google Shape;186;p6"/>
          <p:cNvPicPr preferRelativeResize="0"/>
          <p:nvPr/>
        </p:nvPicPr>
        <p:blipFill rotWithShape="1">
          <a:blip r:embed="rId5">
            <a:alphaModFix/>
          </a:blip>
          <a:srcRect b="0" l="0" r="0" t="0"/>
          <a:stretch/>
        </p:blipFill>
        <p:spPr>
          <a:xfrm>
            <a:off x="15833335" y="9279267"/>
            <a:ext cx="2263962" cy="80043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7"/>
          <p:cNvSpPr/>
          <p:nvPr/>
        </p:nvSpPr>
        <p:spPr>
          <a:xfrm>
            <a:off x="15616615" y="7760542"/>
            <a:ext cx="3628368" cy="3623787"/>
          </a:xfrm>
          <a:custGeom>
            <a:rect b="b" l="l" r="r" t="t"/>
            <a:pathLst>
              <a:path extrusionOk="0" h="3623787" w="3628368">
                <a:moveTo>
                  <a:pt x="0" y="0"/>
                </a:moveTo>
                <a:lnTo>
                  <a:pt x="3628368" y="0"/>
                </a:lnTo>
                <a:lnTo>
                  <a:pt x="3628368" y="3623787"/>
                </a:lnTo>
                <a:lnTo>
                  <a:pt x="0" y="3623787"/>
                </a:lnTo>
                <a:lnTo>
                  <a:pt x="0" y="0"/>
                </a:lnTo>
                <a:close/>
              </a:path>
            </a:pathLst>
          </a:custGeom>
          <a:blipFill rotWithShape="1">
            <a:blip r:embed="rId3">
              <a:alphaModFix/>
            </a:blip>
            <a:stretch>
              <a:fillRect b="0" l="0" r="0" t="0"/>
            </a:stretch>
          </a:blipFill>
          <a:ln>
            <a:noFill/>
          </a:ln>
        </p:spPr>
      </p:sp>
      <p:grpSp>
        <p:nvGrpSpPr>
          <p:cNvPr id="192" name="Google Shape;192;p7"/>
          <p:cNvGrpSpPr/>
          <p:nvPr/>
        </p:nvGrpSpPr>
        <p:grpSpPr>
          <a:xfrm>
            <a:off x="-1867766" y="-1648013"/>
            <a:ext cx="3735531" cy="3735531"/>
            <a:chOff x="0" y="0"/>
            <a:chExt cx="812800" cy="812800"/>
          </a:xfrm>
        </p:grpSpPr>
        <p:sp>
          <p:nvSpPr>
            <p:cNvPr id="193" name="Google Shape;193;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195" name="Google Shape;195;p7"/>
          <p:cNvSpPr/>
          <p:nvPr/>
        </p:nvSpPr>
        <p:spPr>
          <a:xfrm>
            <a:off x="4133088" y="880110"/>
            <a:ext cx="8794242" cy="8794242"/>
          </a:xfrm>
          <a:custGeom>
            <a:rect b="b" l="l" r="r" t="t"/>
            <a:pathLst>
              <a:path extrusionOk="0" h="7817104" w="7817104">
                <a:moveTo>
                  <a:pt x="0" y="0"/>
                </a:moveTo>
                <a:lnTo>
                  <a:pt x="0" y="7817104"/>
                </a:lnTo>
                <a:lnTo>
                  <a:pt x="7817104" y="7817104"/>
                </a:lnTo>
                <a:lnTo>
                  <a:pt x="7817104" y="0"/>
                </a:lnTo>
                <a:lnTo>
                  <a:pt x="0" y="0"/>
                </a:lnTo>
                <a:close/>
              </a:path>
            </a:pathLst>
          </a:custGeom>
          <a:blipFill rotWithShape="1">
            <a:blip r:embed="rId4">
              <a:alphaModFix/>
            </a:blip>
            <a:stretch>
              <a:fillRect b="0" l="0" r="0" t="0"/>
            </a:stretch>
          </a:blipFill>
          <a:ln>
            <a:noFill/>
          </a:ln>
        </p:spPr>
      </p:sp>
      <p:sp>
        <p:nvSpPr>
          <p:cNvPr id="196" name="Google Shape;196;p7"/>
          <p:cNvSpPr/>
          <p:nvPr/>
        </p:nvSpPr>
        <p:spPr>
          <a:xfrm>
            <a:off x="6540246" y="5948172"/>
            <a:ext cx="1243584" cy="34290"/>
          </a:xfrm>
          <a:custGeom>
            <a:rect b="b" l="l" r="r" t="t"/>
            <a:pathLst>
              <a:path extrusionOk="0" h="22860" w="829056">
                <a:moveTo>
                  <a:pt x="0" y="0"/>
                </a:moveTo>
                <a:lnTo>
                  <a:pt x="829056" y="0"/>
                </a:lnTo>
                <a:lnTo>
                  <a:pt x="829056" y="22860"/>
                </a:lnTo>
                <a:lnTo>
                  <a:pt x="0" y="22860"/>
                </a:lnTo>
                <a:lnTo>
                  <a:pt x="0" y="0"/>
                </a:lnTo>
                <a:close/>
              </a:path>
            </a:pathLst>
          </a:custGeom>
          <a:blipFill rotWithShape="1">
            <a:blip r:embed="rId5">
              <a:alphaModFix/>
            </a:blip>
            <a:stretch>
              <a:fillRect b="0" l="0" r="0" t="0"/>
            </a:stretch>
          </a:blipFill>
          <a:ln>
            <a:noFill/>
          </a:ln>
        </p:spPr>
      </p:sp>
      <p:sp>
        <p:nvSpPr>
          <p:cNvPr id="197" name="Google Shape;197;p7"/>
          <p:cNvSpPr/>
          <p:nvPr/>
        </p:nvSpPr>
        <p:spPr>
          <a:xfrm>
            <a:off x="4940804" y="6280400"/>
            <a:ext cx="4019546" cy="3169082"/>
          </a:xfrm>
          <a:custGeom>
            <a:rect b="b" l="l" r="r" t="t"/>
            <a:pathLst>
              <a:path extrusionOk="0" h="2112721" w="2679697">
                <a:moveTo>
                  <a:pt x="0" y="0"/>
                </a:moveTo>
                <a:lnTo>
                  <a:pt x="2679697" y="0"/>
                </a:lnTo>
                <a:lnTo>
                  <a:pt x="2679697" y="2112721"/>
                </a:lnTo>
                <a:lnTo>
                  <a:pt x="0" y="2112721"/>
                </a:lnTo>
                <a:lnTo>
                  <a:pt x="0" y="0"/>
                </a:lnTo>
                <a:close/>
              </a:path>
            </a:pathLst>
          </a:custGeom>
          <a:blipFill rotWithShape="1">
            <a:blip r:embed="rId6">
              <a:alphaModFix/>
            </a:blip>
            <a:stretch>
              <a:fillRect b="0" l="0" r="0" t="0"/>
            </a:stretch>
          </a:blipFill>
          <a:ln>
            <a:noFill/>
          </a:ln>
        </p:spPr>
      </p:sp>
      <p:sp>
        <p:nvSpPr>
          <p:cNvPr id="198" name="Google Shape;198;p7"/>
          <p:cNvSpPr/>
          <p:nvPr/>
        </p:nvSpPr>
        <p:spPr>
          <a:xfrm>
            <a:off x="9125712" y="6572250"/>
            <a:ext cx="36576" cy="2912292"/>
          </a:xfrm>
          <a:custGeom>
            <a:rect b="b" l="l" r="r" t="t"/>
            <a:pathLst>
              <a:path extrusionOk="0" h="1941528" w="24384">
                <a:moveTo>
                  <a:pt x="0" y="0"/>
                </a:moveTo>
                <a:lnTo>
                  <a:pt x="24384" y="0"/>
                </a:lnTo>
                <a:lnTo>
                  <a:pt x="24384" y="1941528"/>
                </a:lnTo>
                <a:lnTo>
                  <a:pt x="0" y="1941528"/>
                </a:lnTo>
                <a:lnTo>
                  <a:pt x="0" y="0"/>
                </a:lnTo>
                <a:close/>
              </a:path>
            </a:pathLst>
          </a:custGeom>
          <a:blipFill rotWithShape="1">
            <a:blip r:embed="rId7">
              <a:alphaModFix/>
            </a:blip>
            <a:stretch>
              <a:fillRect b="0" l="0" r="0" t="0"/>
            </a:stretch>
          </a:blipFill>
          <a:ln>
            <a:noFill/>
          </a:ln>
        </p:spPr>
      </p:sp>
      <p:sp>
        <p:nvSpPr>
          <p:cNvPr id="199" name="Google Shape;199;p7"/>
          <p:cNvSpPr/>
          <p:nvPr/>
        </p:nvSpPr>
        <p:spPr>
          <a:xfrm>
            <a:off x="5052676" y="1891280"/>
            <a:ext cx="8182637" cy="3829808"/>
          </a:xfrm>
          <a:custGeom>
            <a:rect b="b" l="l" r="r" t="t"/>
            <a:pathLst>
              <a:path extrusionOk="0" h="2553205" w="5455091">
                <a:moveTo>
                  <a:pt x="0" y="0"/>
                </a:moveTo>
                <a:lnTo>
                  <a:pt x="5455091" y="0"/>
                </a:lnTo>
                <a:lnTo>
                  <a:pt x="5455091" y="2553205"/>
                </a:lnTo>
                <a:lnTo>
                  <a:pt x="0" y="2553205"/>
                </a:lnTo>
                <a:lnTo>
                  <a:pt x="0" y="0"/>
                </a:lnTo>
                <a:close/>
              </a:path>
            </a:pathLst>
          </a:custGeom>
          <a:blipFill rotWithShape="1">
            <a:blip r:embed="rId8">
              <a:alphaModFix/>
            </a:blip>
            <a:stretch>
              <a:fillRect b="0" l="0" r="0" t="0"/>
            </a:stretch>
          </a:blipFill>
          <a:ln>
            <a:noFill/>
          </a:ln>
        </p:spPr>
      </p:sp>
      <p:sp>
        <p:nvSpPr>
          <p:cNvPr id="200" name="Google Shape;200;p7"/>
          <p:cNvSpPr/>
          <p:nvPr/>
        </p:nvSpPr>
        <p:spPr>
          <a:xfrm>
            <a:off x="9455654" y="6280400"/>
            <a:ext cx="3726938" cy="3246878"/>
          </a:xfrm>
          <a:custGeom>
            <a:rect b="b" l="l" r="r" t="t"/>
            <a:pathLst>
              <a:path extrusionOk="0" h="2164585" w="2484625">
                <a:moveTo>
                  <a:pt x="0" y="0"/>
                </a:moveTo>
                <a:lnTo>
                  <a:pt x="2484625" y="0"/>
                </a:lnTo>
                <a:lnTo>
                  <a:pt x="2484625" y="2164585"/>
                </a:lnTo>
                <a:lnTo>
                  <a:pt x="0" y="2164585"/>
                </a:lnTo>
                <a:lnTo>
                  <a:pt x="0" y="0"/>
                </a:lnTo>
                <a:close/>
              </a:path>
            </a:pathLst>
          </a:custGeom>
          <a:blipFill rotWithShape="1">
            <a:blip r:embed="rId9">
              <a:alphaModFix/>
            </a:blip>
            <a:stretch>
              <a:fillRect b="0" l="0" r="0" t="0"/>
            </a:stretch>
          </a:blipFill>
          <a:ln>
            <a:noFill/>
          </a:ln>
        </p:spPr>
      </p:sp>
      <p:sp>
        <p:nvSpPr>
          <p:cNvPr id="201" name="Google Shape;201;p7"/>
          <p:cNvSpPr/>
          <p:nvPr/>
        </p:nvSpPr>
        <p:spPr>
          <a:xfrm>
            <a:off x="10506456" y="5948172"/>
            <a:ext cx="1241298" cy="34290"/>
          </a:xfrm>
          <a:custGeom>
            <a:rect b="b" l="l" r="r" t="t"/>
            <a:pathLst>
              <a:path extrusionOk="0" h="22860" w="827532">
                <a:moveTo>
                  <a:pt x="0" y="0"/>
                </a:moveTo>
                <a:lnTo>
                  <a:pt x="827532" y="0"/>
                </a:lnTo>
                <a:lnTo>
                  <a:pt x="827532" y="22860"/>
                </a:lnTo>
                <a:lnTo>
                  <a:pt x="0" y="22860"/>
                </a:lnTo>
                <a:lnTo>
                  <a:pt x="0" y="0"/>
                </a:lnTo>
                <a:close/>
              </a:path>
            </a:pathLst>
          </a:custGeom>
          <a:blipFill rotWithShape="1">
            <a:blip r:embed="rId10">
              <a:alphaModFix/>
            </a:blip>
            <a:stretch>
              <a:fillRect b="0" l="0" r="0" t="0"/>
            </a:stretch>
          </a:blipFill>
          <a:ln>
            <a:noFill/>
          </a:ln>
        </p:spPr>
      </p:sp>
      <p:sp>
        <p:nvSpPr>
          <p:cNvPr id="202" name="Google Shape;202;p7"/>
          <p:cNvSpPr/>
          <p:nvPr/>
        </p:nvSpPr>
        <p:spPr>
          <a:xfrm>
            <a:off x="14838426" y="8371332"/>
            <a:ext cx="192024" cy="192024"/>
          </a:xfrm>
          <a:custGeom>
            <a:rect b="b" l="l" r="r" t="t"/>
            <a:pathLst>
              <a:path extrusionOk="0" h="128016" w="128016">
                <a:moveTo>
                  <a:pt x="0" y="0"/>
                </a:moveTo>
                <a:lnTo>
                  <a:pt x="128016" y="0"/>
                </a:lnTo>
                <a:lnTo>
                  <a:pt x="128016" y="128016"/>
                </a:lnTo>
                <a:lnTo>
                  <a:pt x="0" y="128016"/>
                </a:lnTo>
                <a:lnTo>
                  <a:pt x="0" y="0"/>
                </a:lnTo>
                <a:close/>
              </a:path>
            </a:pathLst>
          </a:custGeom>
          <a:blipFill rotWithShape="1">
            <a:blip r:embed="rId11">
              <a:alphaModFix/>
            </a:blip>
            <a:stretch>
              <a:fillRect b="0" l="0" r="0" t="0"/>
            </a:stretch>
          </a:blipFill>
          <a:ln>
            <a:noFill/>
          </a:ln>
        </p:spPr>
      </p:sp>
      <p:sp>
        <p:nvSpPr>
          <p:cNvPr id="203" name="Google Shape;203;p7"/>
          <p:cNvSpPr/>
          <p:nvPr/>
        </p:nvSpPr>
        <p:spPr>
          <a:xfrm>
            <a:off x="14984730" y="7066026"/>
            <a:ext cx="189738" cy="189738"/>
          </a:xfrm>
          <a:custGeom>
            <a:rect b="b" l="l" r="r" t="t"/>
            <a:pathLst>
              <a:path extrusionOk="0" h="126492" w="126492">
                <a:moveTo>
                  <a:pt x="0" y="0"/>
                </a:moveTo>
                <a:lnTo>
                  <a:pt x="126492" y="0"/>
                </a:lnTo>
                <a:lnTo>
                  <a:pt x="126492" y="126492"/>
                </a:lnTo>
                <a:lnTo>
                  <a:pt x="0" y="126492"/>
                </a:lnTo>
                <a:lnTo>
                  <a:pt x="0" y="0"/>
                </a:lnTo>
                <a:close/>
              </a:path>
            </a:pathLst>
          </a:custGeom>
          <a:blipFill rotWithShape="1">
            <a:blip r:embed="rId12">
              <a:alphaModFix/>
            </a:blip>
            <a:stretch>
              <a:fillRect b="0" l="0" r="0" t="0"/>
            </a:stretch>
          </a:blipFill>
          <a:ln>
            <a:noFill/>
          </a:ln>
        </p:spPr>
      </p:sp>
      <p:sp>
        <p:nvSpPr>
          <p:cNvPr id="204" name="Google Shape;204;p7"/>
          <p:cNvSpPr/>
          <p:nvPr/>
        </p:nvSpPr>
        <p:spPr>
          <a:xfrm>
            <a:off x="5017770" y="3442659"/>
            <a:ext cx="1077963" cy="636708"/>
          </a:xfrm>
          <a:custGeom>
            <a:rect b="b" l="l" r="r" t="t"/>
            <a:pathLst>
              <a:path extrusionOk="0" h="424472" w="718642">
                <a:moveTo>
                  <a:pt x="0" y="0"/>
                </a:moveTo>
                <a:lnTo>
                  <a:pt x="718642" y="0"/>
                </a:lnTo>
                <a:lnTo>
                  <a:pt x="718642" y="424472"/>
                </a:lnTo>
                <a:lnTo>
                  <a:pt x="0" y="424472"/>
                </a:lnTo>
                <a:lnTo>
                  <a:pt x="0" y="0"/>
                </a:lnTo>
                <a:close/>
              </a:path>
            </a:pathLst>
          </a:custGeom>
          <a:blipFill rotWithShape="1">
            <a:blip r:embed="rId13">
              <a:alphaModFix/>
            </a:blip>
            <a:stretch>
              <a:fillRect b="0" l="0" r="0" t="0"/>
            </a:stretch>
          </a:blipFill>
          <a:ln>
            <a:noFill/>
          </a:ln>
        </p:spPr>
      </p:sp>
      <p:sp>
        <p:nvSpPr>
          <p:cNvPr id="205" name="Google Shape;205;p7"/>
          <p:cNvSpPr/>
          <p:nvPr/>
        </p:nvSpPr>
        <p:spPr>
          <a:xfrm>
            <a:off x="5538978" y="3435858"/>
            <a:ext cx="187452" cy="192024"/>
          </a:xfrm>
          <a:custGeom>
            <a:rect b="b" l="l" r="r" t="t"/>
            <a:pathLst>
              <a:path extrusionOk="0" h="128016" w="124968">
                <a:moveTo>
                  <a:pt x="0" y="0"/>
                </a:moveTo>
                <a:lnTo>
                  <a:pt x="124968" y="0"/>
                </a:lnTo>
                <a:lnTo>
                  <a:pt x="124968" y="128016"/>
                </a:lnTo>
                <a:lnTo>
                  <a:pt x="0" y="128016"/>
                </a:lnTo>
                <a:lnTo>
                  <a:pt x="0" y="0"/>
                </a:lnTo>
                <a:close/>
              </a:path>
            </a:pathLst>
          </a:custGeom>
          <a:blipFill rotWithShape="1">
            <a:blip r:embed="rId14">
              <a:alphaModFix/>
            </a:blip>
            <a:stretch>
              <a:fillRect b="0" l="0" r="0" t="0"/>
            </a:stretch>
          </a:blipFill>
          <a:ln>
            <a:noFill/>
          </a:ln>
        </p:spPr>
      </p:sp>
      <p:sp>
        <p:nvSpPr>
          <p:cNvPr id="206" name="Google Shape;206;p7"/>
          <p:cNvSpPr/>
          <p:nvPr/>
        </p:nvSpPr>
        <p:spPr>
          <a:xfrm>
            <a:off x="5987034" y="3440430"/>
            <a:ext cx="189738" cy="192024"/>
          </a:xfrm>
          <a:custGeom>
            <a:rect b="b" l="l" r="r" t="t"/>
            <a:pathLst>
              <a:path extrusionOk="0" h="128016" w="126492">
                <a:moveTo>
                  <a:pt x="0" y="0"/>
                </a:moveTo>
                <a:lnTo>
                  <a:pt x="126492" y="0"/>
                </a:lnTo>
                <a:lnTo>
                  <a:pt x="126492" y="128016"/>
                </a:lnTo>
                <a:lnTo>
                  <a:pt x="0" y="128016"/>
                </a:lnTo>
                <a:lnTo>
                  <a:pt x="0" y="0"/>
                </a:lnTo>
                <a:close/>
              </a:path>
            </a:pathLst>
          </a:custGeom>
          <a:blipFill rotWithShape="1">
            <a:blip r:embed="rId15">
              <a:alphaModFix/>
            </a:blip>
            <a:stretch>
              <a:fillRect b="0" l="0" r="0" t="0"/>
            </a:stretch>
          </a:blipFill>
          <a:ln>
            <a:noFill/>
          </a:ln>
        </p:spPr>
      </p:sp>
      <p:sp>
        <p:nvSpPr>
          <p:cNvPr id="207" name="Google Shape;207;p7"/>
          <p:cNvSpPr/>
          <p:nvPr/>
        </p:nvSpPr>
        <p:spPr>
          <a:xfrm>
            <a:off x="5132070" y="2269998"/>
            <a:ext cx="2190945" cy="2186559"/>
          </a:xfrm>
          <a:custGeom>
            <a:rect b="b" l="l" r="r" t="t"/>
            <a:pathLst>
              <a:path extrusionOk="0" h="1457706" w="1460630">
                <a:moveTo>
                  <a:pt x="0" y="0"/>
                </a:moveTo>
                <a:lnTo>
                  <a:pt x="1460630" y="0"/>
                </a:lnTo>
                <a:lnTo>
                  <a:pt x="1460630" y="1457706"/>
                </a:lnTo>
                <a:lnTo>
                  <a:pt x="0" y="1457706"/>
                </a:lnTo>
                <a:lnTo>
                  <a:pt x="0" y="0"/>
                </a:lnTo>
                <a:close/>
              </a:path>
            </a:pathLst>
          </a:custGeom>
          <a:blipFill rotWithShape="1">
            <a:blip r:embed="rId16">
              <a:alphaModFix/>
            </a:blip>
            <a:stretch>
              <a:fillRect b="0" l="0" r="0" t="0"/>
            </a:stretch>
          </a:blipFill>
          <a:ln>
            <a:noFill/>
          </a:ln>
        </p:spPr>
      </p:sp>
      <p:sp>
        <p:nvSpPr>
          <p:cNvPr id="208" name="Google Shape;208;p7"/>
          <p:cNvSpPr/>
          <p:nvPr/>
        </p:nvSpPr>
        <p:spPr>
          <a:xfrm>
            <a:off x="5653421" y="2263140"/>
            <a:ext cx="1750791" cy="1746504"/>
          </a:xfrm>
          <a:custGeom>
            <a:rect b="b" l="l" r="r" t="t"/>
            <a:pathLst>
              <a:path extrusionOk="0" h="1164336" w="1167194">
                <a:moveTo>
                  <a:pt x="0" y="0"/>
                </a:moveTo>
                <a:lnTo>
                  <a:pt x="1167194" y="0"/>
                </a:lnTo>
                <a:lnTo>
                  <a:pt x="1167194" y="1164336"/>
                </a:lnTo>
                <a:lnTo>
                  <a:pt x="0" y="1164336"/>
                </a:lnTo>
                <a:lnTo>
                  <a:pt x="0" y="0"/>
                </a:lnTo>
                <a:close/>
              </a:path>
            </a:pathLst>
          </a:custGeom>
          <a:blipFill rotWithShape="1">
            <a:blip r:embed="rId17">
              <a:alphaModFix/>
            </a:blip>
            <a:stretch>
              <a:fillRect b="0" l="0" r="0" t="0"/>
            </a:stretch>
          </a:blipFill>
          <a:ln>
            <a:noFill/>
          </a:ln>
        </p:spPr>
      </p:sp>
      <p:sp>
        <p:nvSpPr>
          <p:cNvPr id="209" name="Google Shape;209;p7"/>
          <p:cNvSpPr/>
          <p:nvPr/>
        </p:nvSpPr>
        <p:spPr>
          <a:xfrm>
            <a:off x="5417820" y="2745558"/>
            <a:ext cx="1265115" cy="1345425"/>
          </a:xfrm>
          <a:custGeom>
            <a:rect b="b" l="l" r="r" t="t"/>
            <a:pathLst>
              <a:path extrusionOk="0" h="896950" w="843410">
                <a:moveTo>
                  <a:pt x="0" y="0"/>
                </a:moveTo>
                <a:lnTo>
                  <a:pt x="843410" y="0"/>
                </a:lnTo>
                <a:lnTo>
                  <a:pt x="843410" y="896950"/>
                </a:lnTo>
                <a:lnTo>
                  <a:pt x="0" y="896950"/>
                </a:lnTo>
                <a:lnTo>
                  <a:pt x="0" y="0"/>
                </a:lnTo>
                <a:close/>
              </a:path>
            </a:pathLst>
          </a:custGeom>
          <a:blipFill rotWithShape="1">
            <a:blip r:embed="rId18">
              <a:alphaModFix/>
            </a:blip>
            <a:stretch>
              <a:fillRect b="0" l="0" r="0" t="0"/>
            </a:stretch>
          </a:blipFill>
          <a:ln>
            <a:noFill/>
          </a:ln>
        </p:spPr>
      </p:sp>
      <p:sp>
        <p:nvSpPr>
          <p:cNvPr id="210" name="Google Shape;210;p7"/>
          <p:cNvSpPr/>
          <p:nvPr/>
        </p:nvSpPr>
        <p:spPr>
          <a:xfrm>
            <a:off x="5939028" y="2738628"/>
            <a:ext cx="825246" cy="905256"/>
          </a:xfrm>
          <a:custGeom>
            <a:rect b="b" l="l" r="r" t="t"/>
            <a:pathLst>
              <a:path extrusionOk="0" h="603504" w="550164">
                <a:moveTo>
                  <a:pt x="0" y="0"/>
                </a:moveTo>
                <a:lnTo>
                  <a:pt x="550164" y="0"/>
                </a:lnTo>
                <a:lnTo>
                  <a:pt x="550164" y="603504"/>
                </a:lnTo>
                <a:lnTo>
                  <a:pt x="0" y="603504"/>
                </a:lnTo>
                <a:lnTo>
                  <a:pt x="0" y="0"/>
                </a:lnTo>
                <a:close/>
              </a:path>
            </a:pathLst>
          </a:custGeom>
          <a:blipFill rotWithShape="1">
            <a:blip r:embed="rId19">
              <a:alphaModFix/>
            </a:blip>
            <a:stretch>
              <a:fillRect b="0" l="0" r="0" t="0"/>
            </a:stretch>
          </a:blipFill>
          <a:ln>
            <a:noFill/>
          </a:ln>
        </p:spPr>
      </p:sp>
      <p:sp>
        <p:nvSpPr>
          <p:cNvPr id="211" name="Google Shape;211;p7"/>
          <p:cNvSpPr/>
          <p:nvPr/>
        </p:nvSpPr>
        <p:spPr>
          <a:xfrm>
            <a:off x="5692141" y="2701952"/>
            <a:ext cx="1054832" cy="1189763"/>
          </a:xfrm>
          <a:custGeom>
            <a:rect b="b" l="l" r="r" t="t"/>
            <a:pathLst>
              <a:path extrusionOk="0" h="793175" w="703221">
                <a:moveTo>
                  <a:pt x="0" y="0"/>
                </a:moveTo>
                <a:lnTo>
                  <a:pt x="703221" y="0"/>
                </a:lnTo>
                <a:lnTo>
                  <a:pt x="703221" y="793176"/>
                </a:lnTo>
                <a:lnTo>
                  <a:pt x="0" y="793176"/>
                </a:lnTo>
                <a:lnTo>
                  <a:pt x="0" y="0"/>
                </a:lnTo>
                <a:close/>
              </a:path>
            </a:pathLst>
          </a:custGeom>
          <a:blipFill rotWithShape="1">
            <a:blip r:embed="rId20">
              <a:alphaModFix/>
            </a:blip>
            <a:stretch>
              <a:fillRect b="0" l="0" r="0" t="0"/>
            </a:stretch>
          </a:blipFill>
          <a:ln>
            <a:noFill/>
          </a:ln>
        </p:spPr>
      </p:sp>
      <p:sp>
        <p:nvSpPr>
          <p:cNvPr id="212" name="Google Shape;212;p7"/>
          <p:cNvSpPr/>
          <p:nvPr/>
        </p:nvSpPr>
        <p:spPr>
          <a:xfrm>
            <a:off x="6213348" y="2695194"/>
            <a:ext cx="614934" cy="749808"/>
          </a:xfrm>
          <a:custGeom>
            <a:rect b="b" l="l" r="r" t="t"/>
            <a:pathLst>
              <a:path extrusionOk="0" h="499872" w="409956">
                <a:moveTo>
                  <a:pt x="0" y="0"/>
                </a:moveTo>
                <a:lnTo>
                  <a:pt x="409956" y="0"/>
                </a:lnTo>
                <a:lnTo>
                  <a:pt x="409956" y="499872"/>
                </a:lnTo>
                <a:lnTo>
                  <a:pt x="0" y="499872"/>
                </a:lnTo>
                <a:lnTo>
                  <a:pt x="0" y="0"/>
                </a:lnTo>
                <a:close/>
              </a:path>
            </a:pathLst>
          </a:custGeom>
          <a:blipFill rotWithShape="1">
            <a:blip r:embed="rId21">
              <a:alphaModFix/>
            </a:blip>
            <a:stretch>
              <a:fillRect b="0" l="0" r="0" t="0"/>
            </a:stretch>
          </a:blipFill>
          <a:ln>
            <a:noFill/>
          </a:ln>
        </p:spPr>
      </p:sp>
      <p:sp>
        <p:nvSpPr>
          <p:cNvPr id="213" name="Google Shape;213;p7"/>
          <p:cNvSpPr/>
          <p:nvPr/>
        </p:nvSpPr>
        <p:spPr>
          <a:xfrm>
            <a:off x="6144768" y="3127305"/>
            <a:ext cx="705174" cy="705174"/>
          </a:xfrm>
          <a:custGeom>
            <a:rect b="b" l="l" r="r" t="t"/>
            <a:pathLst>
              <a:path extrusionOk="0" h="470116" w="470116">
                <a:moveTo>
                  <a:pt x="0" y="0"/>
                </a:moveTo>
                <a:lnTo>
                  <a:pt x="470116" y="0"/>
                </a:lnTo>
                <a:lnTo>
                  <a:pt x="470116" y="470116"/>
                </a:lnTo>
                <a:lnTo>
                  <a:pt x="0" y="470116"/>
                </a:lnTo>
                <a:lnTo>
                  <a:pt x="0" y="0"/>
                </a:lnTo>
                <a:close/>
              </a:path>
            </a:pathLst>
          </a:custGeom>
          <a:blipFill rotWithShape="1">
            <a:blip r:embed="rId22">
              <a:alphaModFix/>
            </a:blip>
            <a:stretch>
              <a:fillRect b="0" l="0" r="0" t="0"/>
            </a:stretch>
          </a:blipFill>
          <a:ln>
            <a:noFill/>
          </a:ln>
        </p:spPr>
      </p:sp>
      <p:sp>
        <p:nvSpPr>
          <p:cNvPr id="214" name="Google Shape;214;p7"/>
          <p:cNvSpPr/>
          <p:nvPr/>
        </p:nvSpPr>
        <p:spPr>
          <a:xfrm>
            <a:off x="6664590" y="3120390"/>
            <a:ext cx="265647" cy="265176"/>
          </a:xfrm>
          <a:custGeom>
            <a:rect b="b" l="l" r="r" t="t"/>
            <a:pathLst>
              <a:path extrusionOk="0" h="176784" w="177098">
                <a:moveTo>
                  <a:pt x="0" y="0"/>
                </a:moveTo>
                <a:lnTo>
                  <a:pt x="177098" y="0"/>
                </a:lnTo>
                <a:lnTo>
                  <a:pt x="177098" y="176784"/>
                </a:lnTo>
                <a:lnTo>
                  <a:pt x="0" y="176784"/>
                </a:lnTo>
                <a:lnTo>
                  <a:pt x="0" y="0"/>
                </a:lnTo>
                <a:close/>
              </a:path>
            </a:pathLst>
          </a:custGeom>
          <a:blipFill rotWithShape="1">
            <a:blip r:embed="rId23">
              <a:alphaModFix/>
            </a:blip>
            <a:stretch>
              <a:fillRect b="0" l="0" r="0" t="0"/>
            </a:stretch>
          </a:blipFill>
          <a:ln>
            <a:noFill/>
          </a:ln>
        </p:spPr>
      </p:sp>
      <p:sp>
        <p:nvSpPr>
          <p:cNvPr id="215" name="Google Shape;215;p7"/>
          <p:cNvSpPr/>
          <p:nvPr/>
        </p:nvSpPr>
        <p:spPr>
          <a:xfrm>
            <a:off x="6256782" y="3236976"/>
            <a:ext cx="780483" cy="780483"/>
          </a:xfrm>
          <a:custGeom>
            <a:rect b="b" l="l" r="r" t="t"/>
            <a:pathLst>
              <a:path extrusionOk="0" h="520322" w="520322">
                <a:moveTo>
                  <a:pt x="0" y="0"/>
                </a:moveTo>
                <a:lnTo>
                  <a:pt x="520322" y="0"/>
                </a:lnTo>
                <a:lnTo>
                  <a:pt x="520322" y="520322"/>
                </a:lnTo>
                <a:lnTo>
                  <a:pt x="0" y="520322"/>
                </a:lnTo>
                <a:lnTo>
                  <a:pt x="0" y="0"/>
                </a:lnTo>
                <a:close/>
              </a:path>
            </a:pathLst>
          </a:custGeom>
          <a:blipFill rotWithShape="1">
            <a:blip r:embed="rId24">
              <a:alphaModFix/>
            </a:blip>
            <a:stretch>
              <a:fillRect b="0" l="0" r="0" t="0"/>
            </a:stretch>
          </a:blipFill>
          <a:ln>
            <a:noFill/>
          </a:ln>
        </p:spPr>
      </p:sp>
      <p:sp>
        <p:nvSpPr>
          <p:cNvPr id="216" name="Google Shape;216;p7"/>
          <p:cNvSpPr/>
          <p:nvPr/>
        </p:nvSpPr>
        <p:spPr>
          <a:xfrm>
            <a:off x="6778034" y="3230118"/>
            <a:ext cx="340514" cy="340614"/>
          </a:xfrm>
          <a:custGeom>
            <a:rect b="b" l="l" r="r" t="t"/>
            <a:pathLst>
              <a:path extrusionOk="0" h="227076" w="227009">
                <a:moveTo>
                  <a:pt x="0" y="0"/>
                </a:moveTo>
                <a:lnTo>
                  <a:pt x="227009" y="0"/>
                </a:lnTo>
                <a:lnTo>
                  <a:pt x="227009" y="227076"/>
                </a:lnTo>
                <a:lnTo>
                  <a:pt x="0" y="227076"/>
                </a:lnTo>
                <a:lnTo>
                  <a:pt x="0" y="0"/>
                </a:lnTo>
                <a:close/>
              </a:path>
            </a:pathLst>
          </a:custGeom>
          <a:blipFill rotWithShape="1">
            <a:blip r:embed="rId25">
              <a:alphaModFix/>
            </a:blip>
            <a:stretch>
              <a:fillRect b="0" l="0" r="0" t="0"/>
            </a:stretch>
          </a:blipFill>
          <a:ln>
            <a:noFill/>
          </a:ln>
        </p:spPr>
      </p:sp>
      <p:sp>
        <p:nvSpPr>
          <p:cNvPr id="217" name="Google Shape;217;p7"/>
          <p:cNvSpPr/>
          <p:nvPr/>
        </p:nvSpPr>
        <p:spPr>
          <a:xfrm>
            <a:off x="5909310" y="2784405"/>
            <a:ext cx="595632" cy="595632"/>
          </a:xfrm>
          <a:custGeom>
            <a:rect b="b" l="l" r="r" t="t"/>
            <a:pathLst>
              <a:path extrusionOk="0" h="397088" w="397088">
                <a:moveTo>
                  <a:pt x="0" y="0"/>
                </a:moveTo>
                <a:lnTo>
                  <a:pt x="397088" y="0"/>
                </a:lnTo>
                <a:lnTo>
                  <a:pt x="397088" y="397088"/>
                </a:lnTo>
                <a:lnTo>
                  <a:pt x="0" y="397088"/>
                </a:lnTo>
                <a:lnTo>
                  <a:pt x="0" y="0"/>
                </a:lnTo>
                <a:close/>
              </a:path>
            </a:pathLst>
          </a:custGeom>
          <a:blipFill rotWithShape="1">
            <a:blip r:embed="rId26">
              <a:alphaModFix/>
            </a:blip>
            <a:stretch>
              <a:fillRect b="0" l="0" r="0" t="0"/>
            </a:stretch>
          </a:blipFill>
          <a:ln>
            <a:noFill/>
          </a:ln>
        </p:spPr>
      </p:sp>
      <p:sp>
        <p:nvSpPr>
          <p:cNvPr id="218" name="Google Shape;218;p7"/>
          <p:cNvSpPr/>
          <p:nvPr/>
        </p:nvSpPr>
        <p:spPr>
          <a:xfrm>
            <a:off x="6430518" y="2777490"/>
            <a:ext cx="155448" cy="155448"/>
          </a:xfrm>
          <a:custGeom>
            <a:rect b="b" l="l" r="r" t="t"/>
            <a:pathLst>
              <a:path extrusionOk="0" h="103632" w="103632">
                <a:moveTo>
                  <a:pt x="0" y="0"/>
                </a:moveTo>
                <a:lnTo>
                  <a:pt x="103632" y="0"/>
                </a:lnTo>
                <a:lnTo>
                  <a:pt x="103632" y="103632"/>
                </a:lnTo>
                <a:lnTo>
                  <a:pt x="0" y="103632"/>
                </a:lnTo>
                <a:lnTo>
                  <a:pt x="0" y="0"/>
                </a:lnTo>
                <a:close/>
              </a:path>
            </a:pathLst>
          </a:custGeom>
          <a:blipFill rotWithShape="1">
            <a:blip r:embed="rId27">
              <a:alphaModFix/>
            </a:blip>
            <a:stretch>
              <a:fillRect b="0" l="0" r="0" t="0"/>
            </a:stretch>
          </a:blipFill>
          <a:ln>
            <a:noFill/>
          </a:ln>
        </p:spPr>
      </p:sp>
      <p:sp>
        <p:nvSpPr>
          <p:cNvPr id="219" name="Google Shape;219;p7"/>
          <p:cNvSpPr/>
          <p:nvPr/>
        </p:nvSpPr>
        <p:spPr>
          <a:xfrm>
            <a:off x="5845302" y="2935152"/>
            <a:ext cx="721590" cy="638823"/>
          </a:xfrm>
          <a:custGeom>
            <a:rect b="b" l="l" r="r" t="t"/>
            <a:pathLst>
              <a:path extrusionOk="0" h="425882" w="481060">
                <a:moveTo>
                  <a:pt x="0" y="0"/>
                </a:moveTo>
                <a:lnTo>
                  <a:pt x="481060" y="0"/>
                </a:lnTo>
                <a:lnTo>
                  <a:pt x="481060" y="425882"/>
                </a:lnTo>
                <a:lnTo>
                  <a:pt x="0" y="425882"/>
                </a:lnTo>
                <a:lnTo>
                  <a:pt x="0" y="0"/>
                </a:lnTo>
                <a:close/>
              </a:path>
            </a:pathLst>
          </a:custGeom>
          <a:blipFill rotWithShape="1">
            <a:blip r:embed="rId28">
              <a:alphaModFix/>
            </a:blip>
            <a:stretch>
              <a:fillRect b="0" l="0" r="0" t="0"/>
            </a:stretch>
          </a:blipFill>
          <a:ln>
            <a:noFill/>
          </a:ln>
        </p:spPr>
      </p:sp>
      <p:sp>
        <p:nvSpPr>
          <p:cNvPr id="220" name="Google Shape;220;p7"/>
          <p:cNvSpPr/>
          <p:nvPr/>
        </p:nvSpPr>
        <p:spPr>
          <a:xfrm>
            <a:off x="6366510" y="2928366"/>
            <a:ext cx="281178" cy="198882"/>
          </a:xfrm>
          <a:custGeom>
            <a:rect b="b" l="l" r="r" t="t"/>
            <a:pathLst>
              <a:path extrusionOk="0" h="132588" w="187452">
                <a:moveTo>
                  <a:pt x="0" y="0"/>
                </a:moveTo>
                <a:lnTo>
                  <a:pt x="187452" y="0"/>
                </a:lnTo>
                <a:lnTo>
                  <a:pt x="187452" y="132588"/>
                </a:lnTo>
                <a:lnTo>
                  <a:pt x="0" y="132588"/>
                </a:lnTo>
                <a:lnTo>
                  <a:pt x="0" y="0"/>
                </a:lnTo>
                <a:close/>
              </a:path>
            </a:pathLst>
          </a:custGeom>
          <a:blipFill rotWithShape="1">
            <a:blip r:embed="rId29">
              <a:alphaModFix/>
            </a:blip>
            <a:stretch>
              <a:fillRect b="0" l="0" r="0" t="0"/>
            </a:stretch>
          </a:blipFill>
          <a:ln>
            <a:noFill/>
          </a:ln>
        </p:spPr>
      </p:sp>
      <p:sp>
        <p:nvSpPr>
          <p:cNvPr id="221" name="Google Shape;221;p7"/>
          <p:cNvSpPr/>
          <p:nvPr/>
        </p:nvSpPr>
        <p:spPr>
          <a:xfrm>
            <a:off x="5767578" y="3182056"/>
            <a:ext cx="885597" cy="627179"/>
          </a:xfrm>
          <a:custGeom>
            <a:rect b="b" l="l" r="r" t="t"/>
            <a:pathLst>
              <a:path extrusionOk="0" h="418119" w="590398">
                <a:moveTo>
                  <a:pt x="0" y="0"/>
                </a:moveTo>
                <a:lnTo>
                  <a:pt x="590398" y="0"/>
                </a:lnTo>
                <a:lnTo>
                  <a:pt x="590398" y="418119"/>
                </a:lnTo>
                <a:lnTo>
                  <a:pt x="0" y="418119"/>
                </a:lnTo>
                <a:lnTo>
                  <a:pt x="0" y="0"/>
                </a:lnTo>
                <a:close/>
              </a:path>
            </a:pathLst>
          </a:custGeom>
          <a:blipFill rotWithShape="1">
            <a:blip r:embed="rId30">
              <a:alphaModFix/>
            </a:blip>
            <a:stretch>
              <a:fillRect b="0" l="0" r="0" t="0"/>
            </a:stretch>
          </a:blipFill>
          <a:ln>
            <a:noFill/>
          </a:ln>
        </p:spPr>
      </p:sp>
      <p:sp>
        <p:nvSpPr>
          <p:cNvPr id="222" name="Google Shape;222;p7"/>
          <p:cNvSpPr/>
          <p:nvPr/>
        </p:nvSpPr>
        <p:spPr>
          <a:xfrm>
            <a:off x="6193532" y="3080000"/>
            <a:ext cx="636266" cy="377948"/>
          </a:xfrm>
          <a:custGeom>
            <a:rect b="b" l="l" r="r" t="t"/>
            <a:pathLst>
              <a:path extrusionOk="0" h="251965" w="424177">
                <a:moveTo>
                  <a:pt x="0" y="0"/>
                </a:moveTo>
                <a:lnTo>
                  <a:pt x="424177" y="0"/>
                </a:lnTo>
                <a:lnTo>
                  <a:pt x="424177" y="251965"/>
                </a:lnTo>
                <a:lnTo>
                  <a:pt x="0" y="251965"/>
                </a:lnTo>
                <a:lnTo>
                  <a:pt x="0" y="0"/>
                </a:lnTo>
                <a:close/>
              </a:path>
            </a:pathLst>
          </a:custGeom>
          <a:blipFill rotWithShape="1">
            <a:blip r:embed="rId31">
              <a:alphaModFix/>
            </a:blip>
            <a:stretch>
              <a:fillRect b="0" l="0" r="0" t="0"/>
            </a:stretch>
          </a:blipFill>
          <a:ln>
            <a:noFill/>
          </a:ln>
        </p:spPr>
      </p:sp>
      <p:sp>
        <p:nvSpPr>
          <p:cNvPr id="223" name="Google Shape;223;p7"/>
          <p:cNvSpPr/>
          <p:nvPr/>
        </p:nvSpPr>
        <p:spPr>
          <a:xfrm>
            <a:off x="5650993" y="2635686"/>
            <a:ext cx="1089122" cy="1086879"/>
          </a:xfrm>
          <a:custGeom>
            <a:rect b="b" l="l" r="r" t="t"/>
            <a:pathLst>
              <a:path extrusionOk="0" h="724586" w="726081">
                <a:moveTo>
                  <a:pt x="0" y="0"/>
                </a:moveTo>
                <a:lnTo>
                  <a:pt x="726081" y="0"/>
                </a:lnTo>
                <a:lnTo>
                  <a:pt x="726081" y="724586"/>
                </a:lnTo>
                <a:lnTo>
                  <a:pt x="0" y="724586"/>
                </a:lnTo>
                <a:lnTo>
                  <a:pt x="0" y="0"/>
                </a:lnTo>
                <a:close/>
              </a:path>
            </a:pathLst>
          </a:custGeom>
          <a:blipFill rotWithShape="1">
            <a:blip r:embed="rId32">
              <a:alphaModFix/>
            </a:blip>
            <a:stretch>
              <a:fillRect b="0" l="0" r="0" t="0"/>
            </a:stretch>
          </a:blipFill>
          <a:ln>
            <a:noFill/>
          </a:ln>
        </p:spPr>
      </p:sp>
      <p:sp>
        <p:nvSpPr>
          <p:cNvPr id="224" name="Google Shape;224;p7"/>
          <p:cNvSpPr/>
          <p:nvPr/>
        </p:nvSpPr>
        <p:spPr>
          <a:xfrm>
            <a:off x="6172100" y="2628900"/>
            <a:ext cx="649367" cy="646938"/>
          </a:xfrm>
          <a:custGeom>
            <a:rect b="b" l="l" r="r" t="t"/>
            <a:pathLst>
              <a:path extrusionOk="0" h="431292" w="432911">
                <a:moveTo>
                  <a:pt x="0" y="0"/>
                </a:moveTo>
                <a:lnTo>
                  <a:pt x="432912" y="0"/>
                </a:lnTo>
                <a:lnTo>
                  <a:pt x="432912" y="431292"/>
                </a:lnTo>
                <a:lnTo>
                  <a:pt x="0" y="431292"/>
                </a:lnTo>
                <a:lnTo>
                  <a:pt x="0" y="0"/>
                </a:lnTo>
                <a:close/>
              </a:path>
            </a:pathLst>
          </a:custGeom>
          <a:blipFill rotWithShape="1">
            <a:blip r:embed="rId33">
              <a:alphaModFix/>
            </a:blip>
            <a:stretch>
              <a:fillRect b="0" l="0" r="0" t="0"/>
            </a:stretch>
          </a:blipFill>
          <a:ln>
            <a:noFill/>
          </a:ln>
        </p:spPr>
      </p:sp>
      <p:sp>
        <p:nvSpPr>
          <p:cNvPr id="225" name="Google Shape;225;p7"/>
          <p:cNvSpPr/>
          <p:nvPr/>
        </p:nvSpPr>
        <p:spPr>
          <a:xfrm>
            <a:off x="12602718" y="3458718"/>
            <a:ext cx="202311" cy="200025"/>
          </a:xfrm>
          <a:custGeom>
            <a:rect b="b" l="l" r="r" t="t"/>
            <a:pathLst>
              <a:path extrusionOk="0" h="133350" w="134874">
                <a:moveTo>
                  <a:pt x="0" y="0"/>
                </a:moveTo>
                <a:lnTo>
                  <a:pt x="134874" y="0"/>
                </a:lnTo>
                <a:lnTo>
                  <a:pt x="134874" y="133350"/>
                </a:lnTo>
                <a:lnTo>
                  <a:pt x="0" y="133350"/>
                </a:lnTo>
                <a:lnTo>
                  <a:pt x="0" y="0"/>
                </a:lnTo>
                <a:close/>
              </a:path>
            </a:pathLst>
          </a:custGeom>
          <a:blipFill rotWithShape="1">
            <a:blip r:embed="rId34">
              <a:alphaModFix/>
            </a:blip>
            <a:stretch>
              <a:fillRect b="0" l="0" r="0" t="0"/>
            </a:stretch>
          </a:blipFill>
          <a:ln>
            <a:noFill/>
          </a:ln>
        </p:spPr>
      </p:sp>
      <p:sp>
        <p:nvSpPr>
          <p:cNvPr id="226" name="Google Shape;226;p7"/>
          <p:cNvSpPr/>
          <p:nvPr/>
        </p:nvSpPr>
        <p:spPr>
          <a:xfrm>
            <a:off x="13053060" y="3454146"/>
            <a:ext cx="200025" cy="200025"/>
          </a:xfrm>
          <a:custGeom>
            <a:rect b="b" l="l" r="r" t="t"/>
            <a:pathLst>
              <a:path extrusionOk="0" h="133350" w="133350">
                <a:moveTo>
                  <a:pt x="0" y="0"/>
                </a:moveTo>
                <a:lnTo>
                  <a:pt x="133350" y="0"/>
                </a:lnTo>
                <a:lnTo>
                  <a:pt x="133350" y="133350"/>
                </a:lnTo>
                <a:lnTo>
                  <a:pt x="0" y="133350"/>
                </a:lnTo>
                <a:lnTo>
                  <a:pt x="0" y="0"/>
                </a:lnTo>
                <a:close/>
              </a:path>
            </a:pathLst>
          </a:custGeom>
          <a:blipFill rotWithShape="1">
            <a:blip r:embed="rId35">
              <a:alphaModFix/>
            </a:blip>
            <a:stretch>
              <a:fillRect b="0" l="0" r="0" t="0"/>
            </a:stretch>
          </a:blipFill>
          <a:ln>
            <a:noFill/>
          </a:ln>
        </p:spPr>
      </p:sp>
      <p:sp>
        <p:nvSpPr>
          <p:cNvPr id="227" name="Google Shape;227;p7"/>
          <p:cNvSpPr/>
          <p:nvPr/>
        </p:nvSpPr>
        <p:spPr>
          <a:xfrm>
            <a:off x="9772650" y="2073402"/>
            <a:ext cx="2271141" cy="2218563"/>
          </a:xfrm>
          <a:custGeom>
            <a:rect b="b" l="l" r="r" t="t"/>
            <a:pathLst>
              <a:path extrusionOk="0" h="1479042" w="1514094">
                <a:moveTo>
                  <a:pt x="0" y="0"/>
                </a:moveTo>
                <a:lnTo>
                  <a:pt x="1514094" y="0"/>
                </a:lnTo>
                <a:lnTo>
                  <a:pt x="1514094" y="1479042"/>
                </a:lnTo>
                <a:lnTo>
                  <a:pt x="0" y="1479042"/>
                </a:lnTo>
                <a:lnTo>
                  <a:pt x="0" y="0"/>
                </a:lnTo>
                <a:close/>
              </a:path>
            </a:pathLst>
          </a:custGeom>
          <a:blipFill rotWithShape="1">
            <a:blip r:embed="rId36">
              <a:alphaModFix/>
            </a:blip>
            <a:stretch>
              <a:fillRect b="0" l="0" r="0" t="0"/>
            </a:stretch>
          </a:blipFill>
          <a:ln>
            <a:noFill/>
          </a:ln>
        </p:spPr>
      </p:sp>
      <p:sp>
        <p:nvSpPr>
          <p:cNvPr id="228" name="Google Shape;228;p7"/>
          <p:cNvSpPr/>
          <p:nvPr/>
        </p:nvSpPr>
        <p:spPr>
          <a:xfrm>
            <a:off x="10794492" y="3209544"/>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37">
              <a:alphaModFix/>
            </a:blip>
            <a:stretch>
              <a:fillRect b="0" l="0" r="0" t="0"/>
            </a:stretch>
          </a:blipFill>
          <a:ln>
            <a:noFill/>
          </a:ln>
        </p:spPr>
      </p:sp>
      <p:sp>
        <p:nvSpPr>
          <p:cNvPr id="229" name="Google Shape;229;p7"/>
          <p:cNvSpPr/>
          <p:nvPr/>
        </p:nvSpPr>
        <p:spPr>
          <a:xfrm>
            <a:off x="10794492" y="3172968"/>
            <a:ext cx="332613" cy="177165"/>
          </a:xfrm>
          <a:custGeom>
            <a:rect b="b" l="l" r="r" t="t"/>
            <a:pathLst>
              <a:path extrusionOk="0" h="118110" w="221742">
                <a:moveTo>
                  <a:pt x="0" y="0"/>
                </a:moveTo>
                <a:lnTo>
                  <a:pt x="221742" y="0"/>
                </a:lnTo>
                <a:lnTo>
                  <a:pt x="221742" y="118110"/>
                </a:lnTo>
                <a:lnTo>
                  <a:pt x="0" y="118110"/>
                </a:lnTo>
                <a:lnTo>
                  <a:pt x="0" y="0"/>
                </a:lnTo>
                <a:close/>
              </a:path>
            </a:pathLst>
          </a:custGeom>
          <a:blipFill rotWithShape="1">
            <a:blip r:embed="rId38">
              <a:alphaModFix/>
            </a:blip>
            <a:stretch>
              <a:fillRect b="0" l="0" r="0" t="0"/>
            </a:stretch>
          </a:blipFill>
          <a:ln>
            <a:noFill/>
          </a:ln>
        </p:spPr>
      </p:sp>
      <p:sp>
        <p:nvSpPr>
          <p:cNvPr id="230" name="Google Shape;230;p7"/>
          <p:cNvSpPr/>
          <p:nvPr/>
        </p:nvSpPr>
        <p:spPr>
          <a:xfrm>
            <a:off x="10794492" y="3138678"/>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39">
              <a:alphaModFix/>
            </a:blip>
            <a:stretch>
              <a:fillRect b="0" l="0" r="0" t="0"/>
            </a:stretch>
          </a:blipFill>
          <a:ln>
            <a:noFill/>
          </a:ln>
        </p:spPr>
      </p:sp>
      <p:sp>
        <p:nvSpPr>
          <p:cNvPr id="231" name="Google Shape;231;p7"/>
          <p:cNvSpPr/>
          <p:nvPr/>
        </p:nvSpPr>
        <p:spPr>
          <a:xfrm>
            <a:off x="10794492" y="3104388"/>
            <a:ext cx="332613" cy="172593"/>
          </a:xfrm>
          <a:custGeom>
            <a:rect b="b" l="l" r="r" t="t"/>
            <a:pathLst>
              <a:path extrusionOk="0" h="115062" w="221742">
                <a:moveTo>
                  <a:pt x="0" y="0"/>
                </a:moveTo>
                <a:lnTo>
                  <a:pt x="221742" y="0"/>
                </a:lnTo>
                <a:lnTo>
                  <a:pt x="221742" y="115062"/>
                </a:lnTo>
                <a:lnTo>
                  <a:pt x="0" y="115062"/>
                </a:lnTo>
                <a:lnTo>
                  <a:pt x="0" y="0"/>
                </a:lnTo>
                <a:close/>
              </a:path>
            </a:pathLst>
          </a:custGeom>
          <a:blipFill rotWithShape="1">
            <a:blip r:embed="rId40">
              <a:alphaModFix/>
            </a:blip>
            <a:stretch>
              <a:fillRect b="0" l="0" r="0" t="0"/>
            </a:stretch>
          </a:blipFill>
          <a:ln>
            <a:noFill/>
          </a:ln>
        </p:spPr>
      </p:sp>
      <p:sp>
        <p:nvSpPr>
          <p:cNvPr id="232" name="Google Shape;232;p7"/>
          <p:cNvSpPr/>
          <p:nvPr/>
        </p:nvSpPr>
        <p:spPr>
          <a:xfrm>
            <a:off x="10794492" y="3067812"/>
            <a:ext cx="332613" cy="172593"/>
          </a:xfrm>
          <a:custGeom>
            <a:rect b="b" l="l" r="r" t="t"/>
            <a:pathLst>
              <a:path extrusionOk="0" h="115062" w="221742">
                <a:moveTo>
                  <a:pt x="0" y="0"/>
                </a:moveTo>
                <a:lnTo>
                  <a:pt x="221742" y="0"/>
                </a:lnTo>
                <a:lnTo>
                  <a:pt x="221742" y="115062"/>
                </a:lnTo>
                <a:lnTo>
                  <a:pt x="0" y="115062"/>
                </a:lnTo>
                <a:lnTo>
                  <a:pt x="0" y="0"/>
                </a:lnTo>
                <a:close/>
              </a:path>
            </a:pathLst>
          </a:custGeom>
          <a:blipFill rotWithShape="1">
            <a:blip r:embed="rId41">
              <a:alphaModFix/>
            </a:blip>
            <a:stretch>
              <a:fillRect b="0" l="0" r="0" t="0"/>
            </a:stretch>
          </a:blipFill>
          <a:ln>
            <a:noFill/>
          </a:ln>
        </p:spPr>
      </p:sp>
      <p:sp>
        <p:nvSpPr>
          <p:cNvPr id="233" name="Google Shape;233;p7"/>
          <p:cNvSpPr/>
          <p:nvPr/>
        </p:nvSpPr>
        <p:spPr>
          <a:xfrm>
            <a:off x="10794492" y="3033522"/>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42">
              <a:alphaModFix/>
            </a:blip>
            <a:stretch>
              <a:fillRect b="0" l="0" r="0" t="0"/>
            </a:stretch>
          </a:blipFill>
          <a:ln>
            <a:noFill/>
          </a:ln>
        </p:spPr>
      </p:sp>
      <p:sp>
        <p:nvSpPr>
          <p:cNvPr id="234" name="Google Shape;234;p7"/>
          <p:cNvSpPr/>
          <p:nvPr/>
        </p:nvSpPr>
        <p:spPr>
          <a:xfrm>
            <a:off x="10794492" y="2996946"/>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37">
              <a:alphaModFix/>
            </a:blip>
            <a:stretch>
              <a:fillRect b="0" l="0" r="0" t="0"/>
            </a:stretch>
          </a:blipFill>
          <a:ln>
            <a:noFill/>
          </a:ln>
        </p:spPr>
      </p:sp>
      <p:sp>
        <p:nvSpPr>
          <p:cNvPr id="235" name="Google Shape;235;p7"/>
          <p:cNvSpPr/>
          <p:nvPr/>
        </p:nvSpPr>
        <p:spPr>
          <a:xfrm>
            <a:off x="10794492" y="2960370"/>
            <a:ext cx="332613" cy="177165"/>
          </a:xfrm>
          <a:custGeom>
            <a:rect b="b" l="l" r="r" t="t"/>
            <a:pathLst>
              <a:path extrusionOk="0" h="118110" w="221742">
                <a:moveTo>
                  <a:pt x="0" y="0"/>
                </a:moveTo>
                <a:lnTo>
                  <a:pt x="221742" y="0"/>
                </a:lnTo>
                <a:lnTo>
                  <a:pt x="221742" y="118110"/>
                </a:lnTo>
                <a:lnTo>
                  <a:pt x="0" y="118110"/>
                </a:lnTo>
                <a:lnTo>
                  <a:pt x="0" y="0"/>
                </a:lnTo>
                <a:close/>
              </a:path>
            </a:pathLst>
          </a:custGeom>
          <a:blipFill rotWithShape="1">
            <a:blip r:embed="rId38">
              <a:alphaModFix/>
            </a:blip>
            <a:stretch>
              <a:fillRect b="0" l="0" r="0" t="0"/>
            </a:stretch>
          </a:blipFill>
          <a:ln>
            <a:noFill/>
          </a:ln>
        </p:spPr>
      </p:sp>
      <p:sp>
        <p:nvSpPr>
          <p:cNvPr id="236" name="Google Shape;236;p7"/>
          <p:cNvSpPr/>
          <p:nvPr/>
        </p:nvSpPr>
        <p:spPr>
          <a:xfrm>
            <a:off x="10794492" y="2930652"/>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43">
              <a:alphaModFix/>
            </a:blip>
            <a:stretch>
              <a:fillRect b="0" l="0" r="0" t="0"/>
            </a:stretch>
          </a:blipFill>
          <a:ln>
            <a:noFill/>
          </a:ln>
        </p:spPr>
      </p:sp>
      <p:sp>
        <p:nvSpPr>
          <p:cNvPr id="237" name="Google Shape;237;p7"/>
          <p:cNvSpPr/>
          <p:nvPr/>
        </p:nvSpPr>
        <p:spPr>
          <a:xfrm>
            <a:off x="10794492" y="2898648"/>
            <a:ext cx="332613" cy="172593"/>
          </a:xfrm>
          <a:custGeom>
            <a:rect b="b" l="l" r="r" t="t"/>
            <a:pathLst>
              <a:path extrusionOk="0" h="115062" w="221742">
                <a:moveTo>
                  <a:pt x="0" y="0"/>
                </a:moveTo>
                <a:lnTo>
                  <a:pt x="221742" y="0"/>
                </a:lnTo>
                <a:lnTo>
                  <a:pt x="221742" y="115062"/>
                </a:lnTo>
                <a:lnTo>
                  <a:pt x="0" y="115062"/>
                </a:lnTo>
                <a:lnTo>
                  <a:pt x="0" y="0"/>
                </a:lnTo>
                <a:close/>
              </a:path>
            </a:pathLst>
          </a:custGeom>
          <a:blipFill rotWithShape="1">
            <a:blip r:embed="rId44">
              <a:alphaModFix/>
            </a:blip>
            <a:stretch>
              <a:fillRect b="0" l="0" r="0" t="0"/>
            </a:stretch>
          </a:blipFill>
          <a:ln>
            <a:noFill/>
          </a:ln>
        </p:spPr>
      </p:sp>
      <p:sp>
        <p:nvSpPr>
          <p:cNvPr id="238" name="Google Shape;238;p7"/>
          <p:cNvSpPr/>
          <p:nvPr/>
        </p:nvSpPr>
        <p:spPr>
          <a:xfrm>
            <a:off x="10794492" y="2859786"/>
            <a:ext cx="332613" cy="172593"/>
          </a:xfrm>
          <a:custGeom>
            <a:rect b="b" l="l" r="r" t="t"/>
            <a:pathLst>
              <a:path extrusionOk="0" h="115062" w="221742">
                <a:moveTo>
                  <a:pt x="0" y="0"/>
                </a:moveTo>
                <a:lnTo>
                  <a:pt x="221742" y="0"/>
                </a:lnTo>
                <a:lnTo>
                  <a:pt x="221742" y="115062"/>
                </a:lnTo>
                <a:lnTo>
                  <a:pt x="0" y="115062"/>
                </a:lnTo>
                <a:lnTo>
                  <a:pt x="0" y="0"/>
                </a:lnTo>
                <a:close/>
              </a:path>
            </a:pathLst>
          </a:custGeom>
          <a:blipFill rotWithShape="1">
            <a:blip r:embed="rId41">
              <a:alphaModFix/>
            </a:blip>
            <a:stretch>
              <a:fillRect b="0" l="0" r="0" t="0"/>
            </a:stretch>
          </a:blipFill>
          <a:ln>
            <a:noFill/>
          </a:ln>
        </p:spPr>
      </p:sp>
      <p:sp>
        <p:nvSpPr>
          <p:cNvPr id="239" name="Google Shape;239;p7"/>
          <p:cNvSpPr/>
          <p:nvPr/>
        </p:nvSpPr>
        <p:spPr>
          <a:xfrm>
            <a:off x="10794492" y="2825496"/>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45">
              <a:alphaModFix/>
            </a:blip>
            <a:stretch>
              <a:fillRect b="0" l="0" r="0" t="0"/>
            </a:stretch>
          </a:blipFill>
          <a:ln>
            <a:noFill/>
          </a:ln>
        </p:spPr>
      </p:sp>
      <p:sp>
        <p:nvSpPr>
          <p:cNvPr id="240" name="Google Shape;240;p7"/>
          <p:cNvSpPr/>
          <p:nvPr/>
        </p:nvSpPr>
        <p:spPr>
          <a:xfrm>
            <a:off x="10794492" y="2788920"/>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43">
              <a:alphaModFix/>
            </a:blip>
            <a:stretch>
              <a:fillRect b="0" l="0" r="0" t="0"/>
            </a:stretch>
          </a:blipFill>
          <a:ln>
            <a:noFill/>
          </a:ln>
        </p:spPr>
      </p:sp>
      <p:sp>
        <p:nvSpPr>
          <p:cNvPr id="241" name="Google Shape;241;p7"/>
          <p:cNvSpPr/>
          <p:nvPr/>
        </p:nvSpPr>
        <p:spPr>
          <a:xfrm>
            <a:off x="10794492" y="2754630"/>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45">
              <a:alphaModFix/>
            </a:blip>
            <a:stretch>
              <a:fillRect b="0" l="0" r="0" t="0"/>
            </a:stretch>
          </a:blipFill>
          <a:ln>
            <a:noFill/>
          </a:ln>
        </p:spPr>
      </p:sp>
      <p:sp>
        <p:nvSpPr>
          <p:cNvPr id="242" name="Google Shape;242;p7"/>
          <p:cNvSpPr/>
          <p:nvPr/>
        </p:nvSpPr>
        <p:spPr>
          <a:xfrm>
            <a:off x="11162538" y="3216402"/>
            <a:ext cx="330327" cy="172593"/>
          </a:xfrm>
          <a:custGeom>
            <a:rect b="b" l="l" r="r" t="t"/>
            <a:pathLst>
              <a:path extrusionOk="0" h="115062" w="220218">
                <a:moveTo>
                  <a:pt x="0" y="0"/>
                </a:moveTo>
                <a:lnTo>
                  <a:pt x="220218" y="0"/>
                </a:lnTo>
                <a:lnTo>
                  <a:pt x="220218" y="115062"/>
                </a:lnTo>
                <a:lnTo>
                  <a:pt x="0" y="115062"/>
                </a:lnTo>
                <a:lnTo>
                  <a:pt x="0" y="0"/>
                </a:lnTo>
                <a:close/>
              </a:path>
            </a:pathLst>
          </a:custGeom>
          <a:blipFill rotWithShape="1">
            <a:blip r:embed="rId46">
              <a:alphaModFix/>
            </a:blip>
            <a:stretch>
              <a:fillRect b="0" l="0" r="0" t="0"/>
            </a:stretch>
          </a:blipFill>
          <a:ln>
            <a:noFill/>
          </a:ln>
        </p:spPr>
      </p:sp>
      <p:sp>
        <p:nvSpPr>
          <p:cNvPr id="243" name="Google Shape;243;p7"/>
          <p:cNvSpPr/>
          <p:nvPr/>
        </p:nvSpPr>
        <p:spPr>
          <a:xfrm>
            <a:off x="11162538" y="3179826"/>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47">
              <a:alphaModFix/>
            </a:blip>
            <a:stretch>
              <a:fillRect b="0" l="0" r="0" t="0"/>
            </a:stretch>
          </a:blipFill>
          <a:ln>
            <a:noFill/>
          </a:ln>
        </p:spPr>
      </p:sp>
      <p:sp>
        <p:nvSpPr>
          <p:cNvPr id="244" name="Google Shape;244;p7"/>
          <p:cNvSpPr/>
          <p:nvPr/>
        </p:nvSpPr>
        <p:spPr>
          <a:xfrm>
            <a:off x="11162538" y="3143250"/>
            <a:ext cx="330327" cy="177165"/>
          </a:xfrm>
          <a:custGeom>
            <a:rect b="b" l="l" r="r" t="t"/>
            <a:pathLst>
              <a:path extrusionOk="0" h="118110" w="220218">
                <a:moveTo>
                  <a:pt x="0" y="0"/>
                </a:moveTo>
                <a:lnTo>
                  <a:pt x="220218" y="0"/>
                </a:lnTo>
                <a:lnTo>
                  <a:pt x="220218" y="118110"/>
                </a:lnTo>
                <a:lnTo>
                  <a:pt x="0" y="118110"/>
                </a:lnTo>
                <a:lnTo>
                  <a:pt x="0" y="0"/>
                </a:lnTo>
                <a:close/>
              </a:path>
            </a:pathLst>
          </a:custGeom>
          <a:blipFill rotWithShape="1">
            <a:blip r:embed="rId48">
              <a:alphaModFix/>
            </a:blip>
            <a:stretch>
              <a:fillRect b="0" l="0" r="0" t="0"/>
            </a:stretch>
          </a:blipFill>
          <a:ln>
            <a:noFill/>
          </a:ln>
        </p:spPr>
      </p:sp>
      <p:sp>
        <p:nvSpPr>
          <p:cNvPr id="245" name="Google Shape;245;p7"/>
          <p:cNvSpPr/>
          <p:nvPr/>
        </p:nvSpPr>
        <p:spPr>
          <a:xfrm>
            <a:off x="11162538" y="3108960"/>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49">
              <a:alphaModFix/>
            </a:blip>
            <a:stretch>
              <a:fillRect b="0" l="0" r="0" t="0"/>
            </a:stretch>
          </a:blipFill>
          <a:ln>
            <a:noFill/>
          </a:ln>
        </p:spPr>
      </p:sp>
      <p:sp>
        <p:nvSpPr>
          <p:cNvPr id="246" name="Google Shape;246;p7"/>
          <p:cNvSpPr/>
          <p:nvPr/>
        </p:nvSpPr>
        <p:spPr>
          <a:xfrm>
            <a:off x="11162538" y="3074670"/>
            <a:ext cx="330327" cy="172593"/>
          </a:xfrm>
          <a:custGeom>
            <a:rect b="b" l="l" r="r" t="t"/>
            <a:pathLst>
              <a:path extrusionOk="0" h="115062" w="220218">
                <a:moveTo>
                  <a:pt x="0" y="0"/>
                </a:moveTo>
                <a:lnTo>
                  <a:pt x="220218" y="0"/>
                </a:lnTo>
                <a:lnTo>
                  <a:pt x="220218" y="115062"/>
                </a:lnTo>
                <a:lnTo>
                  <a:pt x="0" y="115062"/>
                </a:lnTo>
                <a:lnTo>
                  <a:pt x="0" y="0"/>
                </a:lnTo>
                <a:close/>
              </a:path>
            </a:pathLst>
          </a:custGeom>
          <a:blipFill rotWithShape="1">
            <a:blip r:embed="rId50">
              <a:alphaModFix/>
            </a:blip>
            <a:stretch>
              <a:fillRect b="0" l="0" r="0" t="0"/>
            </a:stretch>
          </a:blipFill>
          <a:ln>
            <a:noFill/>
          </a:ln>
        </p:spPr>
      </p:sp>
      <p:sp>
        <p:nvSpPr>
          <p:cNvPr id="247" name="Google Shape;247;p7"/>
          <p:cNvSpPr/>
          <p:nvPr/>
        </p:nvSpPr>
        <p:spPr>
          <a:xfrm>
            <a:off x="11162538" y="3038094"/>
            <a:ext cx="330327" cy="172593"/>
          </a:xfrm>
          <a:custGeom>
            <a:rect b="b" l="l" r="r" t="t"/>
            <a:pathLst>
              <a:path extrusionOk="0" h="115062" w="220218">
                <a:moveTo>
                  <a:pt x="0" y="0"/>
                </a:moveTo>
                <a:lnTo>
                  <a:pt x="220218" y="0"/>
                </a:lnTo>
                <a:lnTo>
                  <a:pt x="220218" y="115062"/>
                </a:lnTo>
                <a:lnTo>
                  <a:pt x="0" y="115062"/>
                </a:lnTo>
                <a:lnTo>
                  <a:pt x="0" y="0"/>
                </a:lnTo>
                <a:close/>
              </a:path>
            </a:pathLst>
          </a:custGeom>
          <a:blipFill rotWithShape="1">
            <a:blip r:embed="rId51">
              <a:alphaModFix/>
            </a:blip>
            <a:stretch>
              <a:fillRect b="0" l="0" r="0" t="0"/>
            </a:stretch>
          </a:blipFill>
          <a:ln>
            <a:noFill/>
          </a:ln>
        </p:spPr>
      </p:sp>
      <p:sp>
        <p:nvSpPr>
          <p:cNvPr id="248" name="Google Shape;248;p7"/>
          <p:cNvSpPr/>
          <p:nvPr/>
        </p:nvSpPr>
        <p:spPr>
          <a:xfrm>
            <a:off x="11162538" y="3003804"/>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52">
              <a:alphaModFix/>
            </a:blip>
            <a:stretch>
              <a:fillRect b="0" l="0" r="0" t="0"/>
            </a:stretch>
          </a:blipFill>
          <a:ln>
            <a:noFill/>
          </a:ln>
        </p:spPr>
      </p:sp>
      <p:sp>
        <p:nvSpPr>
          <p:cNvPr id="249" name="Google Shape;249;p7"/>
          <p:cNvSpPr/>
          <p:nvPr/>
        </p:nvSpPr>
        <p:spPr>
          <a:xfrm>
            <a:off x="11162538" y="2967228"/>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47">
              <a:alphaModFix/>
            </a:blip>
            <a:stretch>
              <a:fillRect b="0" l="0" r="0" t="0"/>
            </a:stretch>
          </a:blipFill>
          <a:ln>
            <a:noFill/>
          </a:ln>
        </p:spPr>
      </p:sp>
      <p:sp>
        <p:nvSpPr>
          <p:cNvPr id="250" name="Google Shape;250;p7"/>
          <p:cNvSpPr/>
          <p:nvPr/>
        </p:nvSpPr>
        <p:spPr>
          <a:xfrm>
            <a:off x="11162538" y="2937510"/>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53">
              <a:alphaModFix/>
            </a:blip>
            <a:stretch>
              <a:fillRect b="0" l="0" r="0" t="0"/>
            </a:stretch>
          </a:blipFill>
          <a:ln>
            <a:noFill/>
          </a:ln>
        </p:spPr>
      </p:sp>
      <p:sp>
        <p:nvSpPr>
          <p:cNvPr id="251" name="Google Shape;251;p7"/>
          <p:cNvSpPr/>
          <p:nvPr/>
        </p:nvSpPr>
        <p:spPr>
          <a:xfrm>
            <a:off x="11162538" y="2900934"/>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54">
              <a:alphaModFix/>
            </a:blip>
            <a:stretch>
              <a:fillRect b="0" l="0" r="0" t="0"/>
            </a:stretch>
          </a:blipFill>
          <a:ln>
            <a:noFill/>
          </a:ln>
        </p:spPr>
      </p:sp>
      <p:sp>
        <p:nvSpPr>
          <p:cNvPr id="252" name="Google Shape;252;p7"/>
          <p:cNvSpPr/>
          <p:nvPr/>
        </p:nvSpPr>
        <p:spPr>
          <a:xfrm>
            <a:off x="11162538" y="2866644"/>
            <a:ext cx="330327" cy="172593"/>
          </a:xfrm>
          <a:custGeom>
            <a:rect b="b" l="l" r="r" t="t"/>
            <a:pathLst>
              <a:path extrusionOk="0" h="115062" w="220218">
                <a:moveTo>
                  <a:pt x="0" y="0"/>
                </a:moveTo>
                <a:lnTo>
                  <a:pt x="220218" y="0"/>
                </a:lnTo>
                <a:lnTo>
                  <a:pt x="220218" y="115062"/>
                </a:lnTo>
                <a:lnTo>
                  <a:pt x="0" y="115062"/>
                </a:lnTo>
                <a:lnTo>
                  <a:pt x="0" y="0"/>
                </a:lnTo>
                <a:close/>
              </a:path>
            </a:pathLst>
          </a:custGeom>
          <a:blipFill rotWithShape="1">
            <a:blip r:embed="rId55">
              <a:alphaModFix/>
            </a:blip>
            <a:stretch>
              <a:fillRect b="0" l="0" r="0" t="0"/>
            </a:stretch>
          </a:blipFill>
          <a:ln>
            <a:noFill/>
          </a:ln>
        </p:spPr>
      </p:sp>
      <p:sp>
        <p:nvSpPr>
          <p:cNvPr id="253" name="Google Shape;253;p7"/>
          <p:cNvSpPr/>
          <p:nvPr/>
        </p:nvSpPr>
        <p:spPr>
          <a:xfrm>
            <a:off x="11162538" y="2832354"/>
            <a:ext cx="330327" cy="172593"/>
          </a:xfrm>
          <a:custGeom>
            <a:rect b="b" l="l" r="r" t="t"/>
            <a:pathLst>
              <a:path extrusionOk="0" h="115062" w="220218">
                <a:moveTo>
                  <a:pt x="0" y="0"/>
                </a:moveTo>
                <a:lnTo>
                  <a:pt x="220218" y="0"/>
                </a:lnTo>
                <a:lnTo>
                  <a:pt x="220218" y="115062"/>
                </a:lnTo>
                <a:lnTo>
                  <a:pt x="0" y="115062"/>
                </a:lnTo>
                <a:lnTo>
                  <a:pt x="0" y="0"/>
                </a:lnTo>
                <a:close/>
              </a:path>
            </a:pathLst>
          </a:custGeom>
          <a:blipFill rotWithShape="1">
            <a:blip r:embed="rId56">
              <a:alphaModFix/>
            </a:blip>
            <a:stretch>
              <a:fillRect b="0" l="0" r="0" t="0"/>
            </a:stretch>
          </a:blipFill>
          <a:ln>
            <a:noFill/>
          </a:ln>
        </p:spPr>
      </p:sp>
      <p:sp>
        <p:nvSpPr>
          <p:cNvPr id="254" name="Google Shape;254;p7"/>
          <p:cNvSpPr/>
          <p:nvPr/>
        </p:nvSpPr>
        <p:spPr>
          <a:xfrm>
            <a:off x="11162538" y="2795778"/>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57">
              <a:alphaModFix/>
            </a:blip>
            <a:stretch>
              <a:fillRect b="0" l="0" r="0" t="0"/>
            </a:stretch>
          </a:blipFill>
          <a:ln>
            <a:noFill/>
          </a:ln>
        </p:spPr>
      </p:sp>
      <p:sp>
        <p:nvSpPr>
          <p:cNvPr id="255" name="Google Shape;255;p7"/>
          <p:cNvSpPr/>
          <p:nvPr/>
        </p:nvSpPr>
        <p:spPr>
          <a:xfrm>
            <a:off x="11162538" y="2759202"/>
            <a:ext cx="330327" cy="177165"/>
          </a:xfrm>
          <a:custGeom>
            <a:rect b="b" l="l" r="r" t="t"/>
            <a:pathLst>
              <a:path extrusionOk="0" h="118110" w="220218">
                <a:moveTo>
                  <a:pt x="0" y="0"/>
                </a:moveTo>
                <a:lnTo>
                  <a:pt x="220218" y="0"/>
                </a:lnTo>
                <a:lnTo>
                  <a:pt x="220218" y="118110"/>
                </a:lnTo>
                <a:lnTo>
                  <a:pt x="0" y="118110"/>
                </a:lnTo>
                <a:lnTo>
                  <a:pt x="0" y="0"/>
                </a:lnTo>
                <a:close/>
              </a:path>
            </a:pathLst>
          </a:custGeom>
          <a:blipFill rotWithShape="1">
            <a:blip r:embed="rId58">
              <a:alphaModFix/>
            </a:blip>
            <a:stretch>
              <a:fillRect b="0" l="0" r="0" t="0"/>
            </a:stretch>
          </a:blipFill>
          <a:ln>
            <a:noFill/>
          </a:ln>
        </p:spPr>
      </p:sp>
      <p:sp>
        <p:nvSpPr>
          <p:cNvPr id="256" name="Google Shape;256;p7"/>
          <p:cNvSpPr/>
          <p:nvPr/>
        </p:nvSpPr>
        <p:spPr>
          <a:xfrm>
            <a:off x="10792206" y="2736342"/>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59">
              <a:alphaModFix/>
            </a:blip>
            <a:stretch>
              <a:fillRect b="0" l="0" r="0" t="0"/>
            </a:stretch>
          </a:blipFill>
          <a:ln>
            <a:noFill/>
          </a:ln>
        </p:spPr>
      </p:sp>
      <p:sp>
        <p:nvSpPr>
          <p:cNvPr id="257" name="Google Shape;257;p7"/>
          <p:cNvSpPr/>
          <p:nvPr/>
        </p:nvSpPr>
        <p:spPr>
          <a:xfrm>
            <a:off x="10796778" y="2704338"/>
            <a:ext cx="330327" cy="172593"/>
          </a:xfrm>
          <a:custGeom>
            <a:rect b="b" l="l" r="r" t="t"/>
            <a:pathLst>
              <a:path extrusionOk="0" h="115062" w="220218">
                <a:moveTo>
                  <a:pt x="0" y="0"/>
                </a:moveTo>
                <a:lnTo>
                  <a:pt x="220218" y="0"/>
                </a:lnTo>
                <a:lnTo>
                  <a:pt x="220218" y="115062"/>
                </a:lnTo>
                <a:lnTo>
                  <a:pt x="0" y="115062"/>
                </a:lnTo>
                <a:lnTo>
                  <a:pt x="0" y="0"/>
                </a:lnTo>
                <a:close/>
              </a:path>
            </a:pathLst>
          </a:custGeom>
          <a:blipFill rotWithShape="1">
            <a:blip r:embed="rId60">
              <a:alphaModFix/>
            </a:blip>
            <a:stretch>
              <a:fillRect b="0" l="0" r="0" t="0"/>
            </a:stretch>
          </a:blipFill>
          <a:ln>
            <a:noFill/>
          </a:ln>
        </p:spPr>
      </p:sp>
      <p:sp>
        <p:nvSpPr>
          <p:cNvPr id="258" name="Google Shape;258;p7"/>
          <p:cNvSpPr/>
          <p:nvPr/>
        </p:nvSpPr>
        <p:spPr>
          <a:xfrm>
            <a:off x="10805922" y="2663190"/>
            <a:ext cx="332613" cy="174879"/>
          </a:xfrm>
          <a:custGeom>
            <a:rect b="b" l="l" r="r" t="t"/>
            <a:pathLst>
              <a:path extrusionOk="0" h="116586" w="221742">
                <a:moveTo>
                  <a:pt x="0" y="0"/>
                </a:moveTo>
                <a:lnTo>
                  <a:pt x="221742" y="0"/>
                </a:lnTo>
                <a:lnTo>
                  <a:pt x="221742" y="116586"/>
                </a:lnTo>
                <a:lnTo>
                  <a:pt x="0" y="116586"/>
                </a:lnTo>
                <a:lnTo>
                  <a:pt x="0" y="0"/>
                </a:lnTo>
                <a:close/>
              </a:path>
            </a:pathLst>
          </a:custGeom>
          <a:blipFill rotWithShape="1">
            <a:blip r:embed="rId61">
              <a:alphaModFix/>
            </a:blip>
            <a:stretch>
              <a:fillRect b="0" l="0" r="0" t="0"/>
            </a:stretch>
          </a:blipFill>
          <a:ln>
            <a:noFill/>
          </a:ln>
        </p:spPr>
      </p:sp>
      <p:sp>
        <p:nvSpPr>
          <p:cNvPr id="259" name="Google Shape;259;p7"/>
          <p:cNvSpPr/>
          <p:nvPr/>
        </p:nvSpPr>
        <p:spPr>
          <a:xfrm>
            <a:off x="10796778" y="2631186"/>
            <a:ext cx="330327" cy="174879"/>
          </a:xfrm>
          <a:custGeom>
            <a:rect b="b" l="l" r="r" t="t"/>
            <a:pathLst>
              <a:path extrusionOk="0" h="116586" w="220218">
                <a:moveTo>
                  <a:pt x="0" y="0"/>
                </a:moveTo>
                <a:lnTo>
                  <a:pt x="220218" y="0"/>
                </a:lnTo>
                <a:lnTo>
                  <a:pt x="220218" y="116586"/>
                </a:lnTo>
                <a:lnTo>
                  <a:pt x="0" y="116586"/>
                </a:lnTo>
                <a:lnTo>
                  <a:pt x="0" y="0"/>
                </a:lnTo>
                <a:close/>
              </a:path>
            </a:pathLst>
          </a:custGeom>
          <a:blipFill rotWithShape="1">
            <a:blip r:embed="rId49">
              <a:alphaModFix/>
            </a:blip>
            <a:stretch>
              <a:fillRect b="0" l="0" r="0" t="0"/>
            </a:stretch>
          </a:blipFill>
          <a:ln>
            <a:noFill/>
          </a:ln>
        </p:spPr>
      </p:sp>
      <p:sp>
        <p:nvSpPr>
          <p:cNvPr id="260" name="Google Shape;260;p7"/>
          <p:cNvSpPr/>
          <p:nvPr/>
        </p:nvSpPr>
        <p:spPr>
          <a:xfrm>
            <a:off x="10792206" y="2594610"/>
            <a:ext cx="330327" cy="172593"/>
          </a:xfrm>
          <a:custGeom>
            <a:rect b="b" l="l" r="r" t="t"/>
            <a:pathLst>
              <a:path extrusionOk="0" h="115062" w="220218">
                <a:moveTo>
                  <a:pt x="0" y="0"/>
                </a:moveTo>
                <a:lnTo>
                  <a:pt x="220218" y="0"/>
                </a:lnTo>
                <a:lnTo>
                  <a:pt x="220218" y="115062"/>
                </a:lnTo>
                <a:lnTo>
                  <a:pt x="0" y="115062"/>
                </a:lnTo>
                <a:lnTo>
                  <a:pt x="0" y="0"/>
                </a:lnTo>
                <a:close/>
              </a:path>
            </a:pathLst>
          </a:custGeom>
          <a:blipFill rotWithShape="1">
            <a:blip r:embed="rId62">
              <a:alphaModFix/>
            </a:blip>
            <a:stretch>
              <a:fillRect b="0" l="0" r="0" t="0"/>
            </a:stretch>
          </a:blipFill>
          <a:ln>
            <a:noFill/>
          </a:ln>
        </p:spPr>
      </p:sp>
      <p:sp>
        <p:nvSpPr>
          <p:cNvPr id="261" name="Google Shape;261;p7"/>
          <p:cNvSpPr/>
          <p:nvPr/>
        </p:nvSpPr>
        <p:spPr>
          <a:xfrm>
            <a:off x="10796778" y="2562606"/>
            <a:ext cx="330327" cy="172593"/>
          </a:xfrm>
          <a:custGeom>
            <a:rect b="b" l="l" r="r" t="t"/>
            <a:pathLst>
              <a:path extrusionOk="0" h="115062" w="220218">
                <a:moveTo>
                  <a:pt x="0" y="0"/>
                </a:moveTo>
                <a:lnTo>
                  <a:pt x="220218" y="0"/>
                </a:lnTo>
                <a:lnTo>
                  <a:pt x="220218" y="115062"/>
                </a:lnTo>
                <a:lnTo>
                  <a:pt x="0" y="115062"/>
                </a:lnTo>
                <a:lnTo>
                  <a:pt x="0" y="0"/>
                </a:lnTo>
                <a:close/>
              </a:path>
            </a:pathLst>
          </a:custGeom>
          <a:blipFill rotWithShape="1">
            <a:blip r:embed="rId60">
              <a:alphaModFix/>
            </a:blip>
            <a:stretch>
              <a:fillRect b="0" l="0" r="0" t="0"/>
            </a:stretch>
          </a:blipFill>
          <a:ln>
            <a:noFill/>
          </a:ln>
        </p:spPr>
      </p:sp>
      <p:sp>
        <p:nvSpPr>
          <p:cNvPr id="262" name="Google Shape;262;p7"/>
          <p:cNvSpPr/>
          <p:nvPr/>
        </p:nvSpPr>
        <p:spPr>
          <a:xfrm>
            <a:off x="11217403" y="2411687"/>
            <a:ext cx="707561" cy="792143"/>
          </a:xfrm>
          <a:custGeom>
            <a:rect b="b" l="l" r="r" t="t"/>
            <a:pathLst>
              <a:path extrusionOk="0" h="528095" w="471707">
                <a:moveTo>
                  <a:pt x="0" y="0"/>
                </a:moveTo>
                <a:lnTo>
                  <a:pt x="471707" y="0"/>
                </a:lnTo>
                <a:lnTo>
                  <a:pt x="471707" y="528095"/>
                </a:lnTo>
                <a:lnTo>
                  <a:pt x="0" y="528095"/>
                </a:lnTo>
                <a:lnTo>
                  <a:pt x="0" y="0"/>
                </a:lnTo>
                <a:close/>
              </a:path>
            </a:pathLst>
          </a:custGeom>
          <a:blipFill rotWithShape="1">
            <a:blip r:embed="rId63">
              <a:alphaModFix/>
            </a:blip>
            <a:stretch>
              <a:fillRect b="0" l="0" r="0" t="0"/>
            </a:stretch>
          </a:blipFill>
          <a:ln>
            <a:noFill/>
          </a:ln>
        </p:spPr>
      </p:sp>
      <p:sp>
        <p:nvSpPr>
          <p:cNvPr id="263" name="Google Shape;263;p7"/>
          <p:cNvSpPr/>
          <p:nvPr/>
        </p:nvSpPr>
        <p:spPr>
          <a:xfrm>
            <a:off x="11724894" y="2841498"/>
            <a:ext cx="259461" cy="261747"/>
          </a:xfrm>
          <a:custGeom>
            <a:rect b="b" l="l" r="r" t="t"/>
            <a:pathLst>
              <a:path extrusionOk="0" h="174498" w="172974">
                <a:moveTo>
                  <a:pt x="0" y="0"/>
                </a:moveTo>
                <a:lnTo>
                  <a:pt x="172974" y="0"/>
                </a:lnTo>
                <a:lnTo>
                  <a:pt x="172974" y="174498"/>
                </a:lnTo>
                <a:lnTo>
                  <a:pt x="0" y="174498"/>
                </a:lnTo>
                <a:lnTo>
                  <a:pt x="0" y="0"/>
                </a:lnTo>
                <a:close/>
              </a:path>
            </a:pathLst>
          </a:custGeom>
          <a:blipFill rotWithShape="1">
            <a:blip r:embed="rId64">
              <a:alphaModFix/>
            </a:blip>
            <a:stretch>
              <a:fillRect b="0" l="0" r="0" t="0"/>
            </a:stretch>
          </a:blipFill>
          <a:ln>
            <a:noFill/>
          </a:ln>
        </p:spPr>
      </p:sp>
      <p:sp>
        <p:nvSpPr>
          <p:cNvPr id="264" name="Google Shape;264;p7"/>
          <p:cNvSpPr/>
          <p:nvPr/>
        </p:nvSpPr>
        <p:spPr>
          <a:xfrm>
            <a:off x="4590288" y="4953762"/>
            <a:ext cx="2310003" cy="2319147"/>
          </a:xfrm>
          <a:custGeom>
            <a:rect b="b" l="l" r="r" t="t"/>
            <a:pathLst>
              <a:path extrusionOk="0" h="1546098" w="1540002">
                <a:moveTo>
                  <a:pt x="0" y="0"/>
                </a:moveTo>
                <a:lnTo>
                  <a:pt x="1540002" y="0"/>
                </a:lnTo>
                <a:lnTo>
                  <a:pt x="1540002" y="1546098"/>
                </a:lnTo>
                <a:lnTo>
                  <a:pt x="0" y="1546098"/>
                </a:lnTo>
                <a:lnTo>
                  <a:pt x="0" y="0"/>
                </a:lnTo>
                <a:close/>
              </a:path>
            </a:pathLst>
          </a:custGeom>
          <a:blipFill rotWithShape="1">
            <a:blip r:embed="rId65">
              <a:alphaModFix/>
            </a:blip>
            <a:stretch>
              <a:fillRect b="0" l="0" r="0" t="0"/>
            </a:stretch>
          </a:blipFill>
          <a:ln>
            <a:noFill/>
          </a:ln>
        </p:spPr>
      </p:sp>
      <p:sp>
        <p:nvSpPr>
          <p:cNvPr id="265" name="Google Shape;265;p7"/>
          <p:cNvSpPr/>
          <p:nvPr/>
        </p:nvSpPr>
        <p:spPr>
          <a:xfrm>
            <a:off x="7853168" y="4442456"/>
            <a:ext cx="2590796" cy="2567936"/>
          </a:xfrm>
          <a:custGeom>
            <a:rect b="b" l="l" r="r" t="t"/>
            <a:pathLst>
              <a:path extrusionOk="0" h="1711957" w="1727197">
                <a:moveTo>
                  <a:pt x="0" y="0"/>
                </a:moveTo>
                <a:lnTo>
                  <a:pt x="1727197" y="0"/>
                </a:lnTo>
                <a:lnTo>
                  <a:pt x="1727197" y="1711957"/>
                </a:lnTo>
                <a:lnTo>
                  <a:pt x="0" y="1711957"/>
                </a:lnTo>
                <a:lnTo>
                  <a:pt x="0" y="0"/>
                </a:lnTo>
                <a:close/>
              </a:path>
            </a:pathLst>
          </a:custGeom>
          <a:blipFill rotWithShape="1">
            <a:blip r:embed="rId66">
              <a:alphaModFix/>
            </a:blip>
            <a:stretch>
              <a:fillRect b="0" l="0" r="0" t="0"/>
            </a:stretch>
          </a:blipFill>
          <a:ln>
            <a:noFill/>
          </a:ln>
        </p:spPr>
      </p:sp>
      <p:sp>
        <p:nvSpPr>
          <p:cNvPr id="266" name="Google Shape;266;p7"/>
          <p:cNvSpPr/>
          <p:nvPr/>
        </p:nvSpPr>
        <p:spPr>
          <a:xfrm>
            <a:off x="7555230" y="4286250"/>
            <a:ext cx="3010662" cy="3010662"/>
          </a:xfrm>
          <a:custGeom>
            <a:rect b="b" l="l" r="r" t="t"/>
            <a:pathLst>
              <a:path extrusionOk="0" h="2007108" w="2007108">
                <a:moveTo>
                  <a:pt x="0" y="0"/>
                </a:moveTo>
                <a:lnTo>
                  <a:pt x="2007108" y="0"/>
                </a:lnTo>
                <a:lnTo>
                  <a:pt x="2007108" y="2007108"/>
                </a:lnTo>
                <a:lnTo>
                  <a:pt x="0" y="2007108"/>
                </a:lnTo>
                <a:lnTo>
                  <a:pt x="0" y="0"/>
                </a:lnTo>
                <a:close/>
              </a:path>
            </a:pathLst>
          </a:custGeom>
          <a:blipFill rotWithShape="1">
            <a:blip r:embed="rId67">
              <a:alphaModFix/>
            </a:blip>
            <a:stretch>
              <a:fillRect b="0" l="0" r="0" t="0"/>
            </a:stretch>
          </a:blipFill>
          <a:ln>
            <a:noFill/>
          </a:ln>
        </p:spPr>
      </p:sp>
      <p:sp>
        <p:nvSpPr>
          <p:cNvPr id="267" name="Google Shape;267;p7"/>
          <p:cNvSpPr/>
          <p:nvPr/>
        </p:nvSpPr>
        <p:spPr>
          <a:xfrm>
            <a:off x="7715250" y="4286250"/>
            <a:ext cx="2857500" cy="2857500"/>
          </a:xfrm>
          <a:custGeom>
            <a:rect b="b" l="l" r="r" t="t"/>
            <a:pathLst>
              <a:path extrusionOk="0" h="1905000" w="1905000">
                <a:moveTo>
                  <a:pt x="0" y="0"/>
                </a:moveTo>
                <a:lnTo>
                  <a:pt x="1905000" y="0"/>
                </a:lnTo>
                <a:lnTo>
                  <a:pt x="1905000" y="1905000"/>
                </a:lnTo>
                <a:lnTo>
                  <a:pt x="0" y="1905000"/>
                </a:lnTo>
                <a:lnTo>
                  <a:pt x="0" y="0"/>
                </a:lnTo>
                <a:close/>
              </a:path>
            </a:pathLst>
          </a:custGeom>
          <a:blipFill rotWithShape="1">
            <a:blip r:embed="rId68">
              <a:alphaModFix/>
            </a:blip>
            <a:stretch>
              <a:fillRect b="0" l="0" r="0" t="0"/>
            </a:stretch>
          </a:blipFill>
          <a:ln>
            <a:noFill/>
          </a:ln>
        </p:spPr>
      </p:sp>
      <p:sp>
        <p:nvSpPr>
          <p:cNvPr id="268" name="Google Shape;268;p7"/>
          <p:cNvSpPr/>
          <p:nvPr/>
        </p:nvSpPr>
        <p:spPr>
          <a:xfrm>
            <a:off x="10867644" y="4953762"/>
            <a:ext cx="2314575" cy="2319147"/>
          </a:xfrm>
          <a:custGeom>
            <a:rect b="b" l="l" r="r" t="t"/>
            <a:pathLst>
              <a:path extrusionOk="0" h="1546098" w="1543050">
                <a:moveTo>
                  <a:pt x="0" y="0"/>
                </a:moveTo>
                <a:lnTo>
                  <a:pt x="1543050" y="0"/>
                </a:lnTo>
                <a:lnTo>
                  <a:pt x="1543050" y="1546098"/>
                </a:lnTo>
                <a:lnTo>
                  <a:pt x="0" y="1546098"/>
                </a:lnTo>
                <a:lnTo>
                  <a:pt x="0" y="0"/>
                </a:lnTo>
                <a:close/>
              </a:path>
            </a:pathLst>
          </a:custGeom>
          <a:blipFill rotWithShape="1">
            <a:blip r:embed="rId69">
              <a:alphaModFix/>
            </a:blip>
            <a:stretch>
              <a:fillRect b="0" l="0" r="0" t="0"/>
            </a:stretch>
          </a:blipFill>
          <a:ln>
            <a:noFill/>
          </a:ln>
        </p:spPr>
      </p:sp>
      <p:sp>
        <p:nvSpPr>
          <p:cNvPr id="269" name="Google Shape;269;p7"/>
          <p:cNvSpPr/>
          <p:nvPr/>
        </p:nvSpPr>
        <p:spPr>
          <a:xfrm>
            <a:off x="9713214" y="7918719"/>
            <a:ext cx="2502027" cy="2218563"/>
          </a:xfrm>
          <a:custGeom>
            <a:rect b="b" l="l" r="r" t="t"/>
            <a:pathLst>
              <a:path extrusionOk="0" h="1479042" w="1668018">
                <a:moveTo>
                  <a:pt x="0" y="0"/>
                </a:moveTo>
                <a:lnTo>
                  <a:pt x="1668018" y="0"/>
                </a:lnTo>
                <a:lnTo>
                  <a:pt x="1668018" y="1479042"/>
                </a:lnTo>
                <a:lnTo>
                  <a:pt x="0" y="1479042"/>
                </a:lnTo>
                <a:lnTo>
                  <a:pt x="0" y="0"/>
                </a:lnTo>
                <a:close/>
              </a:path>
            </a:pathLst>
          </a:custGeom>
          <a:blipFill rotWithShape="1">
            <a:blip r:embed="rId70">
              <a:alphaModFix/>
            </a:blip>
            <a:stretch>
              <a:fillRect b="0" l="0" r="0" t="0"/>
            </a:stretch>
          </a:blipFill>
          <a:ln>
            <a:noFill/>
          </a:ln>
        </p:spPr>
      </p:sp>
      <p:sp>
        <p:nvSpPr>
          <p:cNvPr id="270" name="Google Shape;270;p7"/>
          <p:cNvSpPr/>
          <p:nvPr/>
        </p:nvSpPr>
        <p:spPr>
          <a:xfrm>
            <a:off x="5369814" y="8958834"/>
            <a:ext cx="629907" cy="632136"/>
          </a:xfrm>
          <a:custGeom>
            <a:rect b="b" l="l" r="r" t="t"/>
            <a:pathLst>
              <a:path extrusionOk="0" h="421424" w="419938">
                <a:moveTo>
                  <a:pt x="0" y="0"/>
                </a:moveTo>
                <a:lnTo>
                  <a:pt x="419938" y="0"/>
                </a:lnTo>
                <a:lnTo>
                  <a:pt x="419938" y="421424"/>
                </a:lnTo>
                <a:lnTo>
                  <a:pt x="0" y="421424"/>
                </a:lnTo>
                <a:lnTo>
                  <a:pt x="0" y="0"/>
                </a:lnTo>
                <a:close/>
              </a:path>
            </a:pathLst>
          </a:custGeom>
          <a:blipFill rotWithShape="1">
            <a:blip r:embed="rId71">
              <a:alphaModFix/>
            </a:blip>
            <a:stretch>
              <a:fillRect b="0" l="0" r="0" t="0"/>
            </a:stretch>
          </a:blipFill>
          <a:ln>
            <a:noFill/>
          </a:ln>
        </p:spPr>
      </p:sp>
      <p:sp>
        <p:nvSpPr>
          <p:cNvPr id="271" name="Google Shape;271;p7"/>
          <p:cNvSpPr/>
          <p:nvPr/>
        </p:nvSpPr>
        <p:spPr>
          <a:xfrm>
            <a:off x="5891022" y="8951976"/>
            <a:ext cx="189738" cy="191952"/>
          </a:xfrm>
          <a:custGeom>
            <a:rect b="b" l="l" r="r" t="t"/>
            <a:pathLst>
              <a:path extrusionOk="0" h="127968" w="126492">
                <a:moveTo>
                  <a:pt x="0" y="0"/>
                </a:moveTo>
                <a:lnTo>
                  <a:pt x="126492" y="0"/>
                </a:lnTo>
                <a:lnTo>
                  <a:pt x="126492" y="127968"/>
                </a:lnTo>
                <a:lnTo>
                  <a:pt x="0" y="127968"/>
                </a:lnTo>
                <a:lnTo>
                  <a:pt x="0" y="0"/>
                </a:lnTo>
                <a:close/>
              </a:path>
            </a:pathLst>
          </a:custGeom>
          <a:blipFill rotWithShape="1">
            <a:blip r:embed="rId72">
              <a:alphaModFix/>
            </a:blip>
            <a:stretch>
              <a:fillRect b="0" l="0" r="0" t="0"/>
            </a:stretch>
          </a:blipFill>
          <a:ln>
            <a:noFill/>
          </a:ln>
        </p:spPr>
      </p:sp>
      <p:sp>
        <p:nvSpPr>
          <p:cNvPr id="272" name="Google Shape;272;p7"/>
          <p:cNvSpPr/>
          <p:nvPr/>
        </p:nvSpPr>
        <p:spPr>
          <a:xfrm>
            <a:off x="5486400" y="7783730"/>
            <a:ext cx="2190945" cy="2188845"/>
          </a:xfrm>
          <a:custGeom>
            <a:rect b="b" l="l" r="r" t="t"/>
            <a:pathLst>
              <a:path extrusionOk="0" h="1459230" w="1460630">
                <a:moveTo>
                  <a:pt x="0" y="0"/>
                </a:moveTo>
                <a:lnTo>
                  <a:pt x="1460630" y="0"/>
                </a:lnTo>
                <a:lnTo>
                  <a:pt x="1460630" y="1459230"/>
                </a:lnTo>
                <a:lnTo>
                  <a:pt x="0" y="1459230"/>
                </a:lnTo>
                <a:lnTo>
                  <a:pt x="0" y="0"/>
                </a:lnTo>
                <a:close/>
              </a:path>
            </a:pathLst>
          </a:custGeom>
          <a:blipFill rotWithShape="1">
            <a:blip r:embed="rId73">
              <a:alphaModFix/>
            </a:blip>
            <a:stretch>
              <a:fillRect b="0" l="0" r="0" t="0"/>
            </a:stretch>
          </a:blipFill>
          <a:ln>
            <a:noFill/>
          </a:ln>
        </p:spPr>
      </p:sp>
      <p:sp>
        <p:nvSpPr>
          <p:cNvPr id="273" name="Google Shape;273;p7"/>
          <p:cNvSpPr/>
          <p:nvPr/>
        </p:nvSpPr>
        <p:spPr>
          <a:xfrm>
            <a:off x="5912496" y="7681718"/>
            <a:ext cx="1941285" cy="1939286"/>
          </a:xfrm>
          <a:custGeom>
            <a:rect b="b" l="l" r="r" t="t"/>
            <a:pathLst>
              <a:path extrusionOk="0" h="1292857" w="1294190">
                <a:moveTo>
                  <a:pt x="0" y="0"/>
                </a:moveTo>
                <a:lnTo>
                  <a:pt x="1294190" y="0"/>
                </a:lnTo>
                <a:lnTo>
                  <a:pt x="1294190" y="1292857"/>
                </a:lnTo>
                <a:lnTo>
                  <a:pt x="0" y="1292857"/>
                </a:lnTo>
                <a:lnTo>
                  <a:pt x="0" y="0"/>
                </a:lnTo>
                <a:close/>
              </a:path>
            </a:pathLst>
          </a:custGeom>
          <a:blipFill rotWithShape="1">
            <a:blip r:embed="rId74">
              <a:alphaModFix/>
            </a:blip>
            <a:stretch>
              <a:fillRect b="0" l="0" r="0" t="0"/>
            </a:stretch>
          </a:blipFill>
          <a:ln>
            <a:noFill/>
          </a:ln>
        </p:spPr>
      </p:sp>
      <p:sp>
        <p:nvSpPr>
          <p:cNvPr id="274" name="Google Shape;274;p7"/>
          <p:cNvSpPr txBox="1"/>
          <p:nvPr/>
        </p:nvSpPr>
        <p:spPr>
          <a:xfrm>
            <a:off x="582263" y="1890838"/>
            <a:ext cx="4850326" cy="2146229"/>
          </a:xfrm>
          <a:prstGeom prst="rect">
            <a:avLst/>
          </a:prstGeom>
          <a:noFill/>
          <a:ln>
            <a:noFill/>
          </a:ln>
        </p:spPr>
        <p:txBody>
          <a:bodyPr anchorCtr="0" anchor="t" bIns="0" lIns="0" spcFirstLastPara="1" rIns="0" wrap="square" tIns="0">
            <a:spAutoFit/>
          </a:bodyPr>
          <a:lstStyle/>
          <a:p>
            <a:pPr indent="0" lvl="0" marL="0" marR="0" rtl="0" algn="l">
              <a:lnSpc>
                <a:spcPct val="134040"/>
              </a:lnSpc>
              <a:spcBef>
                <a:spcPts val="0"/>
              </a:spcBef>
              <a:spcAft>
                <a:spcPts val="0"/>
              </a:spcAft>
              <a:buNone/>
            </a:pPr>
            <a:r>
              <a:rPr lang="en-US" sz="2500">
                <a:solidFill>
                  <a:srgbClr val="000000"/>
                </a:solidFill>
                <a:latin typeface="Times New Roman"/>
                <a:ea typeface="Times New Roman"/>
                <a:cs typeface="Times New Roman"/>
                <a:sym typeface="Times New Roman"/>
              </a:rPr>
              <a:t>AI xử lý tại biên (AI on Edge) để phân tích và xử lý dữ liệu ngay trên thiết bị, giảm độ trễ và tăng cường hiệu suất hệ thống. Quy trình xác thực danh tính </a:t>
            </a:r>
            <a:r>
              <a:rPr b="1" lang="en-US" sz="2500">
                <a:solidFill>
                  <a:srgbClr val="000000"/>
                </a:solidFill>
                <a:latin typeface="Times New Roman"/>
                <a:ea typeface="Times New Roman"/>
                <a:cs typeface="Times New Roman"/>
                <a:sym typeface="Times New Roman"/>
              </a:rPr>
              <a:t>đồng bộ, nhất quán</a:t>
            </a:r>
            <a:endParaRPr b="1" sz="2500">
              <a:solidFill>
                <a:srgbClr val="000000"/>
              </a:solidFill>
              <a:latin typeface="Times New Roman"/>
              <a:ea typeface="Times New Roman"/>
              <a:cs typeface="Times New Roman"/>
              <a:sym typeface="Times New Roman"/>
            </a:endParaRPr>
          </a:p>
        </p:txBody>
      </p:sp>
      <p:sp>
        <p:nvSpPr>
          <p:cNvPr id="275" name="Google Shape;275;p7"/>
          <p:cNvSpPr txBox="1"/>
          <p:nvPr/>
        </p:nvSpPr>
        <p:spPr>
          <a:xfrm>
            <a:off x="188367" y="475046"/>
            <a:ext cx="173136" cy="421334"/>
          </a:xfrm>
          <a:prstGeom prst="rect">
            <a:avLst/>
          </a:prstGeom>
          <a:noFill/>
          <a:ln>
            <a:noFill/>
          </a:ln>
        </p:spPr>
        <p:txBody>
          <a:bodyPr anchorCtr="0" anchor="t" bIns="0" lIns="0" spcFirstLastPara="1" rIns="0" wrap="square" tIns="0">
            <a:spAutoFit/>
          </a:bodyPr>
          <a:lstStyle/>
          <a:p>
            <a:pPr indent="0" lvl="0" marL="0" marR="0" rtl="0" algn="l">
              <a:lnSpc>
                <a:spcPct val="140199"/>
              </a:lnSpc>
              <a:spcBef>
                <a:spcPts val="0"/>
              </a:spcBef>
              <a:spcAft>
                <a:spcPts val="0"/>
              </a:spcAft>
              <a:buNone/>
            </a:pPr>
            <a:r>
              <a:rPr lang="en-US" sz="1204">
                <a:solidFill>
                  <a:srgbClr val="FFFFFF"/>
                </a:solidFill>
                <a:latin typeface="Open Sans"/>
                <a:ea typeface="Open Sans"/>
                <a:cs typeface="Open Sans"/>
                <a:sym typeface="Open Sans"/>
              </a:rPr>
              <a:t>05</a:t>
            </a:r>
            <a:endParaRPr/>
          </a:p>
        </p:txBody>
      </p:sp>
      <p:sp>
        <p:nvSpPr>
          <p:cNvPr id="276" name="Google Shape;276;p7"/>
          <p:cNvSpPr txBox="1"/>
          <p:nvPr/>
        </p:nvSpPr>
        <p:spPr>
          <a:xfrm>
            <a:off x="2567637" y="597717"/>
            <a:ext cx="16449138" cy="828175"/>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lang="en-US" sz="4499">
                <a:solidFill>
                  <a:srgbClr val="16418E"/>
                </a:solidFill>
                <a:latin typeface="Inter"/>
                <a:ea typeface="Inter"/>
                <a:cs typeface="Inter"/>
                <a:sym typeface="Inter"/>
              </a:rPr>
              <a:t>LỢI ÍCH CỦA GIẢI PHÁP</a:t>
            </a:r>
            <a:endParaRPr/>
          </a:p>
        </p:txBody>
      </p:sp>
      <p:sp>
        <p:nvSpPr>
          <p:cNvPr id="277" name="Google Shape;277;p7"/>
          <p:cNvSpPr txBox="1"/>
          <p:nvPr/>
        </p:nvSpPr>
        <p:spPr>
          <a:xfrm>
            <a:off x="695340" y="5093066"/>
            <a:ext cx="4162783" cy="1710212"/>
          </a:xfrm>
          <a:prstGeom prst="rect">
            <a:avLst/>
          </a:prstGeom>
          <a:noFill/>
          <a:ln>
            <a:noFill/>
          </a:ln>
        </p:spPr>
        <p:txBody>
          <a:bodyPr anchorCtr="0" anchor="t" bIns="0" lIns="0" spcFirstLastPara="1" rIns="0" wrap="square" tIns="0">
            <a:spAutoFit/>
          </a:bodyPr>
          <a:lstStyle/>
          <a:p>
            <a:pPr indent="0" lvl="0" marL="0" marR="0" rtl="0" algn="l">
              <a:lnSpc>
                <a:spcPct val="134040"/>
              </a:lnSpc>
              <a:spcBef>
                <a:spcPts val="0"/>
              </a:spcBef>
              <a:spcAft>
                <a:spcPts val="0"/>
              </a:spcAft>
              <a:buNone/>
            </a:pPr>
            <a:r>
              <a:rPr b="1" lang="en-US" sz="2500">
                <a:solidFill>
                  <a:srgbClr val="000000"/>
                </a:solidFill>
                <a:latin typeface="Times New Roman"/>
                <a:ea typeface="Times New Roman"/>
                <a:cs typeface="Times New Roman"/>
                <a:sym typeface="Times New Roman"/>
              </a:rPr>
              <a:t>Giảm rủi ro </a:t>
            </a:r>
            <a:r>
              <a:rPr lang="en-US" sz="2500">
                <a:solidFill>
                  <a:srgbClr val="000000"/>
                </a:solidFill>
                <a:latin typeface="Times New Roman"/>
                <a:ea typeface="Times New Roman"/>
                <a:cs typeface="Times New Roman"/>
                <a:sym typeface="Times New Roman"/>
              </a:rPr>
              <a:t>cho giao dịch với khả năng xác thực danh tính chính xác, tránh giả mạo, phân biệt CCCD giả</a:t>
            </a:r>
            <a:endParaRPr sz="2500">
              <a:solidFill>
                <a:srgbClr val="000000"/>
              </a:solidFill>
              <a:latin typeface="Times New Roman"/>
              <a:ea typeface="Times New Roman"/>
              <a:cs typeface="Times New Roman"/>
              <a:sym typeface="Times New Roman"/>
            </a:endParaRPr>
          </a:p>
        </p:txBody>
      </p:sp>
      <p:sp>
        <p:nvSpPr>
          <p:cNvPr id="278" name="Google Shape;278;p7"/>
          <p:cNvSpPr txBox="1"/>
          <p:nvPr/>
        </p:nvSpPr>
        <p:spPr>
          <a:xfrm>
            <a:off x="621161" y="7962449"/>
            <a:ext cx="4877564" cy="1274195"/>
          </a:xfrm>
          <a:prstGeom prst="rect">
            <a:avLst/>
          </a:prstGeom>
          <a:noFill/>
          <a:ln>
            <a:noFill/>
          </a:ln>
        </p:spPr>
        <p:txBody>
          <a:bodyPr anchorCtr="0" anchor="t" bIns="0" lIns="0" spcFirstLastPara="1" rIns="0" wrap="square" tIns="0">
            <a:spAutoFit/>
          </a:bodyPr>
          <a:lstStyle/>
          <a:p>
            <a:pPr indent="0" lvl="0" marL="0" marR="0" rtl="0" algn="l">
              <a:lnSpc>
                <a:spcPct val="134040"/>
              </a:lnSpc>
              <a:spcBef>
                <a:spcPts val="0"/>
              </a:spcBef>
              <a:spcAft>
                <a:spcPts val="0"/>
              </a:spcAft>
              <a:buNone/>
            </a:pPr>
            <a:r>
              <a:rPr b="1" lang="en-US" sz="2500">
                <a:solidFill>
                  <a:srgbClr val="000000"/>
                </a:solidFill>
                <a:latin typeface="Times New Roman"/>
                <a:ea typeface="Times New Roman"/>
                <a:cs typeface="Times New Roman"/>
                <a:sym typeface="Times New Roman"/>
              </a:rPr>
              <a:t>Phương án triển khai linh hoạt </a:t>
            </a:r>
            <a:r>
              <a:rPr lang="en-US" sz="2500">
                <a:solidFill>
                  <a:srgbClr val="000000"/>
                </a:solidFill>
                <a:latin typeface="Times New Roman"/>
                <a:ea typeface="Times New Roman"/>
                <a:cs typeface="Times New Roman"/>
                <a:sym typeface="Times New Roman"/>
              </a:rPr>
              <a:t>phù hợp với tổ chức chú trọng thời gian triển khai và chi phí</a:t>
            </a:r>
            <a:endParaRPr sz="2500">
              <a:solidFill>
                <a:srgbClr val="000000"/>
              </a:solidFill>
              <a:latin typeface="Times New Roman"/>
              <a:ea typeface="Times New Roman"/>
              <a:cs typeface="Times New Roman"/>
              <a:sym typeface="Times New Roman"/>
            </a:endParaRPr>
          </a:p>
        </p:txBody>
      </p:sp>
      <p:sp>
        <p:nvSpPr>
          <p:cNvPr id="279" name="Google Shape;279;p7"/>
          <p:cNvSpPr txBox="1"/>
          <p:nvPr/>
        </p:nvSpPr>
        <p:spPr>
          <a:xfrm>
            <a:off x="12374637" y="2218116"/>
            <a:ext cx="4610858" cy="1274195"/>
          </a:xfrm>
          <a:prstGeom prst="rect">
            <a:avLst/>
          </a:prstGeom>
          <a:noFill/>
          <a:ln>
            <a:noFill/>
          </a:ln>
        </p:spPr>
        <p:txBody>
          <a:bodyPr anchorCtr="0" anchor="t" bIns="0" lIns="0" spcFirstLastPara="1" rIns="0" wrap="square" tIns="0">
            <a:spAutoFit/>
          </a:bodyPr>
          <a:lstStyle/>
          <a:p>
            <a:pPr indent="0" lvl="0" marL="0" marR="0" rtl="0" algn="l">
              <a:lnSpc>
                <a:spcPct val="134040"/>
              </a:lnSpc>
              <a:spcBef>
                <a:spcPts val="0"/>
              </a:spcBef>
              <a:spcAft>
                <a:spcPts val="0"/>
              </a:spcAft>
              <a:buNone/>
            </a:pPr>
            <a:r>
              <a:rPr b="1" lang="en-US" sz="2500">
                <a:solidFill>
                  <a:srgbClr val="000000"/>
                </a:solidFill>
                <a:latin typeface="Times New Roman"/>
                <a:ea typeface="Times New Roman"/>
                <a:cs typeface="Times New Roman"/>
                <a:sym typeface="Times New Roman"/>
              </a:rPr>
              <a:t>Tối ưu hóa chi phí</a:t>
            </a:r>
            <a:r>
              <a:rPr lang="en-US" sz="2500">
                <a:solidFill>
                  <a:srgbClr val="000000"/>
                </a:solidFill>
                <a:latin typeface="Times New Roman"/>
                <a:ea typeface="Times New Roman"/>
                <a:cs typeface="Times New Roman"/>
                <a:sym typeface="Times New Roman"/>
              </a:rPr>
              <a:t>, đối sánh ngay trong chip (MOC), loại bỏ yêu cầu đầu tư thêm hệ thống xác thực</a:t>
            </a:r>
            <a:endParaRPr sz="2500">
              <a:solidFill>
                <a:srgbClr val="000000"/>
              </a:solidFill>
              <a:latin typeface="Times New Roman"/>
              <a:ea typeface="Times New Roman"/>
              <a:cs typeface="Times New Roman"/>
              <a:sym typeface="Times New Roman"/>
            </a:endParaRPr>
          </a:p>
        </p:txBody>
      </p:sp>
      <p:sp>
        <p:nvSpPr>
          <p:cNvPr id="280" name="Google Shape;280;p7"/>
          <p:cNvSpPr txBox="1"/>
          <p:nvPr/>
        </p:nvSpPr>
        <p:spPr>
          <a:xfrm>
            <a:off x="13439087" y="5291466"/>
            <a:ext cx="4439472" cy="1274195"/>
          </a:xfrm>
          <a:prstGeom prst="rect">
            <a:avLst/>
          </a:prstGeom>
          <a:noFill/>
          <a:ln>
            <a:noFill/>
          </a:ln>
        </p:spPr>
        <p:txBody>
          <a:bodyPr anchorCtr="0" anchor="t" bIns="0" lIns="0" spcFirstLastPara="1" rIns="0" wrap="square" tIns="0">
            <a:spAutoFit/>
          </a:bodyPr>
          <a:lstStyle/>
          <a:p>
            <a:pPr indent="0" lvl="0" marL="0" marR="0" rtl="0" algn="l">
              <a:lnSpc>
                <a:spcPct val="134040"/>
              </a:lnSpc>
              <a:spcBef>
                <a:spcPts val="0"/>
              </a:spcBef>
              <a:spcAft>
                <a:spcPts val="0"/>
              </a:spcAft>
              <a:buNone/>
            </a:pPr>
            <a:r>
              <a:rPr b="1" lang="en-US" sz="2500">
                <a:solidFill>
                  <a:srgbClr val="000000"/>
                </a:solidFill>
                <a:latin typeface="Times New Roman"/>
                <a:ea typeface="Times New Roman"/>
                <a:cs typeface="Times New Roman"/>
                <a:sym typeface="Times New Roman"/>
              </a:rPr>
              <a:t>Xác thực sinh trắc học (vân tay và khuôn mặt)</a:t>
            </a:r>
            <a:r>
              <a:rPr lang="en-US" sz="2500">
                <a:solidFill>
                  <a:srgbClr val="000000"/>
                </a:solidFill>
                <a:latin typeface="Times New Roman"/>
                <a:ea typeface="Times New Roman"/>
                <a:cs typeface="Times New Roman"/>
                <a:sym typeface="Times New Roman"/>
              </a:rPr>
              <a:t> giúp tăng cường bảo mật và đảm bảo chính xác</a:t>
            </a:r>
            <a:endParaRPr sz="2500">
              <a:solidFill>
                <a:srgbClr val="000000"/>
              </a:solidFill>
              <a:latin typeface="Times New Roman"/>
              <a:ea typeface="Times New Roman"/>
              <a:cs typeface="Times New Roman"/>
              <a:sym typeface="Times New Roman"/>
            </a:endParaRPr>
          </a:p>
        </p:txBody>
      </p:sp>
      <p:sp>
        <p:nvSpPr>
          <p:cNvPr id="281" name="Google Shape;281;p7"/>
          <p:cNvSpPr txBox="1"/>
          <p:nvPr/>
        </p:nvSpPr>
        <p:spPr>
          <a:xfrm>
            <a:off x="12213583" y="8371332"/>
            <a:ext cx="3593853" cy="838178"/>
          </a:xfrm>
          <a:prstGeom prst="rect">
            <a:avLst/>
          </a:prstGeom>
          <a:noFill/>
          <a:ln>
            <a:noFill/>
          </a:ln>
        </p:spPr>
        <p:txBody>
          <a:bodyPr anchorCtr="0" anchor="t" bIns="0" lIns="0" spcFirstLastPara="1" rIns="0" wrap="square" tIns="0">
            <a:spAutoFit/>
          </a:bodyPr>
          <a:lstStyle/>
          <a:p>
            <a:pPr indent="0" lvl="0" marL="0" marR="0" rtl="0" algn="l">
              <a:lnSpc>
                <a:spcPct val="134040"/>
              </a:lnSpc>
              <a:spcBef>
                <a:spcPts val="0"/>
              </a:spcBef>
              <a:spcAft>
                <a:spcPts val="0"/>
              </a:spcAft>
              <a:buNone/>
            </a:pPr>
            <a:r>
              <a:rPr b="1" lang="en-US" sz="2500">
                <a:solidFill>
                  <a:srgbClr val="000000"/>
                </a:solidFill>
                <a:latin typeface="Times New Roman"/>
                <a:ea typeface="Times New Roman"/>
                <a:cs typeface="Times New Roman"/>
                <a:sym typeface="Times New Roman"/>
              </a:rPr>
              <a:t>Giảm giấy tờ, chi phí và thời gian </a:t>
            </a:r>
            <a:r>
              <a:rPr lang="en-US" sz="2500">
                <a:solidFill>
                  <a:srgbClr val="000000"/>
                </a:solidFill>
                <a:latin typeface="Times New Roman"/>
                <a:ea typeface="Times New Roman"/>
                <a:cs typeface="Times New Roman"/>
                <a:sym typeface="Times New Roman"/>
              </a:rPr>
              <a:t>của công dân</a:t>
            </a:r>
            <a:endParaRPr sz="2500">
              <a:solidFill>
                <a:srgbClr val="000000"/>
              </a:solidFill>
              <a:latin typeface="Times New Roman"/>
              <a:ea typeface="Times New Roman"/>
              <a:cs typeface="Times New Roman"/>
              <a:sym typeface="Times New Roman"/>
            </a:endParaRPr>
          </a:p>
        </p:txBody>
      </p:sp>
      <p:pic>
        <p:nvPicPr>
          <p:cNvPr id="282" name="Google Shape;282;p7"/>
          <p:cNvPicPr preferRelativeResize="0"/>
          <p:nvPr/>
        </p:nvPicPr>
        <p:blipFill rotWithShape="1">
          <a:blip r:embed="rId75">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8"/>
          <p:cNvSpPr/>
          <p:nvPr/>
        </p:nvSpPr>
        <p:spPr>
          <a:xfrm>
            <a:off x="15616615" y="7760542"/>
            <a:ext cx="3628368" cy="3623787"/>
          </a:xfrm>
          <a:custGeom>
            <a:rect b="b" l="l" r="r" t="t"/>
            <a:pathLst>
              <a:path extrusionOk="0" h="3623787" w="3628368">
                <a:moveTo>
                  <a:pt x="0" y="0"/>
                </a:moveTo>
                <a:lnTo>
                  <a:pt x="3628368" y="0"/>
                </a:lnTo>
                <a:lnTo>
                  <a:pt x="3628368" y="3623787"/>
                </a:lnTo>
                <a:lnTo>
                  <a:pt x="0" y="3623787"/>
                </a:lnTo>
                <a:lnTo>
                  <a:pt x="0" y="0"/>
                </a:lnTo>
                <a:close/>
              </a:path>
            </a:pathLst>
          </a:custGeom>
          <a:blipFill rotWithShape="1">
            <a:blip r:embed="rId3">
              <a:alphaModFix/>
            </a:blip>
            <a:stretch>
              <a:fillRect b="0" l="0" r="0" t="0"/>
            </a:stretch>
          </a:blipFill>
          <a:ln>
            <a:noFill/>
          </a:ln>
        </p:spPr>
      </p:sp>
      <p:sp>
        <p:nvSpPr>
          <p:cNvPr id="288" name="Google Shape;288;p8"/>
          <p:cNvSpPr/>
          <p:nvPr/>
        </p:nvSpPr>
        <p:spPr>
          <a:xfrm>
            <a:off x="4089654" y="921258"/>
            <a:ext cx="8794242" cy="8794242"/>
          </a:xfrm>
          <a:custGeom>
            <a:rect b="b" l="l" r="r" t="t"/>
            <a:pathLst>
              <a:path extrusionOk="0" h="5862828" w="5862828">
                <a:moveTo>
                  <a:pt x="0" y="0"/>
                </a:moveTo>
                <a:lnTo>
                  <a:pt x="5862828" y="0"/>
                </a:lnTo>
                <a:lnTo>
                  <a:pt x="5862828" y="5862828"/>
                </a:lnTo>
                <a:lnTo>
                  <a:pt x="0" y="5862828"/>
                </a:lnTo>
                <a:lnTo>
                  <a:pt x="0" y="0"/>
                </a:lnTo>
                <a:close/>
              </a:path>
            </a:pathLst>
          </a:custGeom>
          <a:blipFill rotWithShape="1">
            <a:blip r:embed="rId4">
              <a:alphaModFix/>
            </a:blip>
            <a:stretch>
              <a:fillRect b="0" l="0" r="0" t="0"/>
            </a:stretch>
          </a:blipFill>
          <a:ln>
            <a:noFill/>
          </a:ln>
        </p:spPr>
      </p:sp>
      <p:sp>
        <p:nvSpPr>
          <p:cNvPr id="289" name="Google Shape;289;p8"/>
          <p:cNvSpPr/>
          <p:nvPr/>
        </p:nvSpPr>
        <p:spPr>
          <a:xfrm>
            <a:off x="1228397" y="1200908"/>
            <a:ext cx="15956981" cy="7377623"/>
          </a:xfrm>
          <a:custGeom>
            <a:rect b="b" l="l" r="r" t="t"/>
            <a:pathLst>
              <a:path extrusionOk="0" h="4918415" w="10637987">
                <a:moveTo>
                  <a:pt x="0" y="0"/>
                </a:moveTo>
                <a:lnTo>
                  <a:pt x="10637987" y="0"/>
                </a:lnTo>
                <a:lnTo>
                  <a:pt x="10637987" y="4918415"/>
                </a:lnTo>
                <a:lnTo>
                  <a:pt x="0" y="4918415"/>
                </a:lnTo>
                <a:lnTo>
                  <a:pt x="0" y="0"/>
                </a:lnTo>
                <a:close/>
              </a:path>
            </a:pathLst>
          </a:custGeom>
          <a:blipFill rotWithShape="1">
            <a:blip r:embed="rId5">
              <a:alphaModFix/>
            </a:blip>
            <a:stretch>
              <a:fillRect b="0" l="0" r="0" t="0"/>
            </a:stretch>
          </a:blipFill>
          <a:ln>
            <a:noFill/>
          </a:ln>
        </p:spPr>
      </p:sp>
      <p:sp>
        <p:nvSpPr>
          <p:cNvPr id="290" name="Google Shape;290;p8"/>
          <p:cNvSpPr/>
          <p:nvPr/>
        </p:nvSpPr>
        <p:spPr>
          <a:xfrm>
            <a:off x="1975104" y="6887718"/>
            <a:ext cx="802386" cy="802386"/>
          </a:xfrm>
          <a:custGeom>
            <a:rect b="b" l="l" r="r" t="t"/>
            <a:pathLst>
              <a:path extrusionOk="0" h="534924" w="534924">
                <a:moveTo>
                  <a:pt x="0" y="0"/>
                </a:moveTo>
                <a:lnTo>
                  <a:pt x="534924" y="0"/>
                </a:lnTo>
                <a:lnTo>
                  <a:pt x="534924" y="534924"/>
                </a:lnTo>
                <a:lnTo>
                  <a:pt x="0" y="534924"/>
                </a:lnTo>
                <a:lnTo>
                  <a:pt x="0" y="0"/>
                </a:lnTo>
                <a:close/>
              </a:path>
            </a:pathLst>
          </a:custGeom>
          <a:blipFill rotWithShape="1">
            <a:blip r:embed="rId6">
              <a:alphaModFix/>
            </a:blip>
            <a:stretch>
              <a:fillRect b="0" l="0" r="0" t="0"/>
            </a:stretch>
          </a:blipFill>
          <a:ln>
            <a:noFill/>
          </a:ln>
        </p:spPr>
      </p:sp>
      <p:sp>
        <p:nvSpPr>
          <p:cNvPr id="291" name="Google Shape;291;p8"/>
          <p:cNvSpPr/>
          <p:nvPr/>
        </p:nvSpPr>
        <p:spPr>
          <a:xfrm>
            <a:off x="4693158" y="6791706"/>
            <a:ext cx="825246" cy="825246"/>
          </a:xfrm>
          <a:custGeom>
            <a:rect b="b" l="l" r="r" t="t"/>
            <a:pathLst>
              <a:path extrusionOk="0" h="550164" w="550164">
                <a:moveTo>
                  <a:pt x="0" y="0"/>
                </a:moveTo>
                <a:lnTo>
                  <a:pt x="550164" y="0"/>
                </a:lnTo>
                <a:lnTo>
                  <a:pt x="550164" y="550164"/>
                </a:lnTo>
                <a:lnTo>
                  <a:pt x="0" y="550164"/>
                </a:lnTo>
                <a:lnTo>
                  <a:pt x="0" y="0"/>
                </a:lnTo>
                <a:close/>
              </a:path>
            </a:pathLst>
          </a:custGeom>
          <a:blipFill rotWithShape="1">
            <a:blip r:embed="rId7">
              <a:alphaModFix/>
            </a:blip>
            <a:stretch>
              <a:fillRect b="0" l="0" r="0" t="0"/>
            </a:stretch>
          </a:blipFill>
          <a:ln>
            <a:noFill/>
          </a:ln>
        </p:spPr>
      </p:sp>
      <p:sp>
        <p:nvSpPr>
          <p:cNvPr id="292" name="Google Shape;292;p8"/>
          <p:cNvSpPr/>
          <p:nvPr/>
        </p:nvSpPr>
        <p:spPr>
          <a:xfrm>
            <a:off x="7338060" y="6743700"/>
            <a:ext cx="930402" cy="930402"/>
          </a:xfrm>
          <a:custGeom>
            <a:rect b="b" l="l" r="r" t="t"/>
            <a:pathLst>
              <a:path extrusionOk="0" h="620268" w="620268">
                <a:moveTo>
                  <a:pt x="0" y="0"/>
                </a:moveTo>
                <a:lnTo>
                  <a:pt x="620268" y="0"/>
                </a:lnTo>
                <a:lnTo>
                  <a:pt x="620268" y="620268"/>
                </a:lnTo>
                <a:lnTo>
                  <a:pt x="0" y="620268"/>
                </a:lnTo>
                <a:lnTo>
                  <a:pt x="0" y="0"/>
                </a:lnTo>
                <a:close/>
              </a:path>
            </a:pathLst>
          </a:custGeom>
          <a:blipFill rotWithShape="1">
            <a:blip r:embed="rId8">
              <a:alphaModFix/>
            </a:blip>
            <a:stretch>
              <a:fillRect b="0" l="0" r="0" t="0"/>
            </a:stretch>
          </a:blipFill>
          <a:ln>
            <a:noFill/>
          </a:ln>
        </p:spPr>
      </p:sp>
      <p:sp>
        <p:nvSpPr>
          <p:cNvPr id="293" name="Google Shape;293;p8"/>
          <p:cNvSpPr/>
          <p:nvPr/>
        </p:nvSpPr>
        <p:spPr>
          <a:xfrm>
            <a:off x="10158984" y="6809994"/>
            <a:ext cx="877824" cy="877824"/>
          </a:xfrm>
          <a:custGeom>
            <a:rect b="b" l="l" r="r" t="t"/>
            <a:pathLst>
              <a:path extrusionOk="0" h="585216" w="585216">
                <a:moveTo>
                  <a:pt x="0" y="0"/>
                </a:moveTo>
                <a:lnTo>
                  <a:pt x="585216" y="0"/>
                </a:lnTo>
                <a:lnTo>
                  <a:pt x="585216" y="585216"/>
                </a:lnTo>
                <a:lnTo>
                  <a:pt x="0" y="585216"/>
                </a:lnTo>
                <a:lnTo>
                  <a:pt x="0" y="0"/>
                </a:lnTo>
                <a:close/>
              </a:path>
            </a:pathLst>
          </a:custGeom>
          <a:blipFill rotWithShape="1">
            <a:blip r:embed="rId9">
              <a:alphaModFix/>
            </a:blip>
            <a:stretch>
              <a:fillRect b="0" l="0" r="0" t="0"/>
            </a:stretch>
          </a:blipFill>
          <a:ln>
            <a:noFill/>
          </a:ln>
        </p:spPr>
      </p:sp>
      <p:sp>
        <p:nvSpPr>
          <p:cNvPr id="294" name="Google Shape;294;p8"/>
          <p:cNvSpPr/>
          <p:nvPr/>
        </p:nvSpPr>
        <p:spPr>
          <a:xfrm>
            <a:off x="15647670" y="6885432"/>
            <a:ext cx="786384" cy="788670"/>
          </a:xfrm>
          <a:custGeom>
            <a:rect b="b" l="l" r="r" t="t"/>
            <a:pathLst>
              <a:path extrusionOk="0" h="525780" w="524256">
                <a:moveTo>
                  <a:pt x="0" y="0"/>
                </a:moveTo>
                <a:lnTo>
                  <a:pt x="524256" y="0"/>
                </a:lnTo>
                <a:lnTo>
                  <a:pt x="524256" y="525780"/>
                </a:lnTo>
                <a:lnTo>
                  <a:pt x="0" y="525780"/>
                </a:lnTo>
                <a:lnTo>
                  <a:pt x="0" y="0"/>
                </a:lnTo>
                <a:close/>
              </a:path>
            </a:pathLst>
          </a:custGeom>
          <a:blipFill rotWithShape="1">
            <a:blip r:embed="rId10">
              <a:alphaModFix/>
            </a:blip>
            <a:stretch>
              <a:fillRect b="0" l="0" r="0" t="0"/>
            </a:stretch>
          </a:blipFill>
          <a:ln>
            <a:noFill/>
          </a:ln>
        </p:spPr>
      </p:sp>
      <p:sp>
        <p:nvSpPr>
          <p:cNvPr id="295" name="Google Shape;295;p8"/>
          <p:cNvSpPr/>
          <p:nvPr/>
        </p:nvSpPr>
        <p:spPr>
          <a:xfrm>
            <a:off x="12865608" y="6880860"/>
            <a:ext cx="857250" cy="857250"/>
          </a:xfrm>
          <a:custGeom>
            <a:rect b="b" l="l" r="r" t="t"/>
            <a:pathLst>
              <a:path extrusionOk="0" h="571500" w="571500">
                <a:moveTo>
                  <a:pt x="0" y="0"/>
                </a:moveTo>
                <a:lnTo>
                  <a:pt x="571500" y="0"/>
                </a:lnTo>
                <a:lnTo>
                  <a:pt x="571500" y="571500"/>
                </a:lnTo>
                <a:lnTo>
                  <a:pt x="0" y="571500"/>
                </a:lnTo>
                <a:lnTo>
                  <a:pt x="0" y="0"/>
                </a:lnTo>
                <a:close/>
              </a:path>
            </a:pathLst>
          </a:custGeom>
          <a:blipFill rotWithShape="1">
            <a:blip r:embed="rId11">
              <a:alphaModFix/>
            </a:blip>
            <a:stretch>
              <a:fillRect b="0" l="0" r="0" t="0"/>
            </a:stretch>
          </a:blipFill>
          <a:ln>
            <a:noFill/>
          </a:ln>
        </p:spPr>
      </p:sp>
      <p:sp>
        <p:nvSpPr>
          <p:cNvPr id="296" name="Google Shape;296;p8"/>
          <p:cNvSpPr txBox="1"/>
          <p:nvPr/>
        </p:nvSpPr>
        <p:spPr>
          <a:xfrm>
            <a:off x="8032619" y="2150312"/>
            <a:ext cx="2266998" cy="1931747"/>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3150">
                <a:solidFill>
                  <a:srgbClr val="000000"/>
                </a:solidFill>
                <a:latin typeface="Open Sans"/>
                <a:ea typeface="Open Sans"/>
                <a:cs typeface="Open Sans"/>
                <a:sym typeface="Open Sans"/>
              </a:rPr>
              <a:t>Dịch</a:t>
            </a:r>
            <a:r>
              <a:rPr lang="en-US" sz="3150">
                <a:solidFill>
                  <a:srgbClr val="FFFFFF"/>
                </a:solidFill>
                <a:latin typeface="Open Sans"/>
                <a:ea typeface="Open Sans"/>
                <a:cs typeface="Open Sans"/>
                <a:sym typeface="Open Sans"/>
              </a:rPr>
              <a:t> </a:t>
            </a:r>
            <a:r>
              <a:rPr lang="en-US" sz="3150">
                <a:solidFill>
                  <a:srgbClr val="000000"/>
                </a:solidFill>
                <a:latin typeface="Open Sans"/>
                <a:ea typeface="Open Sans"/>
                <a:cs typeface="Open Sans"/>
                <a:sym typeface="Open Sans"/>
              </a:rPr>
              <a:t>vụ xác</a:t>
            </a:r>
            <a:r>
              <a:rPr lang="en-US" sz="3150">
                <a:solidFill>
                  <a:srgbClr val="FFFFFF"/>
                </a:solidFill>
                <a:latin typeface="Open Sans"/>
                <a:ea typeface="Open Sans"/>
                <a:cs typeface="Open Sans"/>
                <a:sym typeface="Open Sans"/>
              </a:rPr>
              <a:t> </a:t>
            </a:r>
            <a:r>
              <a:rPr lang="en-US" sz="3150">
                <a:solidFill>
                  <a:srgbClr val="000000"/>
                </a:solidFill>
                <a:latin typeface="Open Sans"/>
                <a:ea typeface="Open Sans"/>
                <a:cs typeface="Open Sans"/>
                <a:sym typeface="Open Sans"/>
              </a:rPr>
              <a:t>thực</a:t>
            </a:r>
            <a:r>
              <a:rPr lang="en-US" sz="3150">
                <a:solidFill>
                  <a:srgbClr val="FFFFFF"/>
                </a:solidFill>
                <a:latin typeface="Open Sans"/>
                <a:ea typeface="Open Sans"/>
                <a:cs typeface="Open Sans"/>
                <a:sym typeface="Open Sans"/>
              </a:rPr>
              <a:t> </a:t>
            </a:r>
            <a:r>
              <a:rPr lang="en-US" sz="3150">
                <a:solidFill>
                  <a:srgbClr val="000000"/>
                </a:solidFill>
                <a:latin typeface="Open Sans"/>
                <a:ea typeface="Open Sans"/>
                <a:cs typeface="Open Sans"/>
                <a:sym typeface="Open Sans"/>
              </a:rPr>
              <a:t>– định</a:t>
            </a:r>
            <a:r>
              <a:rPr lang="en-US" sz="3150">
                <a:solidFill>
                  <a:srgbClr val="FFFFFF"/>
                </a:solidFill>
                <a:latin typeface="Open Sans"/>
                <a:ea typeface="Open Sans"/>
                <a:cs typeface="Open Sans"/>
                <a:sym typeface="Open Sans"/>
              </a:rPr>
              <a:t> </a:t>
            </a:r>
            <a:r>
              <a:rPr lang="en-US" sz="3150">
                <a:solidFill>
                  <a:srgbClr val="000000"/>
                </a:solidFill>
                <a:latin typeface="Open Sans"/>
                <a:ea typeface="Open Sans"/>
                <a:cs typeface="Open Sans"/>
                <a:sym typeface="Open Sans"/>
              </a:rPr>
              <a:t>danh khách</a:t>
            </a:r>
            <a:r>
              <a:rPr lang="en-US" sz="3150">
                <a:solidFill>
                  <a:srgbClr val="FFFFFF"/>
                </a:solidFill>
                <a:latin typeface="Open Sans"/>
                <a:ea typeface="Open Sans"/>
                <a:cs typeface="Open Sans"/>
                <a:sym typeface="Open Sans"/>
              </a:rPr>
              <a:t> </a:t>
            </a:r>
            <a:r>
              <a:rPr lang="en-US" sz="3150">
                <a:solidFill>
                  <a:srgbClr val="000000"/>
                </a:solidFill>
                <a:latin typeface="Open Sans"/>
                <a:ea typeface="Open Sans"/>
                <a:cs typeface="Open Sans"/>
                <a:sym typeface="Open Sans"/>
              </a:rPr>
              <a:t>hàng</a:t>
            </a:r>
            <a:endParaRPr sz="3150">
              <a:solidFill>
                <a:srgbClr val="000000"/>
              </a:solidFill>
              <a:latin typeface="Open Sans"/>
              <a:ea typeface="Open Sans"/>
              <a:cs typeface="Open Sans"/>
              <a:sym typeface="Open Sans"/>
            </a:endParaRPr>
          </a:p>
        </p:txBody>
      </p:sp>
      <p:sp>
        <p:nvSpPr>
          <p:cNvPr id="297" name="Google Shape;297;p8"/>
          <p:cNvSpPr txBox="1"/>
          <p:nvPr/>
        </p:nvSpPr>
        <p:spPr>
          <a:xfrm>
            <a:off x="1657351" y="8675642"/>
            <a:ext cx="1516790" cy="692497"/>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lang="en-US" sz="2250">
                <a:solidFill>
                  <a:srgbClr val="000000"/>
                </a:solidFill>
                <a:latin typeface="Open Sans"/>
                <a:ea typeface="Open Sans"/>
                <a:cs typeface="Open Sans"/>
                <a:sym typeface="Open Sans"/>
              </a:rPr>
              <a:t>Tài chính – Ngân hàng</a:t>
            </a:r>
            <a:endParaRPr/>
          </a:p>
        </p:txBody>
      </p:sp>
      <p:sp>
        <p:nvSpPr>
          <p:cNvPr id="298" name="Google Shape;298;p8"/>
          <p:cNvSpPr txBox="1"/>
          <p:nvPr/>
        </p:nvSpPr>
        <p:spPr>
          <a:xfrm>
            <a:off x="4767640" y="8678843"/>
            <a:ext cx="822518" cy="3462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250">
                <a:solidFill>
                  <a:srgbClr val="000000"/>
                </a:solidFill>
                <a:latin typeface="Open Sans"/>
                <a:ea typeface="Open Sans"/>
                <a:cs typeface="Open Sans"/>
                <a:sym typeface="Open Sans"/>
              </a:rPr>
              <a:t>Cổng </a:t>
            </a:r>
            <a:endParaRPr/>
          </a:p>
        </p:txBody>
      </p:sp>
      <p:sp>
        <p:nvSpPr>
          <p:cNvPr id="299" name="Google Shape;299;p8"/>
          <p:cNvSpPr txBox="1"/>
          <p:nvPr/>
        </p:nvSpPr>
        <p:spPr>
          <a:xfrm>
            <a:off x="4401880" y="9021743"/>
            <a:ext cx="1487930" cy="3462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250">
                <a:solidFill>
                  <a:srgbClr val="000000"/>
                </a:solidFill>
                <a:latin typeface="Open Sans"/>
                <a:ea typeface="Open Sans"/>
                <a:cs typeface="Open Sans"/>
                <a:sym typeface="Open Sans"/>
              </a:rPr>
              <a:t>thanh toán</a:t>
            </a:r>
            <a:endParaRPr/>
          </a:p>
        </p:txBody>
      </p:sp>
      <p:sp>
        <p:nvSpPr>
          <p:cNvPr id="300" name="Google Shape;300;p8"/>
          <p:cNvSpPr txBox="1"/>
          <p:nvPr/>
        </p:nvSpPr>
        <p:spPr>
          <a:xfrm>
            <a:off x="7171182" y="8903443"/>
            <a:ext cx="1502217" cy="38222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250">
                <a:solidFill>
                  <a:srgbClr val="000000"/>
                </a:solidFill>
                <a:latin typeface="Open Sans"/>
                <a:ea typeface="Open Sans"/>
                <a:cs typeface="Open Sans"/>
                <a:sym typeface="Open Sans"/>
              </a:rPr>
              <a:t>Viễn thông</a:t>
            </a:r>
            <a:endParaRPr/>
          </a:p>
        </p:txBody>
      </p:sp>
      <p:sp>
        <p:nvSpPr>
          <p:cNvPr id="301" name="Google Shape;301;p8"/>
          <p:cNvSpPr txBox="1"/>
          <p:nvPr/>
        </p:nvSpPr>
        <p:spPr>
          <a:xfrm>
            <a:off x="10394443" y="8651983"/>
            <a:ext cx="822518" cy="38222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250">
                <a:solidFill>
                  <a:srgbClr val="000000"/>
                </a:solidFill>
                <a:latin typeface="Open Sans"/>
                <a:ea typeface="Open Sans"/>
                <a:cs typeface="Open Sans"/>
                <a:sym typeface="Open Sans"/>
              </a:rPr>
              <a:t>Cổng </a:t>
            </a:r>
            <a:endParaRPr/>
          </a:p>
        </p:txBody>
      </p:sp>
      <p:sp>
        <p:nvSpPr>
          <p:cNvPr id="302" name="Google Shape;302;p8"/>
          <p:cNvSpPr txBox="1"/>
          <p:nvPr/>
        </p:nvSpPr>
        <p:spPr>
          <a:xfrm>
            <a:off x="12696059" y="8834405"/>
            <a:ext cx="1312764" cy="38222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250">
                <a:solidFill>
                  <a:srgbClr val="000000"/>
                </a:solidFill>
                <a:latin typeface="Open Sans"/>
                <a:ea typeface="Open Sans"/>
                <a:cs typeface="Open Sans"/>
                <a:sym typeface="Open Sans"/>
              </a:rPr>
              <a:t>Bảo hiểm</a:t>
            </a:r>
            <a:endParaRPr/>
          </a:p>
        </p:txBody>
      </p:sp>
      <p:sp>
        <p:nvSpPr>
          <p:cNvPr id="303" name="Google Shape;303;p8"/>
          <p:cNvSpPr txBox="1"/>
          <p:nvPr/>
        </p:nvSpPr>
        <p:spPr>
          <a:xfrm>
            <a:off x="15835508" y="8804230"/>
            <a:ext cx="689030" cy="38222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250">
                <a:solidFill>
                  <a:srgbClr val="000000"/>
                </a:solidFill>
                <a:latin typeface="Open Sans"/>
                <a:ea typeface="Open Sans"/>
                <a:cs typeface="Open Sans"/>
                <a:sym typeface="Open Sans"/>
              </a:rPr>
              <a:t>Thuế</a:t>
            </a:r>
            <a:endParaRPr/>
          </a:p>
        </p:txBody>
      </p:sp>
      <p:sp>
        <p:nvSpPr>
          <p:cNvPr id="304" name="Google Shape;304;p8"/>
          <p:cNvSpPr txBox="1"/>
          <p:nvPr/>
        </p:nvSpPr>
        <p:spPr>
          <a:xfrm>
            <a:off x="9880093" y="8994453"/>
            <a:ext cx="1793624" cy="382349"/>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lang="en-US" sz="2253">
                <a:solidFill>
                  <a:srgbClr val="000000"/>
                </a:solidFill>
                <a:latin typeface="Open Sans"/>
                <a:ea typeface="Open Sans"/>
                <a:cs typeface="Open Sans"/>
                <a:sym typeface="Open Sans"/>
              </a:rPr>
              <a:t>dịch vụ công</a:t>
            </a:r>
            <a:endParaRPr/>
          </a:p>
        </p:txBody>
      </p:sp>
      <p:sp>
        <p:nvSpPr>
          <p:cNvPr id="305" name="Google Shape;305;p8"/>
          <p:cNvSpPr txBox="1"/>
          <p:nvPr/>
        </p:nvSpPr>
        <p:spPr>
          <a:xfrm>
            <a:off x="881481" y="334613"/>
            <a:ext cx="184794" cy="373564"/>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1" lang="en-US" sz="2253">
                <a:solidFill>
                  <a:srgbClr val="A6A6A6"/>
                </a:solidFill>
                <a:latin typeface="Calibri"/>
                <a:ea typeface="Calibri"/>
                <a:cs typeface="Calibri"/>
                <a:sym typeface="Calibri"/>
              </a:rPr>
              <a:t>ợ</a:t>
            </a:r>
            <a:endParaRPr/>
          </a:p>
        </p:txBody>
      </p:sp>
      <p:sp>
        <p:nvSpPr>
          <p:cNvPr id="306" name="Google Shape;306;p8"/>
          <p:cNvSpPr txBox="1"/>
          <p:nvPr/>
        </p:nvSpPr>
        <p:spPr>
          <a:xfrm>
            <a:off x="188367" y="475046"/>
            <a:ext cx="173136" cy="421334"/>
          </a:xfrm>
          <a:prstGeom prst="rect">
            <a:avLst/>
          </a:prstGeom>
          <a:noFill/>
          <a:ln>
            <a:noFill/>
          </a:ln>
        </p:spPr>
        <p:txBody>
          <a:bodyPr anchorCtr="0" anchor="t" bIns="0" lIns="0" spcFirstLastPara="1" rIns="0" wrap="square" tIns="0">
            <a:spAutoFit/>
          </a:bodyPr>
          <a:lstStyle/>
          <a:p>
            <a:pPr indent="0" lvl="0" marL="0" marR="0" rtl="0" algn="l">
              <a:lnSpc>
                <a:spcPct val="140199"/>
              </a:lnSpc>
              <a:spcBef>
                <a:spcPts val="0"/>
              </a:spcBef>
              <a:spcAft>
                <a:spcPts val="0"/>
              </a:spcAft>
              <a:buNone/>
            </a:pPr>
            <a:r>
              <a:rPr lang="en-US" sz="1204">
                <a:solidFill>
                  <a:srgbClr val="FFFFFF"/>
                </a:solidFill>
                <a:latin typeface="Open Sans"/>
                <a:ea typeface="Open Sans"/>
                <a:cs typeface="Open Sans"/>
                <a:sym typeface="Open Sans"/>
              </a:rPr>
              <a:t>05</a:t>
            </a:r>
            <a:endParaRPr/>
          </a:p>
        </p:txBody>
      </p:sp>
      <p:sp>
        <p:nvSpPr>
          <p:cNvPr id="307" name="Google Shape;307;p8"/>
          <p:cNvSpPr txBox="1"/>
          <p:nvPr/>
        </p:nvSpPr>
        <p:spPr>
          <a:xfrm>
            <a:off x="2812239" y="299281"/>
            <a:ext cx="16449138" cy="828175"/>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lang="en-US" sz="4499">
                <a:solidFill>
                  <a:srgbClr val="16418E"/>
                </a:solidFill>
                <a:latin typeface="Inter"/>
                <a:ea typeface="Inter"/>
                <a:cs typeface="Inter"/>
                <a:sym typeface="Inter"/>
              </a:rPr>
              <a:t>ỨNG DỤNG TRÊN NHIỀU LĨNH VỰC</a:t>
            </a:r>
            <a:endParaRPr/>
          </a:p>
        </p:txBody>
      </p:sp>
      <p:grpSp>
        <p:nvGrpSpPr>
          <p:cNvPr id="308" name="Google Shape;308;p8"/>
          <p:cNvGrpSpPr/>
          <p:nvPr/>
        </p:nvGrpSpPr>
        <p:grpSpPr>
          <a:xfrm>
            <a:off x="-1867766" y="-1648013"/>
            <a:ext cx="3735531" cy="3735531"/>
            <a:chOff x="0" y="0"/>
            <a:chExt cx="812800" cy="812800"/>
          </a:xfrm>
        </p:grpSpPr>
        <p:sp>
          <p:nvSpPr>
            <p:cNvPr id="309" name="Google Shape;309;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pic>
        <p:nvPicPr>
          <p:cNvPr id="311" name="Google Shape;311;p8"/>
          <p:cNvPicPr preferRelativeResize="0"/>
          <p:nvPr/>
        </p:nvPicPr>
        <p:blipFill rotWithShape="1">
          <a:blip r:embed="rId12">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15" name="Shape 315"/>
        <p:cNvGrpSpPr/>
        <p:nvPr/>
      </p:nvGrpSpPr>
      <p:grpSpPr>
        <a:xfrm>
          <a:off x="0" y="0"/>
          <a:ext cx="0" cy="0"/>
          <a:chOff x="0" y="0"/>
          <a:chExt cx="0" cy="0"/>
        </a:xfrm>
      </p:grpSpPr>
      <p:sp>
        <p:nvSpPr>
          <p:cNvPr id="316" name="Google Shape;316;p9"/>
          <p:cNvSpPr/>
          <p:nvPr/>
        </p:nvSpPr>
        <p:spPr>
          <a:xfrm flipH="1">
            <a:off x="0" y="-29279"/>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60000"/>
            </a:blip>
            <a:stretch>
              <a:fillRect b="-37007" l="-1514" r="-31644" t="0"/>
            </a:stretch>
          </a:blipFill>
          <a:ln>
            <a:noFill/>
          </a:ln>
        </p:spPr>
      </p:sp>
      <p:grpSp>
        <p:nvGrpSpPr>
          <p:cNvPr id="317" name="Google Shape;317;p9"/>
          <p:cNvGrpSpPr/>
          <p:nvPr/>
        </p:nvGrpSpPr>
        <p:grpSpPr>
          <a:xfrm>
            <a:off x="10314331" y="8276693"/>
            <a:ext cx="8057634" cy="8057634"/>
            <a:chOff x="0" y="0"/>
            <a:chExt cx="812800" cy="812800"/>
          </a:xfrm>
        </p:grpSpPr>
        <p:sp>
          <p:nvSpPr>
            <p:cNvPr id="318" name="Google Shape;31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1" sz="1800">
                <a:solidFill>
                  <a:schemeClr val="dk1"/>
                </a:solidFill>
                <a:latin typeface="Inter"/>
                <a:ea typeface="Inter"/>
                <a:cs typeface="Inter"/>
                <a:sym typeface="Inter"/>
              </a:endParaRPr>
            </a:p>
          </p:txBody>
        </p:sp>
      </p:grpSp>
      <p:sp>
        <p:nvSpPr>
          <p:cNvPr id="320" name="Google Shape;320;p9"/>
          <p:cNvSpPr/>
          <p:nvPr/>
        </p:nvSpPr>
        <p:spPr>
          <a:xfrm>
            <a:off x="15616615" y="7760542"/>
            <a:ext cx="3628368" cy="3623787"/>
          </a:xfrm>
          <a:custGeom>
            <a:rect b="b" l="l" r="r" t="t"/>
            <a:pathLst>
              <a:path extrusionOk="0" h="3623787" w="3628368">
                <a:moveTo>
                  <a:pt x="0" y="0"/>
                </a:moveTo>
                <a:lnTo>
                  <a:pt x="3628368" y="0"/>
                </a:lnTo>
                <a:lnTo>
                  <a:pt x="3628368" y="3623787"/>
                </a:lnTo>
                <a:lnTo>
                  <a:pt x="0" y="3623787"/>
                </a:lnTo>
                <a:lnTo>
                  <a:pt x="0" y="0"/>
                </a:lnTo>
                <a:close/>
              </a:path>
            </a:pathLst>
          </a:custGeom>
          <a:blipFill rotWithShape="1">
            <a:blip r:embed="rId4">
              <a:alphaModFix/>
            </a:blip>
            <a:stretch>
              <a:fillRect b="0" l="0" r="0" t="0"/>
            </a:stretch>
          </a:blipFill>
          <a:ln>
            <a:noFill/>
          </a:ln>
        </p:spPr>
      </p:sp>
      <p:sp>
        <p:nvSpPr>
          <p:cNvPr id="321" name="Google Shape;321;p9"/>
          <p:cNvSpPr txBox="1"/>
          <p:nvPr/>
        </p:nvSpPr>
        <p:spPr>
          <a:xfrm>
            <a:off x="4191000" y="3964378"/>
            <a:ext cx="10439162" cy="805926"/>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lang="en-US" sz="4399">
                <a:solidFill>
                  <a:srgbClr val="545454"/>
                </a:solidFill>
                <a:latin typeface="Inter"/>
                <a:ea typeface="Inter"/>
                <a:cs typeface="Inter"/>
                <a:sym typeface="Inter"/>
              </a:rPr>
              <a:t>GIẢI PHÁP QUẢN LÝ RA VÀO</a:t>
            </a:r>
            <a:endParaRPr/>
          </a:p>
        </p:txBody>
      </p:sp>
      <p:sp>
        <p:nvSpPr>
          <p:cNvPr id="322" name="Google Shape;322;p9"/>
          <p:cNvSpPr/>
          <p:nvPr/>
        </p:nvSpPr>
        <p:spPr>
          <a:xfrm>
            <a:off x="2064561" y="3471818"/>
            <a:ext cx="1690511" cy="1719787"/>
          </a:xfrm>
          <a:custGeom>
            <a:rect b="b" l="l" r="r" t="t"/>
            <a:pathLst>
              <a:path extrusionOk="0" h="1719787" w="1690511">
                <a:moveTo>
                  <a:pt x="0" y="0"/>
                </a:moveTo>
                <a:lnTo>
                  <a:pt x="1690511" y="0"/>
                </a:lnTo>
                <a:lnTo>
                  <a:pt x="1690511" y="1719787"/>
                </a:lnTo>
                <a:lnTo>
                  <a:pt x="0" y="1719787"/>
                </a:lnTo>
                <a:lnTo>
                  <a:pt x="0" y="0"/>
                </a:lnTo>
                <a:close/>
              </a:path>
            </a:pathLst>
          </a:custGeom>
          <a:blipFill rotWithShape="1">
            <a:blip r:embed="rId5">
              <a:alphaModFix/>
            </a:blip>
            <a:stretch>
              <a:fillRect b="-21617" l="-10998" r="-22275" t="-8176"/>
            </a:stretch>
          </a:blipFill>
          <a:ln>
            <a:noFill/>
          </a:ln>
        </p:spPr>
      </p:sp>
      <p:pic>
        <p:nvPicPr>
          <p:cNvPr id="323" name="Google Shape;323;p9"/>
          <p:cNvPicPr preferRelativeResize="0"/>
          <p:nvPr/>
        </p:nvPicPr>
        <p:blipFill rotWithShape="1">
          <a:blip r:embed="rId6">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27" name="Shape 327"/>
        <p:cNvGrpSpPr/>
        <p:nvPr/>
      </p:nvGrpSpPr>
      <p:grpSpPr>
        <a:xfrm>
          <a:off x="0" y="0"/>
          <a:ext cx="0" cy="0"/>
          <a:chOff x="0" y="0"/>
          <a:chExt cx="0" cy="0"/>
        </a:xfrm>
      </p:grpSpPr>
      <p:sp>
        <p:nvSpPr>
          <p:cNvPr id="328" name="Google Shape;328;p10"/>
          <p:cNvSpPr txBox="1"/>
          <p:nvPr/>
        </p:nvSpPr>
        <p:spPr>
          <a:xfrm>
            <a:off x="17258556" y="9210675"/>
            <a:ext cx="153888" cy="359073"/>
          </a:xfrm>
          <a:prstGeom prst="rect">
            <a:avLst/>
          </a:prstGeom>
          <a:noFill/>
          <a:ln>
            <a:noFill/>
          </a:ln>
        </p:spPr>
        <p:txBody>
          <a:bodyPr anchorCtr="0" anchor="t" bIns="0" lIns="0" spcFirstLastPara="1" rIns="0" wrap="square" tIns="0">
            <a:spAutoFit/>
          </a:bodyPr>
          <a:lstStyle/>
          <a:p>
            <a:pPr indent="0" lvl="0" marL="0" marR="0" rtl="0" algn="ctr">
              <a:lnSpc>
                <a:spcPct val="116666"/>
              </a:lnSpc>
              <a:spcBef>
                <a:spcPts val="0"/>
              </a:spcBef>
              <a:spcAft>
                <a:spcPts val="0"/>
              </a:spcAft>
              <a:buNone/>
            </a:pPr>
            <a:r>
              <a:rPr lang="en-US" sz="2400">
                <a:solidFill>
                  <a:srgbClr val="FFFFFF"/>
                </a:solidFill>
                <a:latin typeface="Times New Roman"/>
                <a:ea typeface="Times New Roman"/>
                <a:cs typeface="Times New Roman"/>
                <a:sym typeface="Times New Roman"/>
              </a:rPr>
              <a:t>9</a:t>
            </a:r>
            <a:endParaRPr/>
          </a:p>
        </p:txBody>
      </p:sp>
      <p:grpSp>
        <p:nvGrpSpPr>
          <p:cNvPr id="329" name="Google Shape;329;p10"/>
          <p:cNvGrpSpPr/>
          <p:nvPr/>
        </p:nvGrpSpPr>
        <p:grpSpPr>
          <a:xfrm>
            <a:off x="-1867766" y="-1614217"/>
            <a:ext cx="3735531" cy="3735531"/>
            <a:chOff x="0" y="0"/>
            <a:chExt cx="812800" cy="812800"/>
          </a:xfrm>
        </p:grpSpPr>
        <p:sp>
          <p:nvSpPr>
            <p:cNvPr id="330" name="Google Shape;33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3295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332" name="Google Shape;332;p10"/>
          <p:cNvSpPr/>
          <p:nvPr/>
        </p:nvSpPr>
        <p:spPr>
          <a:xfrm>
            <a:off x="6234331" y="2494387"/>
            <a:ext cx="2049936" cy="4392214"/>
          </a:xfrm>
          <a:custGeom>
            <a:rect b="b" l="l" r="r" t="t"/>
            <a:pathLst>
              <a:path extrusionOk="0" h="4392214" w="2049936">
                <a:moveTo>
                  <a:pt x="0" y="0"/>
                </a:moveTo>
                <a:lnTo>
                  <a:pt x="2049936" y="0"/>
                </a:lnTo>
                <a:lnTo>
                  <a:pt x="2049936" y="4392215"/>
                </a:lnTo>
                <a:lnTo>
                  <a:pt x="0" y="4392215"/>
                </a:lnTo>
                <a:lnTo>
                  <a:pt x="0" y="0"/>
                </a:lnTo>
                <a:close/>
              </a:path>
            </a:pathLst>
          </a:custGeom>
          <a:blipFill rotWithShape="1">
            <a:blip r:embed="rId3">
              <a:alphaModFix/>
            </a:blip>
            <a:stretch>
              <a:fillRect b="0" l="-2626" r="-2626" t="0"/>
            </a:stretch>
          </a:blipFill>
          <a:ln>
            <a:noFill/>
          </a:ln>
        </p:spPr>
      </p:sp>
      <p:sp>
        <p:nvSpPr>
          <p:cNvPr id="333" name="Google Shape;333;p10"/>
          <p:cNvSpPr txBox="1"/>
          <p:nvPr/>
        </p:nvSpPr>
        <p:spPr>
          <a:xfrm>
            <a:off x="2238643" y="139211"/>
            <a:ext cx="10562585" cy="787460"/>
          </a:xfrm>
          <a:prstGeom prst="rect">
            <a:avLst/>
          </a:prstGeom>
          <a:noFill/>
          <a:ln>
            <a:noFill/>
          </a:ln>
        </p:spPr>
        <p:txBody>
          <a:bodyPr anchorCtr="0" anchor="t" bIns="0" lIns="0" spcFirstLastPara="1" rIns="0" wrap="square" tIns="0">
            <a:spAutoFit/>
          </a:bodyPr>
          <a:lstStyle/>
          <a:p>
            <a:pPr indent="0" lvl="1" marL="0" marR="0" rtl="0" algn="l">
              <a:lnSpc>
                <a:spcPct val="136020"/>
              </a:lnSpc>
              <a:spcBef>
                <a:spcPts val="0"/>
              </a:spcBef>
              <a:spcAft>
                <a:spcPts val="0"/>
              </a:spcAft>
              <a:buNone/>
            </a:pPr>
            <a:r>
              <a:rPr b="1" i="0" lang="en-US" sz="4800" u="none" cap="none" strike="noStrike">
                <a:solidFill>
                  <a:srgbClr val="004B97"/>
                </a:solidFill>
                <a:latin typeface="Times New Roman"/>
                <a:ea typeface="Times New Roman"/>
                <a:cs typeface="Times New Roman"/>
                <a:sym typeface="Times New Roman"/>
              </a:rPr>
              <a:t>MÔ HÌNH TỔNG QUAN </a:t>
            </a:r>
            <a:endParaRPr/>
          </a:p>
        </p:txBody>
      </p:sp>
      <p:sp>
        <p:nvSpPr>
          <p:cNvPr id="334" name="Google Shape;334;p10"/>
          <p:cNvSpPr/>
          <p:nvPr/>
        </p:nvSpPr>
        <p:spPr>
          <a:xfrm>
            <a:off x="8377563" y="1796611"/>
            <a:ext cx="11797110" cy="7878417"/>
          </a:xfrm>
          <a:custGeom>
            <a:rect b="b" l="l" r="r" t="t"/>
            <a:pathLst>
              <a:path extrusionOk="0" h="7878417" w="11797110">
                <a:moveTo>
                  <a:pt x="0" y="0"/>
                </a:moveTo>
                <a:lnTo>
                  <a:pt x="11797110" y="0"/>
                </a:lnTo>
                <a:lnTo>
                  <a:pt x="11797110" y="7878417"/>
                </a:lnTo>
                <a:lnTo>
                  <a:pt x="0" y="7878417"/>
                </a:lnTo>
                <a:lnTo>
                  <a:pt x="0" y="0"/>
                </a:lnTo>
                <a:close/>
              </a:path>
            </a:pathLst>
          </a:custGeom>
          <a:blipFill rotWithShape="1">
            <a:blip r:embed="rId4">
              <a:alphaModFix/>
            </a:blip>
            <a:stretch>
              <a:fillRect b="-2925" l="-6020" r="0" t="-9392"/>
            </a:stretch>
          </a:blipFill>
          <a:ln>
            <a:noFill/>
          </a:ln>
        </p:spPr>
      </p:sp>
      <p:grpSp>
        <p:nvGrpSpPr>
          <p:cNvPr id="335" name="Google Shape;335;p10"/>
          <p:cNvGrpSpPr/>
          <p:nvPr/>
        </p:nvGrpSpPr>
        <p:grpSpPr>
          <a:xfrm>
            <a:off x="141148" y="2864159"/>
            <a:ext cx="4471952" cy="1516056"/>
            <a:chOff x="0" y="-57150"/>
            <a:chExt cx="5962603" cy="2021407"/>
          </a:xfrm>
        </p:grpSpPr>
        <p:sp>
          <p:nvSpPr>
            <p:cNvPr id="336" name="Google Shape;336;p10"/>
            <p:cNvSpPr/>
            <p:nvPr/>
          </p:nvSpPr>
          <p:spPr>
            <a:xfrm>
              <a:off x="0" y="802231"/>
              <a:ext cx="727873" cy="749682"/>
            </a:xfrm>
            <a:custGeom>
              <a:rect b="b" l="l" r="r" t="t"/>
              <a:pathLst>
                <a:path extrusionOk="0" h="749682" w="727873">
                  <a:moveTo>
                    <a:pt x="0" y="0"/>
                  </a:moveTo>
                  <a:lnTo>
                    <a:pt x="727873" y="0"/>
                  </a:lnTo>
                  <a:lnTo>
                    <a:pt x="727873" y="749682"/>
                  </a:lnTo>
                  <a:lnTo>
                    <a:pt x="0" y="749682"/>
                  </a:lnTo>
                  <a:lnTo>
                    <a:pt x="0" y="0"/>
                  </a:lnTo>
                  <a:close/>
                </a:path>
              </a:pathLst>
            </a:custGeom>
            <a:blipFill rotWithShape="1">
              <a:blip r:embed="rId5">
                <a:alphaModFix/>
              </a:blip>
              <a:stretch>
                <a:fillRect b="0" l="0" r="0" t="0"/>
              </a:stretch>
            </a:blipFill>
            <a:ln>
              <a:noFill/>
            </a:ln>
          </p:spPr>
        </p:sp>
        <p:sp>
          <p:nvSpPr>
            <p:cNvPr id="337" name="Google Shape;337;p10"/>
            <p:cNvSpPr txBox="1"/>
            <p:nvPr/>
          </p:nvSpPr>
          <p:spPr>
            <a:xfrm>
              <a:off x="1058116" y="-57150"/>
              <a:ext cx="4904487" cy="2021407"/>
            </a:xfrm>
            <a:prstGeom prst="rect">
              <a:avLst/>
            </a:prstGeom>
            <a:noFill/>
            <a:ln>
              <a:noFill/>
            </a:ln>
          </p:spPr>
          <p:txBody>
            <a:bodyPr anchorCtr="0" anchor="t" bIns="0" lIns="0" spcFirstLastPara="1" rIns="0" wrap="square" tIns="0">
              <a:spAutoFit/>
            </a:bodyPr>
            <a:lstStyle/>
            <a:p>
              <a:pPr indent="0" lvl="0" marL="0" marR="0" rtl="0" algn="l">
                <a:lnSpc>
                  <a:spcPct val="134722"/>
                </a:lnSpc>
                <a:spcBef>
                  <a:spcPts val="0"/>
                </a:spcBef>
                <a:spcAft>
                  <a:spcPts val="0"/>
                </a:spcAft>
                <a:buNone/>
              </a:pPr>
              <a:r>
                <a:rPr lang="en-US" sz="1800" u="none" strike="noStrike">
                  <a:solidFill>
                    <a:srgbClr val="2B2B2B"/>
                  </a:solidFill>
                  <a:latin typeface="Times New Roman"/>
                  <a:ea typeface="Times New Roman"/>
                  <a:cs typeface="Times New Roman"/>
                  <a:sym typeface="Times New Roman"/>
                </a:rPr>
                <a:t>Quản lý ra vào bằng các phương thức sau: </a:t>
              </a:r>
              <a:endParaRPr/>
            </a:p>
            <a:p>
              <a:pPr indent="-187044" lvl="1" marL="374089" marR="0" rtl="0" algn="l">
                <a:lnSpc>
                  <a:spcPct val="134722"/>
                </a:lnSpc>
                <a:spcBef>
                  <a:spcPts val="0"/>
                </a:spcBef>
                <a:spcAft>
                  <a:spcPts val="0"/>
                </a:spcAft>
                <a:buClr>
                  <a:srgbClr val="2B2B2B"/>
                </a:buClr>
                <a:buSzPts val="1800"/>
                <a:buFont typeface="Arial"/>
                <a:buChar char="•"/>
              </a:pPr>
              <a:r>
                <a:rPr b="0" i="0" lang="en-US" sz="1800" u="none" cap="none" strike="noStrike">
                  <a:solidFill>
                    <a:srgbClr val="2B2B2B"/>
                  </a:solidFill>
                  <a:latin typeface="Times New Roman"/>
                  <a:ea typeface="Times New Roman"/>
                  <a:cs typeface="Times New Roman"/>
                  <a:sym typeface="Times New Roman"/>
                </a:rPr>
                <a:t>Thẻ CCCD gắn chip/ CC/ Thẻ nhân viên</a:t>
              </a:r>
              <a:endParaRPr/>
            </a:p>
            <a:p>
              <a:pPr indent="-187044" lvl="1" marL="374089" marR="0" rtl="0" algn="l">
                <a:lnSpc>
                  <a:spcPct val="134722"/>
                </a:lnSpc>
                <a:spcBef>
                  <a:spcPts val="0"/>
                </a:spcBef>
                <a:spcAft>
                  <a:spcPts val="0"/>
                </a:spcAft>
                <a:buClr>
                  <a:srgbClr val="2B2B2B"/>
                </a:buClr>
                <a:buSzPts val="1800"/>
                <a:buFont typeface="Arial"/>
                <a:buChar char="•"/>
              </a:pPr>
              <a:r>
                <a:rPr b="0" i="0" lang="en-US" sz="1800" u="none" cap="none" strike="noStrike">
                  <a:solidFill>
                    <a:srgbClr val="2B2B2B"/>
                  </a:solidFill>
                  <a:latin typeface="Times New Roman"/>
                  <a:ea typeface="Times New Roman"/>
                  <a:cs typeface="Times New Roman"/>
                  <a:sym typeface="Times New Roman"/>
                </a:rPr>
                <a:t>Sinh trắc học (Khuôn mặt/ Vân tay) </a:t>
              </a:r>
              <a:endParaRPr/>
            </a:p>
          </p:txBody>
        </p:sp>
        <p:sp>
          <p:nvSpPr>
            <p:cNvPr id="338" name="Google Shape;338;p10"/>
            <p:cNvSpPr txBox="1"/>
            <p:nvPr/>
          </p:nvSpPr>
          <p:spPr>
            <a:xfrm>
              <a:off x="227448" y="972751"/>
              <a:ext cx="272976" cy="299827"/>
            </a:xfrm>
            <a:prstGeom prst="rect">
              <a:avLst/>
            </a:prstGeom>
            <a:noFill/>
            <a:ln>
              <a:noFill/>
            </a:ln>
          </p:spPr>
          <p:txBody>
            <a:bodyPr anchorCtr="0" anchor="t" bIns="0" lIns="0" spcFirstLastPara="1" rIns="0" wrap="square" tIns="0">
              <a:spAutoFit/>
            </a:bodyPr>
            <a:lstStyle/>
            <a:p>
              <a:pPr indent="0" lvl="0" marL="0" marR="0" rtl="0" algn="ctr">
                <a:lnSpc>
                  <a:spcPct val="138428"/>
                </a:lnSpc>
                <a:spcBef>
                  <a:spcPts val="0"/>
                </a:spcBef>
                <a:spcAft>
                  <a:spcPts val="0"/>
                </a:spcAft>
                <a:buNone/>
              </a:pPr>
              <a:r>
                <a:rPr b="1" lang="en-US" sz="1400">
                  <a:solidFill>
                    <a:srgbClr val="FFFFFF"/>
                  </a:solidFill>
                  <a:latin typeface="Times New Roman"/>
                  <a:ea typeface="Times New Roman"/>
                  <a:cs typeface="Times New Roman"/>
                  <a:sym typeface="Times New Roman"/>
                </a:rPr>
                <a:t>1</a:t>
              </a:r>
              <a:endParaRPr/>
            </a:p>
          </p:txBody>
        </p:sp>
      </p:grpSp>
      <p:grpSp>
        <p:nvGrpSpPr>
          <p:cNvPr id="339" name="Google Shape;339;p10"/>
          <p:cNvGrpSpPr/>
          <p:nvPr/>
        </p:nvGrpSpPr>
        <p:grpSpPr>
          <a:xfrm>
            <a:off x="141148" y="5526269"/>
            <a:ext cx="5288272" cy="923330"/>
            <a:chOff x="0" y="-57150"/>
            <a:chExt cx="7051030" cy="1231105"/>
          </a:xfrm>
        </p:grpSpPr>
        <p:sp>
          <p:nvSpPr>
            <p:cNvPr id="340" name="Google Shape;340;p10"/>
            <p:cNvSpPr/>
            <p:nvPr/>
          </p:nvSpPr>
          <p:spPr>
            <a:xfrm>
              <a:off x="0" y="136994"/>
              <a:ext cx="860741" cy="886531"/>
            </a:xfrm>
            <a:custGeom>
              <a:rect b="b" l="l" r="r" t="t"/>
              <a:pathLst>
                <a:path extrusionOk="0" h="886531" w="860741">
                  <a:moveTo>
                    <a:pt x="0" y="0"/>
                  </a:moveTo>
                  <a:lnTo>
                    <a:pt x="860741" y="0"/>
                  </a:lnTo>
                  <a:lnTo>
                    <a:pt x="860741" y="886531"/>
                  </a:lnTo>
                  <a:lnTo>
                    <a:pt x="0" y="886531"/>
                  </a:lnTo>
                  <a:lnTo>
                    <a:pt x="0" y="0"/>
                  </a:lnTo>
                  <a:close/>
                </a:path>
              </a:pathLst>
            </a:custGeom>
            <a:blipFill rotWithShape="1">
              <a:blip r:embed="rId5">
                <a:alphaModFix/>
              </a:blip>
              <a:stretch>
                <a:fillRect b="0" l="0" r="0" t="0"/>
              </a:stretch>
            </a:blipFill>
            <a:ln>
              <a:noFill/>
            </a:ln>
          </p:spPr>
        </p:sp>
        <p:sp>
          <p:nvSpPr>
            <p:cNvPr id="341" name="Google Shape;341;p10"/>
            <p:cNvSpPr txBox="1"/>
            <p:nvPr/>
          </p:nvSpPr>
          <p:spPr>
            <a:xfrm>
              <a:off x="1251267" y="-57150"/>
              <a:ext cx="5799763" cy="1231105"/>
            </a:xfrm>
            <a:prstGeom prst="rect">
              <a:avLst/>
            </a:prstGeom>
            <a:noFill/>
            <a:ln>
              <a:noFill/>
            </a:ln>
          </p:spPr>
          <p:txBody>
            <a:bodyPr anchorCtr="0" anchor="t" bIns="0" lIns="0" spcFirstLastPara="1" rIns="0" wrap="square" tIns="0">
              <a:spAutoFit/>
            </a:bodyPr>
            <a:lstStyle/>
            <a:p>
              <a:pPr indent="0" lvl="0" marL="0" marR="0" rtl="0" algn="l">
                <a:lnSpc>
                  <a:spcPct val="134722"/>
                </a:lnSpc>
                <a:spcBef>
                  <a:spcPts val="0"/>
                </a:spcBef>
                <a:spcAft>
                  <a:spcPts val="0"/>
                </a:spcAft>
                <a:buNone/>
              </a:pPr>
              <a:r>
                <a:rPr lang="en-US" sz="1800" u="none" strike="noStrike">
                  <a:solidFill>
                    <a:srgbClr val="2B2B2B"/>
                  </a:solidFill>
                  <a:latin typeface="Times New Roman"/>
                  <a:ea typeface="Times New Roman"/>
                  <a:cs typeface="Times New Roman"/>
                  <a:sym typeface="Times New Roman"/>
                </a:rPr>
                <a:t>Quản lý vào ra đối với nhân viên nội bộ </a:t>
              </a:r>
              <a:endParaRPr/>
            </a:p>
            <a:p>
              <a:pPr indent="-187044" lvl="1" marL="374089" marR="0" rtl="0" algn="l">
                <a:lnSpc>
                  <a:spcPct val="134722"/>
                </a:lnSpc>
                <a:spcBef>
                  <a:spcPts val="0"/>
                </a:spcBef>
                <a:spcAft>
                  <a:spcPts val="0"/>
                </a:spcAft>
                <a:buClr>
                  <a:srgbClr val="2B2B2B"/>
                </a:buClr>
                <a:buSzPts val="1800"/>
                <a:buFont typeface="Arial"/>
                <a:buChar char="•"/>
              </a:pPr>
              <a:r>
                <a:rPr b="0" i="0" lang="en-US" sz="1800" u="none" cap="none" strike="noStrike">
                  <a:solidFill>
                    <a:srgbClr val="2B2B2B"/>
                  </a:solidFill>
                  <a:latin typeface="Times New Roman"/>
                  <a:ea typeface="Times New Roman"/>
                  <a:cs typeface="Times New Roman"/>
                  <a:sym typeface="Times New Roman"/>
                </a:rPr>
                <a:t>Chấm công </a:t>
              </a:r>
              <a:endParaRPr/>
            </a:p>
            <a:p>
              <a:pPr indent="-187044" lvl="1" marL="374089" marR="0" rtl="0" algn="l">
                <a:lnSpc>
                  <a:spcPct val="134722"/>
                </a:lnSpc>
                <a:spcBef>
                  <a:spcPts val="0"/>
                </a:spcBef>
                <a:spcAft>
                  <a:spcPts val="0"/>
                </a:spcAft>
                <a:buClr>
                  <a:srgbClr val="2B2B2B"/>
                </a:buClr>
                <a:buSzPts val="1800"/>
                <a:buFont typeface="Arial"/>
                <a:buChar char="•"/>
              </a:pPr>
              <a:r>
                <a:rPr b="0" i="0" lang="en-US" sz="1800" u="none" cap="none" strike="noStrike">
                  <a:solidFill>
                    <a:srgbClr val="2B2B2B"/>
                  </a:solidFill>
                  <a:latin typeface="Times New Roman"/>
                  <a:ea typeface="Times New Roman"/>
                  <a:cs typeface="Times New Roman"/>
                  <a:sym typeface="Times New Roman"/>
                </a:rPr>
                <a:t>Ghi nhận ra vào trụ sở </a:t>
              </a:r>
              <a:endParaRPr/>
            </a:p>
          </p:txBody>
        </p:sp>
        <p:sp>
          <p:nvSpPr>
            <p:cNvPr id="342" name="Google Shape;342;p10"/>
            <p:cNvSpPr txBox="1"/>
            <p:nvPr/>
          </p:nvSpPr>
          <p:spPr>
            <a:xfrm>
              <a:off x="268967" y="350813"/>
              <a:ext cx="322805" cy="367109"/>
            </a:xfrm>
            <a:prstGeom prst="rect">
              <a:avLst/>
            </a:prstGeom>
            <a:noFill/>
            <a:ln>
              <a:noFill/>
            </a:ln>
          </p:spPr>
          <p:txBody>
            <a:bodyPr anchorCtr="0" anchor="t" bIns="0" lIns="0" spcFirstLastPara="1" rIns="0" wrap="square" tIns="0">
              <a:spAutoFit/>
            </a:bodyPr>
            <a:lstStyle/>
            <a:p>
              <a:pPr indent="0" lvl="0" marL="0" marR="0" rtl="0" algn="ctr">
                <a:lnSpc>
                  <a:spcPct val="127333"/>
                </a:lnSpc>
                <a:spcBef>
                  <a:spcPts val="0"/>
                </a:spcBef>
                <a:spcAft>
                  <a:spcPts val="0"/>
                </a:spcAft>
                <a:buNone/>
              </a:pPr>
              <a:r>
                <a:rPr b="1" lang="en-US" sz="1800">
                  <a:solidFill>
                    <a:srgbClr val="FFFFFF"/>
                  </a:solidFill>
                  <a:latin typeface="Times New Roman"/>
                  <a:ea typeface="Times New Roman"/>
                  <a:cs typeface="Times New Roman"/>
                  <a:sym typeface="Times New Roman"/>
                </a:rPr>
                <a:t>2</a:t>
              </a:r>
              <a:endParaRPr/>
            </a:p>
          </p:txBody>
        </p:sp>
      </p:grpSp>
      <p:grpSp>
        <p:nvGrpSpPr>
          <p:cNvPr id="343" name="Google Shape;343;p10"/>
          <p:cNvGrpSpPr/>
          <p:nvPr/>
        </p:nvGrpSpPr>
        <p:grpSpPr>
          <a:xfrm>
            <a:off x="141148" y="7130084"/>
            <a:ext cx="5288272" cy="1538883"/>
            <a:chOff x="0" y="-57150"/>
            <a:chExt cx="7051030" cy="2051842"/>
          </a:xfrm>
        </p:grpSpPr>
        <p:sp>
          <p:nvSpPr>
            <p:cNvPr id="344" name="Google Shape;344;p10"/>
            <p:cNvSpPr/>
            <p:nvPr/>
          </p:nvSpPr>
          <p:spPr>
            <a:xfrm>
              <a:off x="0" y="543394"/>
              <a:ext cx="860741" cy="886531"/>
            </a:xfrm>
            <a:custGeom>
              <a:rect b="b" l="l" r="r" t="t"/>
              <a:pathLst>
                <a:path extrusionOk="0" h="886531" w="860741">
                  <a:moveTo>
                    <a:pt x="0" y="0"/>
                  </a:moveTo>
                  <a:lnTo>
                    <a:pt x="860741" y="0"/>
                  </a:lnTo>
                  <a:lnTo>
                    <a:pt x="860741" y="886531"/>
                  </a:lnTo>
                  <a:lnTo>
                    <a:pt x="0" y="886531"/>
                  </a:lnTo>
                  <a:lnTo>
                    <a:pt x="0" y="0"/>
                  </a:lnTo>
                  <a:close/>
                </a:path>
              </a:pathLst>
            </a:custGeom>
            <a:blipFill rotWithShape="1">
              <a:blip r:embed="rId5">
                <a:alphaModFix/>
              </a:blip>
              <a:stretch>
                <a:fillRect b="0" l="0" r="0" t="0"/>
              </a:stretch>
            </a:blipFill>
            <a:ln>
              <a:noFill/>
            </a:ln>
          </p:spPr>
        </p:sp>
        <p:sp>
          <p:nvSpPr>
            <p:cNvPr id="345" name="Google Shape;345;p10"/>
            <p:cNvSpPr txBox="1"/>
            <p:nvPr/>
          </p:nvSpPr>
          <p:spPr>
            <a:xfrm>
              <a:off x="1251267" y="-57150"/>
              <a:ext cx="5799763" cy="2051842"/>
            </a:xfrm>
            <a:prstGeom prst="rect">
              <a:avLst/>
            </a:prstGeom>
            <a:noFill/>
            <a:ln>
              <a:noFill/>
            </a:ln>
          </p:spPr>
          <p:txBody>
            <a:bodyPr anchorCtr="0" anchor="t" bIns="0" lIns="0" spcFirstLastPara="1" rIns="0" wrap="square" tIns="0">
              <a:spAutoFit/>
            </a:bodyPr>
            <a:lstStyle/>
            <a:p>
              <a:pPr indent="0" lvl="0" marL="0" marR="0" rtl="0" algn="l">
                <a:lnSpc>
                  <a:spcPct val="134722"/>
                </a:lnSpc>
                <a:spcBef>
                  <a:spcPts val="0"/>
                </a:spcBef>
                <a:spcAft>
                  <a:spcPts val="0"/>
                </a:spcAft>
                <a:buNone/>
              </a:pPr>
              <a:r>
                <a:rPr lang="en-US" sz="1800" u="none" strike="noStrike">
                  <a:solidFill>
                    <a:srgbClr val="2B2B2B"/>
                  </a:solidFill>
                  <a:latin typeface="Times New Roman"/>
                  <a:ea typeface="Times New Roman"/>
                  <a:cs typeface="Times New Roman"/>
                  <a:sym typeface="Times New Roman"/>
                </a:rPr>
                <a:t>Quản lý khách : </a:t>
              </a:r>
              <a:endParaRPr/>
            </a:p>
            <a:p>
              <a:pPr indent="-187044" lvl="1" marL="374089" marR="0" rtl="0" algn="l">
                <a:lnSpc>
                  <a:spcPct val="134722"/>
                </a:lnSpc>
                <a:spcBef>
                  <a:spcPts val="0"/>
                </a:spcBef>
                <a:spcAft>
                  <a:spcPts val="0"/>
                </a:spcAft>
                <a:buClr>
                  <a:srgbClr val="2B2B2B"/>
                </a:buClr>
                <a:buSzPts val="1800"/>
                <a:buFont typeface="Arial"/>
                <a:buChar char="•"/>
              </a:pPr>
              <a:r>
                <a:rPr b="0" i="0" lang="en-US" sz="1800" u="none" cap="none" strike="noStrike">
                  <a:solidFill>
                    <a:srgbClr val="2B2B2B"/>
                  </a:solidFill>
                  <a:latin typeface="Times New Roman"/>
                  <a:ea typeface="Times New Roman"/>
                  <a:cs typeface="Times New Roman"/>
                  <a:sym typeface="Times New Roman"/>
                </a:rPr>
                <a:t>Đăng kí ra vào bằng thông tin khách.  </a:t>
              </a:r>
              <a:endParaRPr/>
            </a:p>
            <a:p>
              <a:pPr indent="-187044" lvl="1" marL="374089" marR="0" rtl="0" algn="l">
                <a:lnSpc>
                  <a:spcPct val="134722"/>
                </a:lnSpc>
                <a:spcBef>
                  <a:spcPts val="0"/>
                </a:spcBef>
                <a:spcAft>
                  <a:spcPts val="0"/>
                </a:spcAft>
                <a:buClr>
                  <a:srgbClr val="2B2B2B"/>
                </a:buClr>
                <a:buSzPts val="1800"/>
                <a:buFont typeface="Arial"/>
                <a:buChar char="•"/>
              </a:pPr>
              <a:r>
                <a:rPr b="0" i="0" lang="en-US" sz="1800" u="none" cap="none" strike="noStrike">
                  <a:solidFill>
                    <a:srgbClr val="2B2B2B"/>
                  </a:solidFill>
                  <a:latin typeface="Times New Roman"/>
                  <a:ea typeface="Times New Roman"/>
                  <a:cs typeface="Times New Roman"/>
                  <a:sym typeface="Times New Roman"/>
                </a:rPr>
                <a:t>Kiểm soát số lượng khách ra vào tương ứng với từng cán bộ. </a:t>
              </a:r>
              <a:endParaRPr/>
            </a:p>
            <a:p>
              <a:pPr indent="-187044" lvl="1" marL="374089" marR="0" rtl="0" algn="l">
                <a:lnSpc>
                  <a:spcPct val="134722"/>
                </a:lnSpc>
                <a:spcBef>
                  <a:spcPts val="0"/>
                </a:spcBef>
                <a:spcAft>
                  <a:spcPts val="0"/>
                </a:spcAft>
                <a:buClr>
                  <a:srgbClr val="2B2B2B"/>
                </a:buClr>
                <a:buSzPts val="1800"/>
                <a:buFont typeface="Arial"/>
                <a:buChar char="•"/>
              </a:pPr>
              <a:r>
                <a:rPr b="0" i="0" lang="en-US" sz="1800" u="none" cap="none" strike="noStrike">
                  <a:solidFill>
                    <a:srgbClr val="2B2B2B"/>
                  </a:solidFill>
                  <a:latin typeface="Times New Roman"/>
                  <a:ea typeface="Times New Roman"/>
                  <a:cs typeface="Times New Roman"/>
                  <a:sym typeface="Times New Roman"/>
                </a:rPr>
                <a:t>Duyệt khách đến gặp </a:t>
              </a:r>
              <a:endParaRPr/>
            </a:p>
          </p:txBody>
        </p:sp>
        <p:sp>
          <p:nvSpPr>
            <p:cNvPr id="346" name="Google Shape;346;p10"/>
            <p:cNvSpPr txBox="1"/>
            <p:nvPr/>
          </p:nvSpPr>
          <p:spPr>
            <a:xfrm>
              <a:off x="268967" y="757213"/>
              <a:ext cx="322805" cy="367109"/>
            </a:xfrm>
            <a:prstGeom prst="rect">
              <a:avLst/>
            </a:prstGeom>
            <a:noFill/>
            <a:ln>
              <a:noFill/>
            </a:ln>
          </p:spPr>
          <p:txBody>
            <a:bodyPr anchorCtr="0" anchor="t" bIns="0" lIns="0" spcFirstLastPara="1" rIns="0" wrap="square" tIns="0">
              <a:spAutoFit/>
            </a:bodyPr>
            <a:lstStyle/>
            <a:p>
              <a:pPr indent="0" lvl="0" marL="0" marR="0" rtl="0" algn="ctr">
                <a:lnSpc>
                  <a:spcPct val="127333"/>
                </a:lnSpc>
                <a:spcBef>
                  <a:spcPts val="0"/>
                </a:spcBef>
                <a:spcAft>
                  <a:spcPts val="0"/>
                </a:spcAft>
                <a:buNone/>
              </a:pPr>
              <a:r>
                <a:rPr b="1" lang="en-US" sz="1800">
                  <a:solidFill>
                    <a:srgbClr val="FFFFFF"/>
                  </a:solidFill>
                  <a:latin typeface="Times New Roman"/>
                  <a:ea typeface="Times New Roman"/>
                  <a:cs typeface="Times New Roman"/>
                  <a:sym typeface="Times New Roman"/>
                </a:rPr>
                <a:t>3</a:t>
              </a:r>
              <a:endParaRPr/>
            </a:p>
          </p:txBody>
        </p:sp>
      </p:grpSp>
      <p:sp>
        <p:nvSpPr>
          <p:cNvPr id="347" name="Google Shape;347;p10"/>
          <p:cNvSpPr txBox="1"/>
          <p:nvPr/>
        </p:nvSpPr>
        <p:spPr>
          <a:xfrm>
            <a:off x="6287047" y="6993580"/>
            <a:ext cx="2090515" cy="1012265"/>
          </a:xfrm>
          <a:prstGeom prst="rect">
            <a:avLst/>
          </a:prstGeom>
          <a:noFill/>
          <a:ln>
            <a:noFill/>
          </a:ln>
        </p:spPr>
        <p:txBody>
          <a:bodyPr anchorCtr="0" anchor="t" bIns="0" lIns="0" spcFirstLastPara="1" rIns="0" wrap="square" tIns="0">
            <a:spAutoFit/>
          </a:bodyPr>
          <a:lstStyle/>
          <a:p>
            <a:pPr indent="0" lvl="0" marL="0" marR="0" rtl="0" algn="ctr">
              <a:lnSpc>
                <a:spcPct val="132950"/>
              </a:lnSpc>
              <a:spcBef>
                <a:spcPts val="0"/>
              </a:spcBef>
              <a:spcAft>
                <a:spcPts val="0"/>
              </a:spcAft>
              <a:buNone/>
            </a:pPr>
            <a:r>
              <a:rPr b="1" lang="en-US" sz="2000">
                <a:solidFill>
                  <a:srgbClr val="000B5D"/>
                </a:solidFill>
                <a:latin typeface="Times New Roman"/>
                <a:ea typeface="Times New Roman"/>
                <a:cs typeface="Times New Roman"/>
                <a:sym typeface="Times New Roman"/>
              </a:rPr>
              <a:t>Đầu đọc thẻ thông minh, sinh trắc học nâng cao M6 </a:t>
            </a:r>
            <a:endParaRPr/>
          </a:p>
        </p:txBody>
      </p:sp>
      <p:pic>
        <p:nvPicPr>
          <p:cNvPr id="348" name="Google Shape;348;p10"/>
          <p:cNvPicPr preferRelativeResize="0"/>
          <p:nvPr/>
        </p:nvPicPr>
        <p:blipFill rotWithShape="1">
          <a:blip r:embed="rId6">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52" name="Shape 352"/>
        <p:cNvGrpSpPr/>
        <p:nvPr/>
      </p:nvGrpSpPr>
      <p:grpSpPr>
        <a:xfrm>
          <a:off x="0" y="0"/>
          <a:ext cx="0" cy="0"/>
          <a:chOff x="0" y="0"/>
          <a:chExt cx="0" cy="0"/>
        </a:xfrm>
      </p:grpSpPr>
      <p:sp>
        <p:nvSpPr>
          <p:cNvPr id="353" name="Google Shape;353;p11"/>
          <p:cNvSpPr/>
          <p:nvPr/>
        </p:nvSpPr>
        <p:spPr>
          <a:xfrm>
            <a:off x="2762619" y="1541896"/>
            <a:ext cx="12762762" cy="8338338"/>
          </a:xfrm>
          <a:custGeom>
            <a:rect b="b" l="l" r="r" t="t"/>
            <a:pathLst>
              <a:path extrusionOk="0" h="8338338" w="12762762">
                <a:moveTo>
                  <a:pt x="0" y="0"/>
                </a:moveTo>
                <a:lnTo>
                  <a:pt x="12762762" y="0"/>
                </a:lnTo>
                <a:lnTo>
                  <a:pt x="12762762" y="8338338"/>
                </a:lnTo>
                <a:lnTo>
                  <a:pt x="0" y="8338338"/>
                </a:lnTo>
                <a:lnTo>
                  <a:pt x="0" y="0"/>
                </a:lnTo>
                <a:close/>
              </a:path>
            </a:pathLst>
          </a:custGeom>
          <a:blipFill rotWithShape="1">
            <a:blip r:embed="rId3">
              <a:alphaModFix/>
            </a:blip>
            <a:stretch>
              <a:fillRect b="0" l="0" r="0" t="0"/>
            </a:stretch>
          </a:blipFill>
          <a:ln>
            <a:noFill/>
          </a:ln>
        </p:spPr>
      </p:sp>
      <p:sp>
        <p:nvSpPr>
          <p:cNvPr id="354" name="Google Shape;354;p11"/>
          <p:cNvSpPr txBox="1"/>
          <p:nvPr/>
        </p:nvSpPr>
        <p:spPr>
          <a:xfrm>
            <a:off x="305055" y="7476"/>
            <a:ext cx="12899027" cy="730969"/>
          </a:xfrm>
          <a:prstGeom prst="rect">
            <a:avLst/>
          </a:prstGeom>
          <a:noFill/>
          <a:ln>
            <a:noFill/>
          </a:ln>
        </p:spPr>
        <p:txBody>
          <a:bodyPr anchorCtr="0" anchor="t" bIns="0" lIns="0" spcFirstLastPara="1" rIns="0" wrap="square" tIns="0">
            <a:spAutoFit/>
          </a:bodyPr>
          <a:lstStyle/>
          <a:p>
            <a:pPr indent="0" lvl="1" marL="0" marR="0" rtl="0" algn="l">
              <a:lnSpc>
                <a:spcPct val="139986"/>
              </a:lnSpc>
              <a:spcBef>
                <a:spcPts val="0"/>
              </a:spcBef>
              <a:spcAft>
                <a:spcPts val="0"/>
              </a:spcAft>
              <a:buNone/>
            </a:pPr>
            <a:r>
              <a:rPr b="1" i="0" lang="en-US" sz="4464" u="none" cap="none" strike="noStrike">
                <a:solidFill>
                  <a:srgbClr val="004B97"/>
                </a:solidFill>
                <a:latin typeface="Inter"/>
                <a:ea typeface="Inter"/>
                <a:cs typeface="Inter"/>
                <a:sym typeface="Inter"/>
              </a:rPr>
              <a:t>MÔ HÌNH TỔNG QUAN</a:t>
            </a:r>
            <a:endParaRPr/>
          </a:p>
        </p:txBody>
      </p:sp>
      <p:sp>
        <p:nvSpPr>
          <p:cNvPr id="355" name="Google Shape;355;p11"/>
          <p:cNvSpPr txBox="1"/>
          <p:nvPr/>
        </p:nvSpPr>
        <p:spPr>
          <a:xfrm>
            <a:off x="17186420" y="9210675"/>
            <a:ext cx="298160" cy="32964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000">
                <a:solidFill>
                  <a:srgbClr val="004B97"/>
                </a:solidFill>
                <a:latin typeface="Inter"/>
                <a:ea typeface="Inter"/>
                <a:cs typeface="Inter"/>
                <a:sym typeface="Inter"/>
              </a:rPr>
              <a:t>10</a:t>
            </a:r>
            <a:endParaRPr/>
          </a:p>
        </p:txBody>
      </p:sp>
      <p:pic>
        <p:nvPicPr>
          <p:cNvPr id="356" name="Google Shape;356;p11"/>
          <p:cNvPicPr preferRelativeResize="0"/>
          <p:nvPr/>
        </p:nvPicPr>
        <p:blipFill rotWithShape="1">
          <a:blip r:embed="rId4">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60" name="Shape 360"/>
        <p:cNvGrpSpPr/>
        <p:nvPr/>
      </p:nvGrpSpPr>
      <p:grpSpPr>
        <a:xfrm>
          <a:off x="0" y="0"/>
          <a:ext cx="0" cy="0"/>
          <a:chOff x="0" y="0"/>
          <a:chExt cx="0" cy="0"/>
        </a:xfrm>
      </p:grpSpPr>
      <p:sp>
        <p:nvSpPr>
          <p:cNvPr id="361" name="Google Shape;361;p12"/>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sp>
        <p:nvSpPr>
          <p:cNvPr id="362" name="Google Shape;362;p12"/>
          <p:cNvSpPr/>
          <p:nvPr/>
        </p:nvSpPr>
        <p:spPr>
          <a:xfrm>
            <a:off x="10504820" y="2097664"/>
            <a:ext cx="7783180" cy="8189336"/>
          </a:xfrm>
          <a:custGeom>
            <a:rect b="b" l="l" r="r" t="t"/>
            <a:pathLst>
              <a:path extrusionOk="0" h="8189336" w="7783180">
                <a:moveTo>
                  <a:pt x="0" y="0"/>
                </a:moveTo>
                <a:lnTo>
                  <a:pt x="7783180" y="0"/>
                </a:lnTo>
                <a:lnTo>
                  <a:pt x="7783180" y="8189336"/>
                </a:lnTo>
                <a:lnTo>
                  <a:pt x="0" y="8189336"/>
                </a:lnTo>
                <a:lnTo>
                  <a:pt x="0" y="0"/>
                </a:lnTo>
                <a:close/>
              </a:path>
            </a:pathLst>
          </a:custGeom>
          <a:blipFill rotWithShape="1">
            <a:blip r:embed="rId4">
              <a:alphaModFix/>
            </a:blip>
            <a:stretch>
              <a:fillRect b="0" l="-5824" r="-6905" t="-5666"/>
            </a:stretch>
          </a:blipFill>
          <a:ln>
            <a:noFill/>
          </a:ln>
        </p:spPr>
      </p:sp>
      <p:sp>
        <p:nvSpPr>
          <p:cNvPr id="363" name="Google Shape;363;p12"/>
          <p:cNvSpPr/>
          <p:nvPr/>
        </p:nvSpPr>
        <p:spPr>
          <a:xfrm>
            <a:off x="0" y="2097664"/>
            <a:ext cx="12415197" cy="8189336"/>
          </a:xfrm>
          <a:custGeom>
            <a:rect b="b" l="l" r="r" t="t"/>
            <a:pathLst>
              <a:path extrusionOk="0" h="8189336" w="12415197">
                <a:moveTo>
                  <a:pt x="0" y="0"/>
                </a:moveTo>
                <a:lnTo>
                  <a:pt x="12415197" y="0"/>
                </a:lnTo>
                <a:lnTo>
                  <a:pt x="12415197" y="8189336"/>
                </a:lnTo>
                <a:lnTo>
                  <a:pt x="0" y="8189336"/>
                </a:lnTo>
                <a:lnTo>
                  <a:pt x="0" y="0"/>
                </a:lnTo>
                <a:close/>
              </a:path>
            </a:pathLst>
          </a:custGeom>
          <a:blipFill rotWithShape="1">
            <a:blip r:embed="rId5">
              <a:alphaModFix/>
            </a:blip>
            <a:stretch>
              <a:fillRect b="-235968" l="0" r="-8774" t="-237591"/>
            </a:stretch>
          </a:blipFill>
          <a:ln>
            <a:noFill/>
          </a:ln>
        </p:spPr>
      </p:sp>
      <p:grpSp>
        <p:nvGrpSpPr>
          <p:cNvPr id="364" name="Google Shape;364;p12"/>
          <p:cNvGrpSpPr/>
          <p:nvPr/>
        </p:nvGrpSpPr>
        <p:grpSpPr>
          <a:xfrm>
            <a:off x="3964221" y="2557924"/>
            <a:ext cx="6540600" cy="6922109"/>
            <a:chOff x="0" y="-76200"/>
            <a:chExt cx="8720800" cy="9229480"/>
          </a:xfrm>
        </p:grpSpPr>
        <p:sp>
          <p:nvSpPr>
            <p:cNvPr id="365" name="Google Shape;365;p12"/>
            <p:cNvSpPr txBox="1"/>
            <p:nvPr/>
          </p:nvSpPr>
          <p:spPr>
            <a:xfrm>
              <a:off x="0" y="-76200"/>
              <a:ext cx="8720800" cy="189009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lang="en-US" sz="2689">
                  <a:solidFill>
                    <a:srgbClr val="000B5D"/>
                  </a:solidFill>
                  <a:latin typeface="Times New Roman"/>
                  <a:ea typeface="Times New Roman"/>
                  <a:cs typeface="Times New Roman"/>
                  <a:sym typeface="Times New Roman"/>
                </a:rPr>
                <a:t>Vi xử lý</a:t>
              </a:r>
              <a:endParaRPr b="1" sz="2689">
                <a:solidFill>
                  <a:srgbClr val="000B5D"/>
                </a:solidFill>
                <a:latin typeface="Times New Roman"/>
                <a:ea typeface="Times New Roman"/>
                <a:cs typeface="Times New Roman"/>
                <a:sym typeface="Times New Roman"/>
              </a:endParaRPr>
            </a:p>
            <a:p>
              <a:pPr indent="0" lvl="0" marL="0" marR="0" rtl="0" algn="l">
                <a:lnSpc>
                  <a:spcPct val="140014"/>
                </a:lnSpc>
                <a:spcBef>
                  <a:spcPts val="0"/>
                </a:spcBef>
                <a:spcAft>
                  <a:spcPts val="0"/>
                </a:spcAft>
                <a:buNone/>
              </a:pPr>
              <a:r>
                <a:rPr lang="en-US" sz="2689">
                  <a:solidFill>
                    <a:srgbClr val="000B5D"/>
                  </a:solidFill>
                  <a:latin typeface="Times New Roman"/>
                  <a:ea typeface="Times New Roman"/>
                  <a:cs typeface="Times New Roman"/>
                  <a:sym typeface="Times New Roman"/>
                </a:rPr>
                <a:t>Ambarella CV25 Quad-core 1.0 GHz</a:t>
              </a:r>
              <a:endParaRPr/>
            </a:p>
            <a:p>
              <a:pPr indent="0" lvl="0" marL="0" marR="0" rtl="0" algn="l">
                <a:lnSpc>
                  <a:spcPct val="140014"/>
                </a:lnSpc>
                <a:spcBef>
                  <a:spcPts val="0"/>
                </a:spcBef>
                <a:spcAft>
                  <a:spcPts val="0"/>
                </a:spcAft>
                <a:buNone/>
              </a:pPr>
              <a:r>
                <a:t/>
              </a:r>
              <a:endParaRPr sz="2689">
                <a:solidFill>
                  <a:srgbClr val="000B5D"/>
                </a:solidFill>
                <a:latin typeface="Times New Roman"/>
                <a:ea typeface="Times New Roman"/>
                <a:cs typeface="Times New Roman"/>
                <a:sym typeface="Times New Roman"/>
              </a:endParaRPr>
            </a:p>
          </p:txBody>
        </p:sp>
        <p:sp>
          <p:nvSpPr>
            <p:cNvPr id="366" name="Google Shape;366;p12"/>
            <p:cNvSpPr txBox="1"/>
            <p:nvPr/>
          </p:nvSpPr>
          <p:spPr>
            <a:xfrm>
              <a:off x="0" y="1217936"/>
              <a:ext cx="8720800" cy="4493538"/>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lang="en-US" sz="2689">
                  <a:solidFill>
                    <a:srgbClr val="000B5D"/>
                  </a:solidFill>
                  <a:latin typeface="Times New Roman"/>
                  <a:ea typeface="Times New Roman"/>
                  <a:cs typeface="Times New Roman"/>
                  <a:sym typeface="Times New Roman"/>
                </a:rPr>
                <a:t>Kết nối</a:t>
              </a:r>
              <a:endParaRPr/>
            </a:p>
            <a:p>
              <a:pPr indent="0" lvl="0" marL="0" marR="0" rtl="0" algn="l">
                <a:lnSpc>
                  <a:spcPct val="140014"/>
                </a:lnSpc>
                <a:spcBef>
                  <a:spcPts val="0"/>
                </a:spcBef>
                <a:spcAft>
                  <a:spcPts val="0"/>
                </a:spcAft>
                <a:buNone/>
              </a:pPr>
              <a:r>
                <a:rPr lang="en-US" sz="2689">
                  <a:solidFill>
                    <a:srgbClr val="000B5D"/>
                  </a:solidFill>
                  <a:latin typeface="Times New Roman"/>
                  <a:ea typeface="Times New Roman"/>
                  <a:cs typeface="Times New Roman"/>
                  <a:sym typeface="Times New Roman"/>
                </a:rPr>
                <a:t>Ethernet</a:t>
              </a:r>
              <a:endParaRPr/>
            </a:p>
            <a:p>
              <a:pPr indent="0" lvl="0" marL="0" marR="0" rtl="0" algn="l">
                <a:lnSpc>
                  <a:spcPct val="140014"/>
                </a:lnSpc>
                <a:spcBef>
                  <a:spcPts val="0"/>
                </a:spcBef>
                <a:spcAft>
                  <a:spcPts val="0"/>
                </a:spcAft>
                <a:buNone/>
              </a:pPr>
              <a:r>
                <a:rPr lang="en-US" sz="2689">
                  <a:solidFill>
                    <a:srgbClr val="000B5D"/>
                  </a:solidFill>
                  <a:latin typeface="Times New Roman"/>
                  <a:ea typeface="Times New Roman"/>
                  <a:cs typeface="Times New Roman"/>
                  <a:sym typeface="Times New Roman"/>
                </a:rPr>
                <a:t>WiFi 802.11 a/b/g/n, 2.4GHz</a:t>
              </a:r>
              <a:endParaRPr/>
            </a:p>
            <a:p>
              <a:pPr indent="0" lvl="0" marL="0" marR="0" rtl="0" algn="l">
                <a:lnSpc>
                  <a:spcPct val="140014"/>
                </a:lnSpc>
                <a:spcBef>
                  <a:spcPts val="0"/>
                </a:spcBef>
                <a:spcAft>
                  <a:spcPts val="0"/>
                </a:spcAft>
                <a:buNone/>
              </a:pPr>
              <a:r>
                <a:rPr lang="en-US" sz="2689">
                  <a:solidFill>
                    <a:srgbClr val="000B5D"/>
                  </a:solidFill>
                  <a:latin typeface="Times New Roman"/>
                  <a:ea typeface="Times New Roman"/>
                  <a:cs typeface="Times New Roman"/>
                  <a:sym typeface="Times New Roman"/>
                </a:rPr>
                <a:t>NFC</a:t>
              </a:r>
              <a:endParaRPr/>
            </a:p>
            <a:p>
              <a:pPr indent="0" lvl="0" marL="0" marR="0" rtl="0" algn="l">
                <a:lnSpc>
                  <a:spcPct val="140014"/>
                </a:lnSpc>
                <a:spcBef>
                  <a:spcPts val="0"/>
                </a:spcBef>
                <a:spcAft>
                  <a:spcPts val="0"/>
                </a:spcAft>
                <a:buNone/>
              </a:pPr>
              <a:r>
                <a:rPr lang="en-US" sz="2689">
                  <a:solidFill>
                    <a:srgbClr val="000B5D"/>
                  </a:solidFill>
                  <a:latin typeface="Times New Roman"/>
                  <a:ea typeface="Times New Roman"/>
                  <a:cs typeface="Times New Roman"/>
                  <a:sym typeface="Times New Roman"/>
                </a:rPr>
                <a:t>SAM slot</a:t>
              </a:r>
              <a:endParaRPr/>
            </a:p>
            <a:p>
              <a:pPr indent="0" lvl="0" marL="0" marR="0" rtl="0" algn="l">
                <a:lnSpc>
                  <a:spcPct val="140014"/>
                </a:lnSpc>
                <a:spcBef>
                  <a:spcPts val="0"/>
                </a:spcBef>
                <a:spcAft>
                  <a:spcPts val="0"/>
                </a:spcAft>
                <a:buNone/>
              </a:pPr>
              <a:r>
                <a:t/>
              </a:r>
              <a:endParaRPr sz="2689">
                <a:solidFill>
                  <a:srgbClr val="000B5D"/>
                </a:solidFill>
                <a:latin typeface="Times New Roman"/>
                <a:ea typeface="Times New Roman"/>
                <a:cs typeface="Times New Roman"/>
                <a:sym typeface="Times New Roman"/>
              </a:endParaRPr>
            </a:p>
            <a:p>
              <a:pPr indent="0" lvl="0" marL="0" marR="0" rtl="0" algn="l">
                <a:lnSpc>
                  <a:spcPct val="140014"/>
                </a:lnSpc>
                <a:spcBef>
                  <a:spcPts val="0"/>
                </a:spcBef>
                <a:spcAft>
                  <a:spcPts val="0"/>
                </a:spcAft>
                <a:buNone/>
              </a:pPr>
              <a:r>
                <a:t/>
              </a:r>
              <a:endParaRPr sz="2689">
                <a:solidFill>
                  <a:srgbClr val="000B5D"/>
                </a:solidFill>
                <a:latin typeface="Times New Roman"/>
                <a:ea typeface="Times New Roman"/>
                <a:cs typeface="Times New Roman"/>
                <a:sym typeface="Times New Roman"/>
              </a:endParaRPr>
            </a:p>
          </p:txBody>
        </p:sp>
        <p:sp>
          <p:nvSpPr>
            <p:cNvPr id="367" name="Google Shape;367;p12"/>
            <p:cNvSpPr txBox="1"/>
            <p:nvPr/>
          </p:nvSpPr>
          <p:spPr>
            <a:xfrm>
              <a:off x="0" y="4583067"/>
              <a:ext cx="8720800" cy="189009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lang="en-US" sz="2689">
                  <a:solidFill>
                    <a:srgbClr val="000B5D"/>
                  </a:solidFill>
                  <a:latin typeface="Times New Roman"/>
                  <a:ea typeface="Times New Roman"/>
                  <a:cs typeface="Times New Roman"/>
                  <a:sym typeface="Times New Roman"/>
                </a:rPr>
                <a:t>Nguồn</a:t>
              </a:r>
              <a:endParaRPr/>
            </a:p>
            <a:p>
              <a:pPr indent="0" lvl="0" marL="0" marR="0" rtl="0" algn="l">
                <a:lnSpc>
                  <a:spcPct val="140014"/>
                </a:lnSpc>
                <a:spcBef>
                  <a:spcPts val="0"/>
                </a:spcBef>
                <a:spcAft>
                  <a:spcPts val="0"/>
                </a:spcAft>
                <a:buNone/>
              </a:pPr>
              <a:r>
                <a:rPr lang="en-US" sz="2689">
                  <a:solidFill>
                    <a:srgbClr val="000B5D"/>
                  </a:solidFill>
                  <a:latin typeface="Times New Roman"/>
                  <a:ea typeface="Times New Roman"/>
                  <a:cs typeface="Times New Roman"/>
                  <a:sym typeface="Times New Roman"/>
                </a:rPr>
                <a:t>POE (802.1af)</a:t>
              </a:r>
              <a:endParaRPr/>
            </a:p>
            <a:p>
              <a:pPr indent="0" lvl="0" marL="0" marR="0" rtl="0" algn="l">
                <a:lnSpc>
                  <a:spcPct val="140014"/>
                </a:lnSpc>
                <a:spcBef>
                  <a:spcPts val="0"/>
                </a:spcBef>
                <a:spcAft>
                  <a:spcPts val="0"/>
                </a:spcAft>
                <a:buNone/>
              </a:pPr>
              <a:r>
                <a:t/>
              </a:r>
              <a:endParaRPr sz="2689">
                <a:solidFill>
                  <a:srgbClr val="000B5D"/>
                </a:solidFill>
                <a:latin typeface="Times New Roman"/>
                <a:ea typeface="Times New Roman"/>
                <a:cs typeface="Times New Roman"/>
                <a:sym typeface="Times New Roman"/>
              </a:endParaRPr>
            </a:p>
          </p:txBody>
        </p:sp>
        <p:sp>
          <p:nvSpPr>
            <p:cNvPr id="368" name="Google Shape;368;p12"/>
            <p:cNvSpPr txBox="1"/>
            <p:nvPr/>
          </p:nvSpPr>
          <p:spPr>
            <a:xfrm>
              <a:off x="0" y="5959242"/>
              <a:ext cx="8720800" cy="3194038"/>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lang="en-US" sz="2689">
                  <a:solidFill>
                    <a:srgbClr val="000B5D"/>
                  </a:solidFill>
                  <a:latin typeface="Times New Roman"/>
                  <a:ea typeface="Times New Roman"/>
                  <a:cs typeface="Times New Roman"/>
                  <a:sym typeface="Times New Roman"/>
                </a:rPr>
                <a:t>Nút bấm</a:t>
              </a:r>
              <a:endParaRPr b="1" sz="2689">
                <a:solidFill>
                  <a:srgbClr val="000B5D"/>
                </a:solidFill>
                <a:latin typeface="Times New Roman"/>
                <a:ea typeface="Times New Roman"/>
                <a:cs typeface="Times New Roman"/>
                <a:sym typeface="Times New Roman"/>
              </a:endParaRPr>
            </a:p>
            <a:p>
              <a:pPr indent="0" lvl="0" marL="0" marR="0" rtl="0" algn="l">
                <a:lnSpc>
                  <a:spcPct val="140014"/>
                </a:lnSpc>
                <a:spcBef>
                  <a:spcPts val="0"/>
                </a:spcBef>
                <a:spcAft>
                  <a:spcPts val="0"/>
                </a:spcAft>
                <a:buNone/>
              </a:pPr>
              <a:r>
                <a:rPr lang="en-US" sz="2689">
                  <a:solidFill>
                    <a:srgbClr val="000B5D"/>
                  </a:solidFill>
                  <a:latin typeface="Times New Roman"/>
                  <a:ea typeface="Times New Roman"/>
                  <a:cs typeface="Times New Roman"/>
                  <a:sym typeface="Times New Roman"/>
                </a:rPr>
                <a:t>On/ Off power, Setting, </a:t>
              </a:r>
              <a:endParaRPr/>
            </a:p>
            <a:p>
              <a:pPr indent="0" lvl="0" marL="0" marR="0" rtl="0" algn="l">
                <a:lnSpc>
                  <a:spcPct val="140014"/>
                </a:lnSpc>
                <a:spcBef>
                  <a:spcPts val="0"/>
                </a:spcBef>
                <a:spcAft>
                  <a:spcPts val="0"/>
                </a:spcAft>
                <a:buNone/>
              </a:pPr>
              <a:r>
                <a:rPr lang="en-US" sz="2689">
                  <a:solidFill>
                    <a:srgbClr val="000B5D"/>
                  </a:solidFill>
                  <a:latin typeface="Times New Roman"/>
                  <a:ea typeface="Times New Roman"/>
                  <a:cs typeface="Times New Roman"/>
                  <a:sym typeface="Times New Roman"/>
                </a:rPr>
                <a:t>Up/ Down, Select (Enter)</a:t>
              </a:r>
              <a:endParaRPr/>
            </a:p>
            <a:p>
              <a:pPr indent="0" lvl="0" marL="0" marR="0" rtl="0" algn="l">
                <a:lnSpc>
                  <a:spcPct val="140014"/>
                </a:lnSpc>
                <a:spcBef>
                  <a:spcPts val="0"/>
                </a:spcBef>
                <a:spcAft>
                  <a:spcPts val="0"/>
                </a:spcAft>
                <a:buNone/>
              </a:pPr>
              <a:r>
                <a:t/>
              </a:r>
              <a:endParaRPr sz="2689">
                <a:solidFill>
                  <a:srgbClr val="000B5D"/>
                </a:solidFill>
                <a:latin typeface="Times New Roman"/>
                <a:ea typeface="Times New Roman"/>
                <a:cs typeface="Times New Roman"/>
                <a:sym typeface="Times New Roman"/>
              </a:endParaRPr>
            </a:p>
            <a:p>
              <a:pPr indent="0" lvl="0" marL="0" marR="0" rtl="0" algn="l">
                <a:lnSpc>
                  <a:spcPct val="140014"/>
                </a:lnSpc>
                <a:spcBef>
                  <a:spcPts val="0"/>
                </a:spcBef>
                <a:spcAft>
                  <a:spcPts val="0"/>
                </a:spcAft>
                <a:buNone/>
              </a:pPr>
              <a:r>
                <a:t/>
              </a:r>
              <a:endParaRPr sz="2689">
                <a:solidFill>
                  <a:srgbClr val="000B5D"/>
                </a:solidFill>
                <a:latin typeface="Times New Roman"/>
                <a:ea typeface="Times New Roman"/>
                <a:cs typeface="Times New Roman"/>
                <a:sym typeface="Times New Roman"/>
              </a:endParaRPr>
            </a:p>
          </p:txBody>
        </p:sp>
      </p:grpSp>
      <p:sp>
        <p:nvSpPr>
          <p:cNvPr id="369" name="Google Shape;369;p12"/>
          <p:cNvSpPr txBox="1"/>
          <p:nvPr/>
        </p:nvSpPr>
        <p:spPr>
          <a:xfrm>
            <a:off x="2125781" y="248328"/>
            <a:ext cx="15156724" cy="636393"/>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M6 - THÔNG SỐ KỸ THUẬT</a:t>
            </a:r>
            <a:endParaRPr/>
          </a:p>
        </p:txBody>
      </p:sp>
      <p:grpSp>
        <p:nvGrpSpPr>
          <p:cNvPr id="370" name="Google Shape;370;p12"/>
          <p:cNvGrpSpPr/>
          <p:nvPr/>
        </p:nvGrpSpPr>
        <p:grpSpPr>
          <a:xfrm>
            <a:off x="287342" y="2770617"/>
            <a:ext cx="3676879" cy="6836989"/>
            <a:chOff x="0" y="-76200"/>
            <a:chExt cx="4902505" cy="9115984"/>
          </a:xfrm>
        </p:grpSpPr>
        <p:sp>
          <p:nvSpPr>
            <p:cNvPr id="371" name="Google Shape;371;p12"/>
            <p:cNvSpPr txBox="1"/>
            <p:nvPr/>
          </p:nvSpPr>
          <p:spPr>
            <a:xfrm>
              <a:off x="0" y="1422451"/>
              <a:ext cx="4343238" cy="189445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685">
                  <a:solidFill>
                    <a:srgbClr val="000B5D"/>
                  </a:solidFill>
                  <a:latin typeface="Times New Roman"/>
                  <a:ea typeface="Times New Roman"/>
                  <a:cs typeface="Times New Roman"/>
                  <a:sym typeface="Times New Roman"/>
                </a:rPr>
                <a:t>CAMERA</a:t>
              </a:r>
              <a:endParaRPr/>
            </a:p>
            <a:p>
              <a:pPr indent="0" lvl="0" marL="0" marR="0" rtl="0" algn="l">
                <a:lnSpc>
                  <a:spcPct val="140000"/>
                </a:lnSpc>
                <a:spcBef>
                  <a:spcPts val="0"/>
                </a:spcBef>
                <a:spcAft>
                  <a:spcPts val="0"/>
                </a:spcAft>
                <a:buNone/>
              </a:pPr>
              <a:r>
                <a:rPr lang="en-US" sz="2685">
                  <a:solidFill>
                    <a:srgbClr val="000B5D"/>
                  </a:solidFill>
                  <a:latin typeface="Times New Roman"/>
                  <a:ea typeface="Times New Roman"/>
                  <a:cs typeface="Times New Roman"/>
                  <a:sym typeface="Times New Roman"/>
                </a:rPr>
                <a:t>SONY IMX327</a:t>
              </a:r>
              <a:endParaRPr/>
            </a:p>
            <a:p>
              <a:pPr indent="0" lvl="0" marL="0" marR="0" rtl="0" algn="l">
                <a:lnSpc>
                  <a:spcPct val="140000"/>
                </a:lnSpc>
                <a:spcBef>
                  <a:spcPts val="0"/>
                </a:spcBef>
                <a:spcAft>
                  <a:spcPts val="0"/>
                </a:spcAft>
                <a:buNone/>
              </a:pPr>
              <a:r>
                <a:t/>
              </a:r>
              <a:endParaRPr sz="2685">
                <a:solidFill>
                  <a:srgbClr val="000B5D"/>
                </a:solidFill>
                <a:latin typeface="Times New Roman"/>
                <a:ea typeface="Times New Roman"/>
                <a:cs typeface="Times New Roman"/>
                <a:sym typeface="Times New Roman"/>
              </a:endParaRPr>
            </a:p>
          </p:txBody>
        </p:sp>
        <p:sp>
          <p:nvSpPr>
            <p:cNvPr id="372" name="Google Shape;372;p12"/>
            <p:cNvSpPr txBox="1"/>
            <p:nvPr/>
          </p:nvSpPr>
          <p:spPr>
            <a:xfrm>
              <a:off x="0" y="-76200"/>
              <a:ext cx="4902505" cy="124169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685">
                  <a:solidFill>
                    <a:srgbClr val="000B5D"/>
                  </a:solidFill>
                  <a:latin typeface="Times New Roman"/>
                  <a:ea typeface="Times New Roman"/>
                  <a:cs typeface="Times New Roman"/>
                  <a:sym typeface="Times New Roman"/>
                </a:rPr>
                <a:t>DSP Chip</a:t>
              </a:r>
              <a:endParaRPr/>
            </a:p>
            <a:p>
              <a:pPr indent="0" lvl="0" marL="0" marR="0" rtl="0" algn="l">
                <a:lnSpc>
                  <a:spcPct val="140000"/>
                </a:lnSpc>
                <a:spcBef>
                  <a:spcPts val="0"/>
                </a:spcBef>
                <a:spcAft>
                  <a:spcPts val="0"/>
                </a:spcAft>
                <a:buNone/>
              </a:pPr>
              <a:r>
                <a:rPr lang="en-US" sz="2685">
                  <a:solidFill>
                    <a:srgbClr val="000B5D"/>
                  </a:solidFill>
                  <a:latin typeface="Times New Roman"/>
                  <a:ea typeface="Times New Roman"/>
                  <a:cs typeface="Times New Roman"/>
                  <a:sym typeface="Times New Roman"/>
                </a:rPr>
                <a:t>Amba CV25</a:t>
              </a:r>
              <a:endParaRPr/>
            </a:p>
          </p:txBody>
        </p:sp>
        <p:sp>
          <p:nvSpPr>
            <p:cNvPr id="373" name="Google Shape;373;p12"/>
            <p:cNvSpPr txBox="1"/>
            <p:nvPr/>
          </p:nvSpPr>
          <p:spPr>
            <a:xfrm>
              <a:off x="0" y="2928470"/>
              <a:ext cx="4902505" cy="189445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685">
                  <a:solidFill>
                    <a:srgbClr val="000B5D"/>
                  </a:solidFill>
                  <a:latin typeface="Times New Roman"/>
                  <a:ea typeface="Times New Roman"/>
                  <a:cs typeface="Times New Roman"/>
                  <a:sym typeface="Times New Roman"/>
                </a:rPr>
                <a:t>Bộ nhớ</a:t>
              </a:r>
              <a:endParaRPr/>
            </a:p>
            <a:p>
              <a:pPr indent="0" lvl="0" marL="0" marR="0" rtl="0" algn="l">
                <a:lnSpc>
                  <a:spcPct val="140000"/>
                </a:lnSpc>
                <a:spcBef>
                  <a:spcPts val="0"/>
                </a:spcBef>
                <a:spcAft>
                  <a:spcPts val="0"/>
                </a:spcAft>
                <a:buNone/>
              </a:pPr>
              <a:r>
                <a:rPr lang="en-US" sz="2685">
                  <a:solidFill>
                    <a:srgbClr val="000B5D"/>
                  </a:solidFill>
                  <a:latin typeface="Times New Roman"/>
                  <a:ea typeface="Times New Roman"/>
                  <a:cs typeface="Times New Roman"/>
                  <a:sym typeface="Times New Roman"/>
                </a:rPr>
                <a:t>RAM 2GB ROM 16GB</a:t>
              </a:r>
              <a:endParaRPr/>
            </a:p>
            <a:p>
              <a:pPr indent="0" lvl="0" marL="0" marR="0" rtl="0" algn="l">
                <a:lnSpc>
                  <a:spcPct val="140000"/>
                </a:lnSpc>
                <a:spcBef>
                  <a:spcPts val="0"/>
                </a:spcBef>
                <a:spcAft>
                  <a:spcPts val="0"/>
                </a:spcAft>
                <a:buNone/>
              </a:pPr>
              <a:r>
                <a:t/>
              </a:r>
              <a:endParaRPr sz="2685">
                <a:solidFill>
                  <a:srgbClr val="000B5D"/>
                </a:solidFill>
                <a:latin typeface="Times New Roman"/>
                <a:ea typeface="Times New Roman"/>
                <a:cs typeface="Times New Roman"/>
                <a:sym typeface="Times New Roman"/>
              </a:endParaRPr>
            </a:p>
          </p:txBody>
        </p:sp>
        <p:sp>
          <p:nvSpPr>
            <p:cNvPr id="374" name="Google Shape;374;p12"/>
            <p:cNvSpPr txBox="1"/>
            <p:nvPr/>
          </p:nvSpPr>
          <p:spPr>
            <a:xfrm>
              <a:off x="0" y="4376069"/>
              <a:ext cx="4902505" cy="254420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685">
                  <a:solidFill>
                    <a:srgbClr val="000B5D"/>
                  </a:solidFill>
                  <a:latin typeface="Times New Roman"/>
                  <a:ea typeface="Times New Roman"/>
                  <a:cs typeface="Times New Roman"/>
                  <a:sym typeface="Times New Roman"/>
                </a:rPr>
                <a:t>Độ phân giải </a:t>
              </a:r>
              <a:endParaRPr/>
            </a:p>
            <a:p>
              <a:pPr indent="0" lvl="0" marL="0" marR="0" rtl="0" algn="l">
                <a:lnSpc>
                  <a:spcPct val="140000"/>
                </a:lnSpc>
                <a:spcBef>
                  <a:spcPts val="0"/>
                </a:spcBef>
                <a:spcAft>
                  <a:spcPts val="0"/>
                </a:spcAft>
                <a:buNone/>
              </a:pPr>
              <a:r>
                <a:rPr lang="en-US" sz="2685">
                  <a:solidFill>
                    <a:srgbClr val="000B5D"/>
                  </a:solidFill>
                  <a:latin typeface="Times New Roman"/>
                  <a:ea typeface="Times New Roman"/>
                  <a:cs typeface="Times New Roman"/>
                  <a:sym typeface="Times New Roman"/>
                </a:rPr>
                <a:t>1920x1080</a:t>
              </a:r>
              <a:endParaRPr/>
            </a:p>
            <a:p>
              <a:pPr indent="0" lvl="0" marL="0" marR="0" rtl="0" algn="l">
                <a:lnSpc>
                  <a:spcPct val="140000"/>
                </a:lnSpc>
                <a:spcBef>
                  <a:spcPts val="0"/>
                </a:spcBef>
                <a:spcAft>
                  <a:spcPts val="0"/>
                </a:spcAft>
                <a:buNone/>
              </a:pPr>
              <a:r>
                <a:t/>
              </a:r>
              <a:endParaRPr sz="2685">
                <a:solidFill>
                  <a:srgbClr val="000B5D"/>
                </a:solidFill>
                <a:latin typeface="Times New Roman"/>
                <a:ea typeface="Times New Roman"/>
                <a:cs typeface="Times New Roman"/>
                <a:sym typeface="Times New Roman"/>
              </a:endParaRPr>
            </a:p>
            <a:p>
              <a:pPr indent="0" lvl="0" marL="0" marR="0" rtl="0" algn="l">
                <a:lnSpc>
                  <a:spcPct val="140000"/>
                </a:lnSpc>
                <a:spcBef>
                  <a:spcPts val="0"/>
                </a:spcBef>
                <a:spcAft>
                  <a:spcPts val="0"/>
                </a:spcAft>
                <a:buNone/>
              </a:pPr>
              <a:r>
                <a:t/>
              </a:r>
              <a:endParaRPr sz="2685">
                <a:solidFill>
                  <a:srgbClr val="000B5D"/>
                </a:solidFill>
                <a:latin typeface="Times New Roman"/>
                <a:ea typeface="Times New Roman"/>
                <a:cs typeface="Times New Roman"/>
                <a:sym typeface="Times New Roman"/>
              </a:endParaRPr>
            </a:p>
          </p:txBody>
        </p:sp>
        <p:sp>
          <p:nvSpPr>
            <p:cNvPr id="375" name="Google Shape;375;p12"/>
            <p:cNvSpPr txBox="1"/>
            <p:nvPr/>
          </p:nvSpPr>
          <p:spPr>
            <a:xfrm>
              <a:off x="0" y="5845832"/>
              <a:ext cx="4902505" cy="319395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685">
                  <a:solidFill>
                    <a:srgbClr val="000B5D"/>
                  </a:solidFill>
                  <a:latin typeface="Times New Roman"/>
                  <a:ea typeface="Times New Roman"/>
                  <a:cs typeface="Times New Roman"/>
                  <a:sym typeface="Times New Roman"/>
                </a:rPr>
                <a:t>Màn hình</a:t>
              </a:r>
              <a:endParaRPr/>
            </a:p>
            <a:p>
              <a:pPr indent="0" lvl="0" marL="0" marR="0" rtl="0" algn="l">
                <a:lnSpc>
                  <a:spcPct val="140000"/>
                </a:lnSpc>
                <a:spcBef>
                  <a:spcPts val="0"/>
                </a:spcBef>
                <a:spcAft>
                  <a:spcPts val="0"/>
                </a:spcAft>
                <a:buNone/>
              </a:pPr>
              <a:r>
                <a:rPr lang="en-US" sz="2685">
                  <a:solidFill>
                    <a:srgbClr val="000B5D"/>
                  </a:solidFill>
                  <a:latin typeface="Times New Roman"/>
                  <a:ea typeface="Times New Roman"/>
                  <a:cs typeface="Times New Roman"/>
                  <a:sym typeface="Times New Roman"/>
                </a:rPr>
                <a:t>IPS 5 inch</a:t>
              </a:r>
              <a:endParaRPr/>
            </a:p>
            <a:p>
              <a:pPr indent="0" lvl="0" marL="0" marR="0" rtl="0" algn="l">
                <a:lnSpc>
                  <a:spcPct val="140000"/>
                </a:lnSpc>
                <a:spcBef>
                  <a:spcPts val="0"/>
                </a:spcBef>
                <a:spcAft>
                  <a:spcPts val="0"/>
                </a:spcAft>
                <a:buNone/>
              </a:pPr>
              <a:r>
                <a:t/>
              </a:r>
              <a:endParaRPr sz="2685">
                <a:solidFill>
                  <a:srgbClr val="000B5D"/>
                </a:solidFill>
                <a:latin typeface="Times New Roman"/>
                <a:ea typeface="Times New Roman"/>
                <a:cs typeface="Times New Roman"/>
                <a:sym typeface="Times New Roman"/>
              </a:endParaRPr>
            </a:p>
            <a:p>
              <a:pPr indent="0" lvl="0" marL="0" marR="0" rtl="0" algn="l">
                <a:lnSpc>
                  <a:spcPct val="140000"/>
                </a:lnSpc>
                <a:spcBef>
                  <a:spcPts val="0"/>
                </a:spcBef>
                <a:spcAft>
                  <a:spcPts val="0"/>
                </a:spcAft>
                <a:buNone/>
              </a:pPr>
              <a:r>
                <a:t/>
              </a:r>
              <a:endParaRPr sz="2685">
                <a:solidFill>
                  <a:srgbClr val="000B5D"/>
                </a:solidFill>
                <a:latin typeface="Times New Roman"/>
                <a:ea typeface="Times New Roman"/>
                <a:cs typeface="Times New Roman"/>
                <a:sym typeface="Times New Roman"/>
              </a:endParaRPr>
            </a:p>
            <a:p>
              <a:pPr indent="0" lvl="0" marL="0" marR="0" rtl="0" algn="l">
                <a:lnSpc>
                  <a:spcPct val="140000"/>
                </a:lnSpc>
                <a:spcBef>
                  <a:spcPts val="0"/>
                </a:spcBef>
                <a:spcAft>
                  <a:spcPts val="0"/>
                </a:spcAft>
                <a:buNone/>
              </a:pPr>
              <a:r>
                <a:t/>
              </a:r>
              <a:endParaRPr sz="2685">
                <a:solidFill>
                  <a:srgbClr val="000B5D"/>
                </a:solidFill>
                <a:latin typeface="Times New Roman"/>
                <a:ea typeface="Times New Roman"/>
                <a:cs typeface="Times New Roman"/>
                <a:sym typeface="Times New Roman"/>
              </a:endParaRPr>
            </a:p>
          </p:txBody>
        </p:sp>
      </p:grpSp>
      <p:grpSp>
        <p:nvGrpSpPr>
          <p:cNvPr id="376" name="Google Shape;376;p12"/>
          <p:cNvGrpSpPr/>
          <p:nvPr/>
        </p:nvGrpSpPr>
        <p:grpSpPr>
          <a:xfrm>
            <a:off x="-2167599" y="-1637868"/>
            <a:ext cx="3735531" cy="3735531"/>
            <a:chOff x="0" y="0"/>
            <a:chExt cx="812800" cy="812800"/>
          </a:xfrm>
        </p:grpSpPr>
        <p:sp>
          <p:nvSpPr>
            <p:cNvPr id="377" name="Google Shape;37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pic>
        <p:nvPicPr>
          <p:cNvPr id="379" name="Google Shape;379;p12"/>
          <p:cNvPicPr preferRelativeResize="0"/>
          <p:nvPr/>
        </p:nvPicPr>
        <p:blipFill rotWithShape="1">
          <a:blip r:embed="rId6">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83" name="Shape 383"/>
        <p:cNvGrpSpPr/>
        <p:nvPr/>
      </p:nvGrpSpPr>
      <p:grpSpPr>
        <a:xfrm>
          <a:off x="0" y="0"/>
          <a:ext cx="0" cy="0"/>
          <a:chOff x="0" y="0"/>
          <a:chExt cx="0" cy="0"/>
        </a:xfrm>
      </p:grpSpPr>
      <p:sp>
        <p:nvSpPr>
          <p:cNvPr id="384" name="Google Shape;384;p13"/>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grpSp>
        <p:nvGrpSpPr>
          <p:cNvPr id="385" name="Google Shape;385;p13"/>
          <p:cNvGrpSpPr/>
          <p:nvPr/>
        </p:nvGrpSpPr>
        <p:grpSpPr>
          <a:xfrm>
            <a:off x="-2167599" y="-1637868"/>
            <a:ext cx="3735531" cy="3735531"/>
            <a:chOff x="0" y="0"/>
            <a:chExt cx="812800" cy="812800"/>
          </a:xfrm>
        </p:grpSpPr>
        <p:sp>
          <p:nvSpPr>
            <p:cNvPr id="386" name="Google Shape;386;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388" name="Google Shape;388;p13"/>
          <p:cNvSpPr txBox="1"/>
          <p:nvPr/>
        </p:nvSpPr>
        <p:spPr>
          <a:xfrm>
            <a:off x="2314443" y="336969"/>
            <a:ext cx="15156724" cy="636393"/>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M6-THÔNG SỐ KỸ THUẬT</a:t>
            </a:r>
            <a:endParaRPr/>
          </a:p>
        </p:txBody>
      </p:sp>
      <p:cxnSp>
        <p:nvCxnSpPr>
          <p:cNvPr id="389" name="Google Shape;389;p13"/>
          <p:cNvCxnSpPr/>
          <p:nvPr/>
        </p:nvCxnSpPr>
        <p:spPr>
          <a:xfrm flipH="1" rot="10800000">
            <a:off x="3444459" y="8622236"/>
            <a:ext cx="1229620" cy="9683"/>
          </a:xfrm>
          <a:prstGeom prst="straightConnector1">
            <a:avLst/>
          </a:prstGeom>
          <a:noFill/>
          <a:ln cap="flat" cmpd="sng" w="47625">
            <a:solidFill>
              <a:srgbClr val="DEBB5C"/>
            </a:solidFill>
            <a:prstDash val="solid"/>
            <a:round/>
            <a:headEnd len="sm" w="sm" type="none"/>
            <a:tailEnd len="lg" w="lg" type="oval"/>
          </a:ln>
        </p:spPr>
      </p:cxnSp>
      <p:sp>
        <p:nvSpPr>
          <p:cNvPr id="390" name="Google Shape;390;p13"/>
          <p:cNvSpPr/>
          <p:nvPr/>
        </p:nvSpPr>
        <p:spPr>
          <a:xfrm>
            <a:off x="3449989" y="2256340"/>
            <a:ext cx="3936491" cy="7648848"/>
          </a:xfrm>
          <a:custGeom>
            <a:rect b="b" l="l" r="r" t="t"/>
            <a:pathLst>
              <a:path extrusionOk="0" h="7648848" w="3936491">
                <a:moveTo>
                  <a:pt x="0" y="0"/>
                </a:moveTo>
                <a:lnTo>
                  <a:pt x="3936491" y="0"/>
                </a:lnTo>
                <a:lnTo>
                  <a:pt x="3936491" y="7648848"/>
                </a:lnTo>
                <a:lnTo>
                  <a:pt x="0" y="7648848"/>
                </a:lnTo>
                <a:lnTo>
                  <a:pt x="0" y="0"/>
                </a:lnTo>
                <a:close/>
              </a:path>
            </a:pathLst>
          </a:custGeom>
          <a:blipFill rotWithShape="1">
            <a:blip r:embed="rId4">
              <a:alphaModFix/>
            </a:blip>
            <a:stretch>
              <a:fillRect b="-2380" l="0" r="0" t="-2380"/>
            </a:stretch>
          </a:blipFill>
          <a:ln>
            <a:noFill/>
          </a:ln>
        </p:spPr>
      </p:sp>
      <p:sp>
        <p:nvSpPr>
          <p:cNvPr id="391" name="Google Shape;391;p13"/>
          <p:cNvSpPr txBox="1"/>
          <p:nvPr/>
        </p:nvSpPr>
        <p:spPr>
          <a:xfrm>
            <a:off x="6811106" y="2436666"/>
            <a:ext cx="2009315" cy="106362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lang="en-US" sz="1999">
                <a:solidFill>
                  <a:srgbClr val="000B5D"/>
                </a:solidFill>
                <a:latin typeface="Times New Roman"/>
                <a:ea typeface="Times New Roman"/>
                <a:cs typeface="Times New Roman"/>
                <a:sym typeface="Times New Roman"/>
              </a:rPr>
              <a:t>THẤU KÍNH</a:t>
            </a:r>
            <a:endParaRPr/>
          </a:p>
          <a:p>
            <a:pPr indent="0" lvl="0" marL="0" marR="0" rtl="0" algn="l">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Góc rộng, độ nhạy cao</a:t>
            </a:r>
            <a:endParaRPr sz="1999">
              <a:solidFill>
                <a:srgbClr val="000B5D"/>
              </a:solidFill>
              <a:latin typeface="Times New Roman"/>
              <a:ea typeface="Times New Roman"/>
              <a:cs typeface="Times New Roman"/>
              <a:sym typeface="Times New Roman"/>
            </a:endParaRPr>
          </a:p>
        </p:txBody>
      </p:sp>
      <p:sp>
        <p:nvSpPr>
          <p:cNvPr id="392" name="Google Shape;392;p13"/>
          <p:cNvSpPr txBox="1"/>
          <p:nvPr/>
        </p:nvSpPr>
        <p:spPr>
          <a:xfrm>
            <a:off x="930103" y="3134404"/>
            <a:ext cx="2768680" cy="688458"/>
          </a:xfrm>
          <a:prstGeom prst="rect">
            <a:avLst/>
          </a:prstGeom>
          <a:noFill/>
          <a:ln>
            <a:noFill/>
          </a:ln>
        </p:spPr>
        <p:txBody>
          <a:bodyPr anchorCtr="0" anchor="t" bIns="0" lIns="0" spcFirstLastPara="1" rIns="0" wrap="square" tIns="0">
            <a:spAutoFit/>
          </a:bodyPr>
          <a:lstStyle/>
          <a:p>
            <a:pPr indent="0" lvl="0" marL="0" marR="0" rtl="0" algn="r">
              <a:lnSpc>
                <a:spcPct val="140020"/>
              </a:lnSpc>
              <a:spcBef>
                <a:spcPts val="0"/>
              </a:spcBef>
              <a:spcAft>
                <a:spcPts val="0"/>
              </a:spcAft>
              <a:buNone/>
            </a:pPr>
            <a:r>
              <a:rPr b="1" lang="en-US" sz="1999">
                <a:solidFill>
                  <a:srgbClr val="000B5D"/>
                </a:solidFill>
                <a:latin typeface="Times New Roman"/>
                <a:ea typeface="Times New Roman"/>
                <a:cs typeface="Times New Roman"/>
                <a:sym typeface="Times New Roman"/>
              </a:rPr>
              <a:t>MÁN HÌNH 5 INCHES</a:t>
            </a:r>
            <a:endParaRPr/>
          </a:p>
          <a:p>
            <a:pPr indent="0" lvl="0" marL="0" marR="0" rtl="0" algn="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Độ sáng và độ nét cao</a:t>
            </a:r>
            <a:endParaRPr sz="1999">
              <a:solidFill>
                <a:srgbClr val="000B5D"/>
              </a:solidFill>
              <a:latin typeface="Times New Roman"/>
              <a:ea typeface="Times New Roman"/>
              <a:cs typeface="Times New Roman"/>
              <a:sym typeface="Times New Roman"/>
            </a:endParaRPr>
          </a:p>
        </p:txBody>
      </p:sp>
      <p:sp>
        <p:nvSpPr>
          <p:cNvPr id="393" name="Google Shape;393;p13"/>
          <p:cNvSpPr txBox="1"/>
          <p:nvPr/>
        </p:nvSpPr>
        <p:spPr>
          <a:xfrm>
            <a:off x="1462861" y="5344164"/>
            <a:ext cx="2235922" cy="1416050"/>
          </a:xfrm>
          <a:prstGeom prst="rect">
            <a:avLst/>
          </a:prstGeom>
          <a:noFill/>
          <a:ln>
            <a:noFill/>
          </a:ln>
        </p:spPr>
        <p:txBody>
          <a:bodyPr anchorCtr="0" anchor="t" bIns="0" lIns="0" spcFirstLastPara="1" rIns="0" wrap="square" tIns="0">
            <a:spAutoFit/>
          </a:bodyPr>
          <a:lstStyle/>
          <a:p>
            <a:pPr indent="0" lvl="0" marL="0" marR="0" rtl="0" algn="r">
              <a:lnSpc>
                <a:spcPct val="140020"/>
              </a:lnSpc>
              <a:spcBef>
                <a:spcPts val="0"/>
              </a:spcBef>
              <a:spcAft>
                <a:spcPts val="0"/>
              </a:spcAft>
              <a:buNone/>
            </a:pPr>
            <a:r>
              <a:rPr b="1" lang="en-US" sz="1999">
                <a:solidFill>
                  <a:srgbClr val="000B5D"/>
                </a:solidFill>
                <a:latin typeface="Times New Roman"/>
                <a:ea typeface="Times New Roman"/>
                <a:cs typeface="Times New Roman"/>
                <a:sym typeface="Times New Roman"/>
              </a:rPr>
              <a:t>ANTENNA NFC</a:t>
            </a:r>
            <a:endParaRPr/>
          </a:p>
          <a:p>
            <a:pPr indent="0" lvl="0" marL="0" marR="0" rtl="0" algn="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Đọc và xác thực CCCD</a:t>
            </a:r>
            <a:endParaRPr/>
          </a:p>
          <a:p>
            <a:pPr indent="0" lvl="0" marL="0" marR="0" rtl="0" algn="r">
              <a:lnSpc>
                <a:spcPct val="140020"/>
              </a:lnSpc>
              <a:spcBef>
                <a:spcPts val="0"/>
              </a:spcBef>
              <a:spcAft>
                <a:spcPts val="0"/>
              </a:spcAft>
              <a:buNone/>
            </a:pPr>
            <a:r>
              <a:t/>
            </a:r>
            <a:endParaRPr sz="1999">
              <a:solidFill>
                <a:srgbClr val="000B5D"/>
              </a:solidFill>
              <a:latin typeface="Times New Roman"/>
              <a:ea typeface="Times New Roman"/>
              <a:cs typeface="Times New Roman"/>
              <a:sym typeface="Times New Roman"/>
            </a:endParaRPr>
          </a:p>
        </p:txBody>
      </p:sp>
      <p:sp>
        <p:nvSpPr>
          <p:cNvPr id="394" name="Google Shape;394;p13"/>
          <p:cNvSpPr txBox="1"/>
          <p:nvPr/>
        </p:nvSpPr>
        <p:spPr>
          <a:xfrm>
            <a:off x="930103" y="7406855"/>
            <a:ext cx="2768680" cy="1406604"/>
          </a:xfrm>
          <a:prstGeom prst="rect">
            <a:avLst/>
          </a:prstGeom>
          <a:noFill/>
          <a:ln>
            <a:noFill/>
          </a:ln>
        </p:spPr>
        <p:txBody>
          <a:bodyPr anchorCtr="0" anchor="t" bIns="0" lIns="0" spcFirstLastPara="1" rIns="0" wrap="square" tIns="0">
            <a:spAutoFit/>
          </a:bodyPr>
          <a:lstStyle/>
          <a:p>
            <a:pPr indent="0" lvl="0" marL="0" marR="0" rtl="0" algn="r">
              <a:lnSpc>
                <a:spcPct val="140020"/>
              </a:lnSpc>
              <a:spcBef>
                <a:spcPts val="0"/>
              </a:spcBef>
              <a:spcAft>
                <a:spcPts val="0"/>
              </a:spcAft>
              <a:buNone/>
            </a:pPr>
            <a:r>
              <a:rPr b="1" lang="en-US" sz="1999">
                <a:solidFill>
                  <a:srgbClr val="000B5D"/>
                </a:solidFill>
                <a:latin typeface="Times New Roman"/>
                <a:ea typeface="Times New Roman"/>
                <a:cs typeface="Times New Roman"/>
                <a:sym typeface="Times New Roman"/>
              </a:rPr>
              <a:t>CẢM BIẾN VÂN TAY</a:t>
            </a:r>
            <a:endParaRPr/>
          </a:p>
          <a:p>
            <a:pPr indent="0" lvl="0" marL="0" marR="0" rtl="0" algn="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Dạng module, bảo mật cao</a:t>
            </a:r>
            <a:endParaRPr sz="1999">
              <a:solidFill>
                <a:srgbClr val="000B5D"/>
              </a:solidFill>
              <a:latin typeface="Times New Roman"/>
              <a:ea typeface="Times New Roman"/>
              <a:cs typeface="Times New Roman"/>
              <a:sym typeface="Times New Roman"/>
            </a:endParaRPr>
          </a:p>
          <a:p>
            <a:pPr indent="0" lvl="0" marL="0" marR="0" rtl="0" algn="r">
              <a:lnSpc>
                <a:spcPct val="140020"/>
              </a:lnSpc>
              <a:spcBef>
                <a:spcPts val="0"/>
              </a:spcBef>
              <a:spcAft>
                <a:spcPts val="0"/>
              </a:spcAft>
              <a:buNone/>
            </a:pPr>
            <a:r>
              <a:t/>
            </a:r>
            <a:endParaRPr sz="1999">
              <a:solidFill>
                <a:srgbClr val="000B5D"/>
              </a:solidFill>
              <a:latin typeface="Times New Roman"/>
              <a:ea typeface="Times New Roman"/>
              <a:cs typeface="Times New Roman"/>
              <a:sym typeface="Times New Roman"/>
            </a:endParaRPr>
          </a:p>
          <a:p>
            <a:pPr indent="0" lvl="0" marL="0" marR="0" rtl="0" algn="r">
              <a:lnSpc>
                <a:spcPct val="140020"/>
              </a:lnSpc>
              <a:spcBef>
                <a:spcPts val="0"/>
              </a:spcBef>
              <a:spcAft>
                <a:spcPts val="0"/>
              </a:spcAft>
              <a:buNone/>
            </a:pPr>
            <a:r>
              <a:t/>
            </a:r>
            <a:endParaRPr sz="1999">
              <a:solidFill>
                <a:srgbClr val="000B5D"/>
              </a:solidFill>
              <a:latin typeface="Times New Roman"/>
              <a:ea typeface="Times New Roman"/>
              <a:cs typeface="Times New Roman"/>
              <a:sym typeface="Times New Roman"/>
            </a:endParaRPr>
          </a:p>
        </p:txBody>
      </p:sp>
      <p:sp>
        <p:nvSpPr>
          <p:cNvPr id="395" name="Google Shape;395;p13"/>
          <p:cNvSpPr txBox="1"/>
          <p:nvPr/>
        </p:nvSpPr>
        <p:spPr>
          <a:xfrm>
            <a:off x="8996205" y="3637641"/>
            <a:ext cx="2644681" cy="711200"/>
          </a:xfrm>
          <a:prstGeom prst="rect">
            <a:avLst/>
          </a:prstGeom>
          <a:noFill/>
          <a:ln>
            <a:noFill/>
          </a:ln>
        </p:spPr>
        <p:txBody>
          <a:bodyPr anchorCtr="0" anchor="t" bIns="0" lIns="0" spcFirstLastPara="1" rIns="0" wrap="square" tIns="0">
            <a:spAutoFit/>
          </a:bodyPr>
          <a:lstStyle/>
          <a:p>
            <a:pPr indent="0" lvl="0" marL="0" marR="0" rtl="0" algn="r">
              <a:lnSpc>
                <a:spcPct val="140020"/>
              </a:lnSpc>
              <a:spcBef>
                <a:spcPts val="0"/>
              </a:spcBef>
              <a:spcAft>
                <a:spcPts val="0"/>
              </a:spcAft>
              <a:buNone/>
            </a:pPr>
            <a:r>
              <a:rPr b="1" lang="en-US" sz="1999">
                <a:solidFill>
                  <a:srgbClr val="000B5D"/>
                </a:solidFill>
                <a:latin typeface="Times New Roman"/>
                <a:ea typeface="Times New Roman"/>
                <a:cs typeface="Times New Roman"/>
                <a:sym typeface="Times New Roman"/>
              </a:rPr>
              <a:t>SAM SLOT</a:t>
            </a:r>
            <a:endParaRPr/>
          </a:p>
          <a:p>
            <a:pPr indent="0" lvl="0" marL="0" marR="0" rtl="0" algn="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Kết nối bảo mật</a:t>
            </a:r>
            <a:endParaRPr sz="1999">
              <a:solidFill>
                <a:srgbClr val="000B5D"/>
              </a:solidFill>
              <a:latin typeface="Times New Roman"/>
              <a:ea typeface="Times New Roman"/>
              <a:cs typeface="Times New Roman"/>
              <a:sym typeface="Times New Roman"/>
            </a:endParaRPr>
          </a:p>
        </p:txBody>
      </p:sp>
      <p:sp>
        <p:nvSpPr>
          <p:cNvPr id="396" name="Google Shape;396;p13"/>
          <p:cNvSpPr txBox="1"/>
          <p:nvPr/>
        </p:nvSpPr>
        <p:spPr>
          <a:xfrm>
            <a:off x="8820421" y="5696589"/>
            <a:ext cx="2820465" cy="711200"/>
          </a:xfrm>
          <a:prstGeom prst="rect">
            <a:avLst/>
          </a:prstGeom>
          <a:noFill/>
          <a:ln>
            <a:noFill/>
          </a:ln>
        </p:spPr>
        <p:txBody>
          <a:bodyPr anchorCtr="0" anchor="t" bIns="0" lIns="0" spcFirstLastPara="1" rIns="0" wrap="square" tIns="0">
            <a:spAutoFit/>
          </a:bodyPr>
          <a:lstStyle/>
          <a:p>
            <a:pPr indent="0" lvl="0" marL="0" marR="0" rtl="0" algn="r">
              <a:lnSpc>
                <a:spcPct val="140020"/>
              </a:lnSpc>
              <a:spcBef>
                <a:spcPts val="0"/>
              </a:spcBef>
              <a:spcAft>
                <a:spcPts val="0"/>
              </a:spcAft>
              <a:buNone/>
            </a:pPr>
            <a:r>
              <a:rPr b="1" lang="en-US" sz="1999">
                <a:solidFill>
                  <a:srgbClr val="000B5D"/>
                </a:solidFill>
                <a:latin typeface="Times New Roman"/>
                <a:ea typeface="Times New Roman"/>
                <a:cs typeface="Times New Roman"/>
                <a:sym typeface="Times New Roman"/>
              </a:rPr>
              <a:t>NÚT KHỞI ĐỘNG</a:t>
            </a:r>
            <a:endParaRPr/>
          </a:p>
          <a:p>
            <a:pPr indent="0" lvl="0" marL="0" marR="0" rtl="0" algn="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Reset thiết bị</a:t>
            </a:r>
            <a:endParaRPr sz="1999">
              <a:solidFill>
                <a:srgbClr val="000B5D"/>
              </a:solidFill>
              <a:latin typeface="Times New Roman"/>
              <a:ea typeface="Times New Roman"/>
              <a:cs typeface="Times New Roman"/>
              <a:sym typeface="Times New Roman"/>
            </a:endParaRPr>
          </a:p>
        </p:txBody>
      </p:sp>
      <p:sp>
        <p:nvSpPr>
          <p:cNvPr id="397" name="Google Shape;397;p13"/>
          <p:cNvSpPr txBox="1"/>
          <p:nvPr/>
        </p:nvSpPr>
        <p:spPr>
          <a:xfrm>
            <a:off x="14935794" y="4451915"/>
            <a:ext cx="2644681" cy="711200"/>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lang="en-US" sz="1999">
                <a:solidFill>
                  <a:srgbClr val="000B5D"/>
                </a:solidFill>
                <a:latin typeface="Times New Roman"/>
                <a:ea typeface="Times New Roman"/>
                <a:cs typeface="Times New Roman"/>
                <a:sym typeface="Times New Roman"/>
              </a:rPr>
              <a:t>KẾT NỐI WIFI </a:t>
            </a:r>
            <a:endParaRPr/>
          </a:p>
          <a:p>
            <a:pPr indent="0" lvl="0" marL="0" marR="0" rtl="0" algn="l">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802.11 b/g/n</a:t>
            </a:r>
            <a:endParaRPr/>
          </a:p>
        </p:txBody>
      </p:sp>
      <p:sp>
        <p:nvSpPr>
          <p:cNvPr id="398" name="Google Shape;398;p13"/>
          <p:cNvSpPr txBox="1"/>
          <p:nvPr/>
        </p:nvSpPr>
        <p:spPr>
          <a:xfrm>
            <a:off x="14956979" y="5806498"/>
            <a:ext cx="2644681" cy="711200"/>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lang="en-US" sz="1999">
                <a:solidFill>
                  <a:srgbClr val="000B5D"/>
                </a:solidFill>
                <a:latin typeface="Times New Roman"/>
                <a:ea typeface="Times New Roman"/>
                <a:cs typeface="Times New Roman"/>
                <a:sym typeface="Times New Roman"/>
              </a:rPr>
              <a:t>CỔNG LAN POE </a:t>
            </a:r>
            <a:endParaRPr/>
          </a:p>
          <a:p>
            <a:pPr indent="0" lvl="0" marL="0" marR="0" rtl="0" algn="l">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Power/ LAN</a:t>
            </a:r>
            <a:endParaRPr/>
          </a:p>
        </p:txBody>
      </p:sp>
      <p:cxnSp>
        <p:nvCxnSpPr>
          <p:cNvPr id="399" name="Google Shape;399;p13"/>
          <p:cNvCxnSpPr/>
          <p:nvPr/>
        </p:nvCxnSpPr>
        <p:spPr>
          <a:xfrm flipH="1" rot="10800000">
            <a:off x="3444999" y="6517698"/>
            <a:ext cx="1229620" cy="9683"/>
          </a:xfrm>
          <a:prstGeom prst="straightConnector1">
            <a:avLst/>
          </a:prstGeom>
          <a:noFill/>
          <a:ln cap="flat" cmpd="sng" w="47625">
            <a:solidFill>
              <a:srgbClr val="DEBB5C"/>
            </a:solidFill>
            <a:prstDash val="solid"/>
            <a:round/>
            <a:headEnd len="sm" w="sm" type="none"/>
            <a:tailEnd len="lg" w="lg" type="oval"/>
          </a:ln>
        </p:spPr>
      </p:cxnSp>
      <p:cxnSp>
        <p:nvCxnSpPr>
          <p:cNvPr id="400" name="Google Shape;400;p13"/>
          <p:cNvCxnSpPr/>
          <p:nvPr/>
        </p:nvCxnSpPr>
        <p:spPr>
          <a:xfrm flipH="1" rot="10800000">
            <a:off x="5412892" y="2844653"/>
            <a:ext cx="1229620" cy="9683"/>
          </a:xfrm>
          <a:prstGeom prst="straightConnector1">
            <a:avLst/>
          </a:prstGeom>
          <a:noFill/>
          <a:ln cap="flat" cmpd="sng" w="47625">
            <a:solidFill>
              <a:srgbClr val="DEBB5C"/>
            </a:solidFill>
            <a:prstDash val="solid"/>
            <a:round/>
            <a:headEnd len="lg" w="lg" type="oval"/>
            <a:tailEnd len="sm" w="sm" type="none"/>
          </a:ln>
        </p:spPr>
      </p:cxnSp>
      <p:cxnSp>
        <p:nvCxnSpPr>
          <p:cNvPr id="401" name="Google Shape;401;p13"/>
          <p:cNvCxnSpPr/>
          <p:nvPr/>
        </p:nvCxnSpPr>
        <p:spPr>
          <a:xfrm flipH="1" rot="10800000">
            <a:off x="11640886" y="2820521"/>
            <a:ext cx="436919" cy="1201295"/>
          </a:xfrm>
          <a:prstGeom prst="straightConnector1">
            <a:avLst/>
          </a:prstGeom>
          <a:noFill/>
          <a:ln cap="flat" cmpd="sng" w="47625">
            <a:solidFill>
              <a:srgbClr val="DEBB5C"/>
            </a:solidFill>
            <a:prstDash val="solid"/>
            <a:round/>
            <a:headEnd len="sm" w="sm" type="none"/>
            <a:tailEnd len="lg" w="lg" type="oval"/>
          </a:ln>
        </p:spPr>
      </p:cxnSp>
      <p:sp>
        <p:nvSpPr>
          <p:cNvPr id="402" name="Google Shape;402;p13"/>
          <p:cNvSpPr/>
          <p:nvPr/>
        </p:nvSpPr>
        <p:spPr>
          <a:xfrm>
            <a:off x="12162100" y="2187472"/>
            <a:ext cx="2252480" cy="7070828"/>
          </a:xfrm>
          <a:custGeom>
            <a:rect b="b" l="l" r="r" t="t"/>
            <a:pathLst>
              <a:path extrusionOk="0" h="7070828" w="2252480">
                <a:moveTo>
                  <a:pt x="0" y="0"/>
                </a:moveTo>
                <a:lnTo>
                  <a:pt x="2252480" y="0"/>
                </a:lnTo>
                <a:lnTo>
                  <a:pt x="2252480" y="7070828"/>
                </a:lnTo>
                <a:lnTo>
                  <a:pt x="0" y="7070828"/>
                </a:lnTo>
                <a:lnTo>
                  <a:pt x="0" y="0"/>
                </a:lnTo>
                <a:close/>
              </a:path>
            </a:pathLst>
          </a:custGeom>
          <a:blipFill rotWithShape="1">
            <a:blip r:embed="rId5">
              <a:alphaModFix/>
            </a:blip>
            <a:stretch>
              <a:fillRect b="0" l="0" r="0" t="0"/>
            </a:stretch>
          </a:blipFill>
          <a:ln>
            <a:noFill/>
          </a:ln>
        </p:spPr>
      </p:sp>
      <p:cxnSp>
        <p:nvCxnSpPr>
          <p:cNvPr id="403" name="Google Shape;403;p13"/>
          <p:cNvCxnSpPr/>
          <p:nvPr/>
        </p:nvCxnSpPr>
        <p:spPr>
          <a:xfrm flipH="1" rot="10800000">
            <a:off x="11640886" y="4031224"/>
            <a:ext cx="569263" cy="2049540"/>
          </a:xfrm>
          <a:prstGeom prst="straightConnector1">
            <a:avLst/>
          </a:prstGeom>
          <a:noFill/>
          <a:ln cap="flat" cmpd="sng" w="47625">
            <a:solidFill>
              <a:srgbClr val="DEBB5C"/>
            </a:solidFill>
            <a:prstDash val="solid"/>
            <a:round/>
            <a:headEnd len="sm" w="sm" type="none"/>
            <a:tailEnd len="lg" w="lg" type="oval"/>
          </a:ln>
        </p:spPr>
      </p:cxnSp>
      <p:cxnSp>
        <p:nvCxnSpPr>
          <p:cNvPr id="404" name="Google Shape;404;p13"/>
          <p:cNvCxnSpPr/>
          <p:nvPr/>
        </p:nvCxnSpPr>
        <p:spPr>
          <a:xfrm flipH="1" rot="10800000">
            <a:off x="13866235" y="4836090"/>
            <a:ext cx="1069558" cy="1691291"/>
          </a:xfrm>
          <a:prstGeom prst="straightConnector1">
            <a:avLst/>
          </a:prstGeom>
          <a:noFill/>
          <a:ln cap="flat" cmpd="sng" w="47625">
            <a:solidFill>
              <a:srgbClr val="DEBB5C"/>
            </a:solidFill>
            <a:prstDash val="solid"/>
            <a:round/>
            <a:headEnd len="lg" w="lg" type="oval"/>
            <a:tailEnd len="sm" w="sm" type="none"/>
          </a:ln>
        </p:spPr>
      </p:cxnSp>
      <p:cxnSp>
        <p:nvCxnSpPr>
          <p:cNvPr id="405" name="Google Shape;405;p13"/>
          <p:cNvCxnSpPr/>
          <p:nvPr/>
        </p:nvCxnSpPr>
        <p:spPr>
          <a:xfrm flipH="1" rot="10800000">
            <a:off x="13989058" y="6190673"/>
            <a:ext cx="967920" cy="1424185"/>
          </a:xfrm>
          <a:prstGeom prst="straightConnector1">
            <a:avLst/>
          </a:prstGeom>
          <a:noFill/>
          <a:ln cap="flat" cmpd="sng" w="47625">
            <a:solidFill>
              <a:srgbClr val="DEBB5C"/>
            </a:solidFill>
            <a:prstDash val="solid"/>
            <a:round/>
            <a:headEnd len="lg" w="lg" type="oval"/>
            <a:tailEnd len="sm" w="sm" type="none"/>
          </a:ln>
        </p:spPr>
      </p:cxnSp>
      <p:cxnSp>
        <p:nvCxnSpPr>
          <p:cNvPr id="406" name="Google Shape;406;p13"/>
          <p:cNvCxnSpPr/>
          <p:nvPr/>
        </p:nvCxnSpPr>
        <p:spPr>
          <a:xfrm flipH="1" rot="10800000">
            <a:off x="3444646" y="4278991"/>
            <a:ext cx="1229620" cy="9683"/>
          </a:xfrm>
          <a:prstGeom prst="straightConnector1">
            <a:avLst/>
          </a:prstGeom>
          <a:noFill/>
          <a:ln cap="flat" cmpd="sng" w="47625">
            <a:solidFill>
              <a:srgbClr val="DEBB5C"/>
            </a:solidFill>
            <a:prstDash val="solid"/>
            <a:round/>
            <a:headEnd len="sm" w="sm" type="none"/>
            <a:tailEnd len="lg" w="lg" type="oval"/>
          </a:ln>
        </p:spPr>
      </p:cxnSp>
      <p:grpSp>
        <p:nvGrpSpPr>
          <p:cNvPr id="407" name="Google Shape;407;p13"/>
          <p:cNvGrpSpPr/>
          <p:nvPr/>
        </p:nvGrpSpPr>
        <p:grpSpPr>
          <a:xfrm>
            <a:off x="13847660" y="8627078"/>
            <a:ext cx="8057634" cy="8057634"/>
            <a:chOff x="0" y="0"/>
            <a:chExt cx="812800" cy="812800"/>
          </a:xfrm>
        </p:grpSpPr>
        <p:sp>
          <p:nvSpPr>
            <p:cNvPr id="408" name="Google Shape;408;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pic>
        <p:nvPicPr>
          <p:cNvPr id="410" name="Google Shape;410;p13"/>
          <p:cNvPicPr preferRelativeResize="0"/>
          <p:nvPr/>
        </p:nvPicPr>
        <p:blipFill rotWithShape="1">
          <a:blip r:embed="rId6">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4"/>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sp>
        <p:nvSpPr>
          <p:cNvPr id="416" name="Google Shape;416;p14"/>
          <p:cNvSpPr/>
          <p:nvPr/>
        </p:nvSpPr>
        <p:spPr>
          <a:xfrm>
            <a:off x="9328841" y="7656187"/>
            <a:ext cx="247059" cy="130941"/>
          </a:xfrm>
          <a:custGeom>
            <a:rect b="b" l="l" r="r" t="t"/>
            <a:pathLst>
              <a:path extrusionOk="0" h="130941" w="247059">
                <a:moveTo>
                  <a:pt x="0" y="0"/>
                </a:moveTo>
                <a:lnTo>
                  <a:pt x="247059" y="0"/>
                </a:lnTo>
                <a:lnTo>
                  <a:pt x="247059" y="130941"/>
                </a:lnTo>
                <a:lnTo>
                  <a:pt x="0" y="130941"/>
                </a:lnTo>
                <a:lnTo>
                  <a:pt x="0" y="0"/>
                </a:lnTo>
                <a:close/>
              </a:path>
            </a:pathLst>
          </a:custGeom>
          <a:blipFill rotWithShape="1">
            <a:blip r:embed="rId4">
              <a:alphaModFix/>
            </a:blip>
            <a:stretch>
              <a:fillRect b="0" l="0" r="0" t="0"/>
            </a:stretch>
          </a:blipFill>
          <a:ln>
            <a:noFill/>
          </a:ln>
        </p:spPr>
      </p:sp>
      <p:sp>
        <p:nvSpPr>
          <p:cNvPr id="417" name="Google Shape;417;p14"/>
          <p:cNvSpPr txBox="1"/>
          <p:nvPr/>
        </p:nvSpPr>
        <p:spPr>
          <a:xfrm>
            <a:off x="7381806" y="1915726"/>
            <a:ext cx="9201939" cy="506709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lang="en-US" sz="2399">
                <a:solidFill>
                  <a:srgbClr val="000B5D"/>
                </a:solidFill>
                <a:latin typeface="Inter"/>
                <a:ea typeface="Inter"/>
                <a:cs typeface="Inter"/>
                <a:sym typeface="Inter"/>
              </a:rPr>
              <a:t>TÍNH NĂNG:</a:t>
            </a:r>
            <a:endParaRPr/>
          </a:p>
          <a:p>
            <a:pPr indent="-259079" lvl="1" marL="518158" marR="0" rtl="0" algn="l">
              <a:lnSpc>
                <a:spcPct val="158024"/>
              </a:lnSpc>
              <a:spcBef>
                <a:spcPts val="0"/>
              </a:spcBef>
              <a:spcAft>
                <a:spcPts val="0"/>
              </a:spcAft>
              <a:buClr>
                <a:srgbClr val="000B5D"/>
              </a:buClr>
              <a:buSzPts val="2399"/>
              <a:buFont typeface="Arial"/>
              <a:buChar char="•"/>
            </a:pPr>
            <a:r>
              <a:rPr b="0" i="0" lang="en-US" sz="2399" u="none" cap="none" strike="noStrike">
                <a:solidFill>
                  <a:srgbClr val="000B5D"/>
                </a:solidFill>
                <a:latin typeface="Times New Roman"/>
                <a:ea typeface="Times New Roman"/>
                <a:cs typeface="Times New Roman"/>
                <a:sym typeface="Times New Roman"/>
              </a:rPr>
              <a:t>Đọc thẻ thông minh tích hợp chip theo giao thức không tiếp xúc (NFC)</a:t>
            </a:r>
            <a:endParaRPr/>
          </a:p>
          <a:p>
            <a:pPr indent="-259079" lvl="1" marL="518158" marR="0" rtl="0" algn="l">
              <a:lnSpc>
                <a:spcPct val="158024"/>
              </a:lnSpc>
              <a:spcBef>
                <a:spcPts val="0"/>
              </a:spcBef>
              <a:spcAft>
                <a:spcPts val="0"/>
              </a:spcAft>
              <a:buClr>
                <a:srgbClr val="000B5D"/>
              </a:buClr>
              <a:buSzPts val="2399"/>
              <a:buFont typeface="Arial"/>
              <a:buChar char="•"/>
            </a:pPr>
            <a:r>
              <a:rPr b="0" i="0" lang="en-US" sz="2399" u="none" cap="none" strike="noStrike">
                <a:solidFill>
                  <a:srgbClr val="000B5D"/>
                </a:solidFill>
                <a:latin typeface="Times New Roman"/>
                <a:ea typeface="Times New Roman"/>
                <a:cs typeface="Times New Roman"/>
                <a:sym typeface="Times New Roman"/>
              </a:rPr>
              <a:t>Hoạt động trên nền tảng linux</a:t>
            </a:r>
            <a:endParaRPr b="0" i="0" sz="2399" u="none" cap="none" strike="noStrike">
              <a:solidFill>
                <a:srgbClr val="000B5D"/>
              </a:solidFill>
              <a:latin typeface="Times New Roman"/>
              <a:ea typeface="Times New Roman"/>
              <a:cs typeface="Times New Roman"/>
              <a:sym typeface="Times New Roman"/>
            </a:endParaRPr>
          </a:p>
          <a:p>
            <a:pPr indent="-259079" lvl="1" marL="518158" marR="0" rtl="0" algn="l">
              <a:lnSpc>
                <a:spcPct val="158024"/>
              </a:lnSpc>
              <a:spcBef>
                <a:spcPts val="0"/>
              </a:spcBef>
              <a:spcAft>
                <a:spcPts val="0"/>
              </a:spcAft>
              <a:buClr>
                <a:srgbClr val="000B5D"/>
              </a:buClr>
              <a:buSzPts val="2399"/>
              <a:buFont typeface="Arial"/>
              <a:buChar char="•"/>
            </a:pPr>
            <a:r>
              <a:rPr b="0" i="0" lang="en-US" sz="2399" u="none" cap="none" strike="noStrike">
                <a:solidFill>
                  <a:srgbClr val="000B5D"/>
                </a:solidFill>
                <a:latin typeface="Times New Roman"/>
                <a:ea typeface="Times New Roman"/>
                <a:cs typeface="Times New Roman"/>
                <a:sym typeface="Times New Roman"/>
              </a:rPr>
              <a:t>Tích hợp mô-đun sinh trắc học (khuôn mặt, vân tay) để so sánh với dữ liệu khuôn mặt/vân tay lưu trong chip</a:t>
            </a:r>
            <a:endParaRPr/>
          </a:p>
          <a:p>
            <a:pPr indent="-259079" lvl="1" marL="518158" marR="0" rtl="0" algn="l">
              <a:lnSpc>
                <a:spcPct val="158024"/>
              </a:lnSpc>
              <a:spcBef>
                <a:spcPts val="0"/>
              </a:spcBef>
              <a:spcAft>
                <a:spcPts val="0"/>
              </a:spcAft>
              <a:buClr>
                <a:srgbClr val="000B5D"/>
              </a:buClr>
              <a:buSzPts val="2399"/>
              <a:buFont typeface="Arial"/>
              <a:buChar char="•"/>
            </a:pPr>
            <a:r>
              <a:rPr b="0" i="0" lang="en-US" sz="2399" u="none" cap="none" strike="noStrike">
                <a:solidFill>
                  <a:srgbClr val="000B5D"/>
                </a:solidFill>
                <a:latin typeface="Times New Roman"/>
                <a:ea typeface="Times New Roman"/>
                <a:cs typeface="Times New Roman"/>
                <a:sym typeface="Times New Roman"/>
              </a:rPr>
              <a:t>Thiết bị nhỏ gọn, chịu va đập</a:t>
            </a:r>
            <a:endParaRPr b="0" i="0" sz="2399" u="none" cap="none" strike="noStrike">
              <a:solidFill>
                <a:srgbClr val="000B5D"/>
              </a:solidFill>
              <a:latin typeface="Times New Roman"/>
              <a:ea typeface="Times New Roman"/>
              <a:cs typeface="Times New Roman"/>
              <a:sym typeface="Times New Roman"/>
            </a:endParaRPr>
          </a:p>
          <a:p>
            <a:pPr indent="-259079" lvl="1" marL="518158" marR="0" rtl="0" algn="l">
              <a:lnSpc>
                <a:spcPct val="158024"/>
              </a:lnSpc>
              <a:spcBef>
                <a:spcPts val="0"/>
              </a:spcBef>
              <a:spcAft>
                <a:spcPts val="0"/>
              </a:spcAft>
              <a:buClr>
                <a:srgbClr val="000B5D"/>
              </a:buClr>
              <a:buSzPts val="2399"/>
              <a:buFont typeface="Arial"/>
              <a:buChar char="•"/>
            </a:pPr>
            <a:r>
              <a:rPr b="0" i="0" lang="en-US" sz="2399" u="none" cap="none" strike="noStrike">
                <a:solidFill>
                  <a:srgbClr val="000B5D"/>
                </a:solidFill>
                <a:latin typeface="Times New Roman"/>
                <a:ea typeface="Times New Roman"/>
                <a:cs typeface="Times New Roman"/>
                <a:sym typeface="Times New Roman"/>
              </a:rPr>
              <a:t>Hỗ trợ kết nối qua wifi/ethernet</a:t>
            </a:r>
            <a:endParaRPr/>
          </a:p>
          <a:p>
            <a:pPr indent="0" lvl="0" marL="0" marR="0" rtl="0" algn="l">
              <a:lnSpc>
                <a:spcPct val="140016"/>
              </a:lnSpc>
              <a:spcBef>
                <a:spcPts val="0"/>
              </a:spcBef>
              <a:spcAft>
                <a:spcPts val="0"/>
              </a:spcAft>
              <a:buNone/>
            </a:pPr>
            <a:r>
              <a:t/>
            </a:r>
            <a:endParaRPr b="1" sz="2399">
              <a:solidFill>
                <a:srgbClr val="000B5D"/>
              </a:solidFill>
              <a:latin typeface="Inter"/>
              <a:ea typeface="Inter"/>
              <a:cs typeface="Inter"/>
              <a:sym typeface="Inter"/>
            </a:endParaRPr>
          </a:p>
          <a:p>
            <a:pPr indent="0" lvl="0" marL="0" marR="0" rtl="0" algn="l">
              <a:lnSpc>
                <a:spcPct val="140016"/>
              </a:lnSpc>
              <a:spcBef>
                <a:spcPts val="0"/>
              </a:spcBef>
              <a:spcAft>
                <a:spcPts val="0"/>
              </a:spcAft>
              <a:buNone/>
            </a:pPr>
            <a:r>
              <a:rPr b="1" lang="en-US" sz="2399">
                <a:solidFill>
                  <a:srgbClr val="000B5D"/>
                </a:solidFill>
                <a:latin typeface="Inter"/>
                <a:ea typeface="Inter"/>
                <a:cs typeface="Inter"/>
                <a:sym typeface="Inter"/>
              </a:rPr>
              <a:t>ỨNG DỤNG:</a:t>
            </a:r>
            <a:endParaRPr/>
          </a:p>
          <a:p>
            <a:pPr indent="-259079" lvl="1" marL="518158" marR="0" rtl="0" algn="l">
              <a:lnSpc>
                <a:spcPct val="140016"/>
              </a:lnSpc>
              <a:spcBef>
                <a:spcPts val="0"/>
              </a:spcBef>
              <a:spcAft>
                <a:spcPts val="0"/>
              </a:spcAft>
              <a:buClr>
                <a:srgbClr val="000B5D"/>
              </a:buClr>
              <a:buSzPts val="2399"/>
              <a:buFont typeface="Arial"/>
              <a:buChar char="•"/>
            </a:pPr>
            <a:r>
              <a:rPr b="0" i="0" lang="en-US" sz="2399" u="none" cap="none" strike="noStrike">
                <a:solidFill>
                  <a:srgbClr val="000B5D"/>
                </a:solidFill>
                <a:latin typeface="Times New Roman"/>
                <a:ea typeface="Times New Roman"/>
                <a:cs typeface="Times New Roman"/>
                <a:sym typeface="Times New Roman"/>
              </a:rPr>
              <a:t>Kiểm soát truy cập tại sân bay, khách sạn cao cấp, khu vực vip,...</a:t>
            </a:r>
            <a:endParaRPr/>
          </a:p>
          <a:p>
            <a:pPr indent="-259079" lvl="1" marL="518158" marR="0" rtl="0" algn="l">
              <a:lnSpc>
                <a:spcPct val="140016"/>
              </a:lnSpc>
              <a:spcBef>
                <a:spcPts val="0"/>
              </a:spcBef>
              <a:spcAft>
                <a:spcPts val="0"/>
              </a:spcAft>
              <a:buClr>
                <a:srgbClr val="000B5D"/>
              </a:buClr>
              <a:buSzPts val="2399"/>
              <a:buFont typeface="Arial"/>
              <a:buChar char="•"/>
            </a:pPr>
            <a:r>
              <a:rPr b="0" i="0" lang="en-US" sz="2399" u="none" cap="none" strike="noStrike">
                <a:solidFill>
                  <a:srgbClr val="000B5D"/>
                </a:solidFill>
                <a:latin typeface="Times New Roman"/>
                <a:ea typeface="Times New Roman"/>
                <a:cs typeface="Times New Roman"/>
                <a:sym typeface="Times New Roman"/>
              </a:rPr>
              <a:t>Khai báo thông tin tại các cơ quan và tòa nhà chính phủ</a:t>
            </a:r>
            <a:endParaRPr b="0" i="0" sz="2399" u="none" cap="none" strike="noStrike">
              <a:solidFill>
                <a:srgbClr val="000B5D"/>
              </a:solidFill>
              <a:latin typeface="Times New Roman"/>
              <a:ea typeface="Times New Roman"/>
              <a:cs typeface="Times New Roman"/>
              <a:sym typeface="Times New Roman"/>
            </a:endParaRPr>
          </a:p>
        </p:txBody>
      </p:sp>
      <p:grpSp>
        <p:nvGrpSpPr>
          <p:cNvPr id="418" name="Google Shape;418;p14"/>
          <p:cNvGrpSpPr/>
          <p:nvPr/>
        </p:nvGrpSpPr>
        <p:grpSpPr>
          <a:xfrm>
            <a:off x="-2167599" y="-1637868"/>
            <a:ext cx="3735531" cy="3735531"/>
            <a:chOff x="0" y="0"/>
            <a:chExt cx="812800" cy="812800"/>
          </a:xfrm>
        </p:grpSpPr>
        <p:sp>
          <p:nvSpPr>
            <p:cNvPr id="419" name="Google Shape;419;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1" name="Google Shape;421;p14"/>
          <p:cNvSpPr/>
          <p:nvPr/>
        </p:nvSpPr>
        <p:spPr>
          <a:xfrm>
            <a:off x="3347558" y="1982401"/>
            <a:ext cx="2254624" cy="5840641"/>
          </a:xfrm>
          <a:custGeom>
            <a:rect b="b" l="l" r="r" t="t"/>
            <a:pathLst>
              <a:path extrusionOk="0" h="5840641" w="2254624">
                <a:moveTo>
                  <a:pt x="0" y="0"/>
                </a:moveTo>
                <a:lnTo>
                  <a:pt x="2254623" y="0"/>
                </a:lnTo>
                <a:lnTo>
                  <a:pt x="2254623" y="5840641"/>
                </a:lnTo>
                <a:lnTo>
                  <a:pt x="0" y="5840641"/>
                </a:lnTo>
                <a:lnTo>
                  <a:pt x="0" y="0"/>
                </a:lnTo>
                <a:close/>
              </a:path>
            </a:pathLst>
          </a:custGeom>
          <a:blipFill rotWithShape="1">
            <a:blip r:embed="rId5">
              <a:alphaModFix/>
            </a:blip>
            <a:stretch>
              <a:fillRect b="0" l="0" r="0" t="0"/>
            </a:stretch>
          </a:blipFill>
          <a:ln>
            <a:noFill/>
          </a:ln>
        </p:spPr>
      </p:sp>
      <p:sp>
        <p:nvSpPr>
          <p:cNvPr id="422" name="Google Shape;422;p14"/>
          <p:cNvSpPr/>
          <p:nvPr/>
        </p:nvSpPr>
        <p:spPr>
          <a:xfrm>
            <a:off x="1750479" y="8510760"/>
            <a:ext cx="956671" cy="956671"/>
          </a:xfrm>
          <a:custGeom>
            <a:rect b="b" l="l" r="r" t="t"/>
            <a:pathLst>
              <a:path extrusionOk="0" h="956671" w="956671">
                <a:moveTo>
                  <a:pt x="0" y="0"/>
                </a:moveTo>
                <a:lnTo>
                  <a:pt x="956671" y="0"/>
                </a:lnTo>
                <a:lnTo>
                  <a:pt x="956671" y="956670"/>
                </a:lnTo>
                <a:lnTo>
                  <a:pt x="0" y="956670"/>
                </a:lnTo>
                <a:lnTo>
                  <a:pt x="0" y="0"/>
                </a:lnTo>
                <a:close/>
              </a:path>
            </a:pathLst>
          </a:custGeom>
          <a:blipFill rotWithShape="1">
            <a:blip r:embed="rId6">
              <a:alphaModFix/>
            </a:blip>
            <a:stretch>
              <a:fillRect b="0" l="0" r="0" t="0"/>
            </a:stretch>
          </a:blipFill>
          <a:ln>
            <a:noFill/>
          </a:ln>
        </p:spPr>
      </p:sp>
      <p:sp>
        <p:nvSpPr>
          <p:cNvPr id="423" name="Google Shape;423;p14"/>
          <p:cNvSpPr/>
          <p:nvPr/>
        </p:nvSpPr>
        <p:spPr>
          <a:xfrm>
            <a:off x="181331" y="1559919"/>
            <a:ext cx="3546847" cy="7220046"/>
          </a:xfrm>
          <a:custGeom>
            <a:rect b="b" l="l" r="r" t="t"/>
            <a:pathLst>
              <a:path extrusionOk="0" h="7220046" w="3546847">
                <a:moveTo>
                  <a:pt x="0" y="0"/>
                </a:moveTo>
                <a:lnTo>
                  <a:pt x="3546848" y="0"/>
                </a:lnTo>
                <a:lnTo>
                  <a:pt x="3546848" y="7220046"/>
                </a:lnTo>
                <a:lnTo>
                  <a:pt x="0" y="7220046"/>
                </a:lnTo>
                <a:lnTo>
                  <a:pt x="0" y="0"/>
                </a:lnTo>
                <a:close/>
              </a:path>
            </a:pathLst>
          </a:custGeom>
          <a:blipFill rotWithShape="1">
            <a:blip r:embed="rId7">
              <a:alphaModFix/>
            </a:blip>
            <a:stretch>
              <a:fillRect b="0" l="0" r="0" t="0"/>
            </a:stretch>
          </a:blipFill>
          <a:ln>
            <a:noFill/>
          </a:ln>
        </p:spPr>
      </p:sp>
      <p:sp>
        <p:nvSpPr>
          <p:cNvPr id="424" name="Google Shape;424;p14"/>
          <p:cNvSpPr/>
          <p:nvPr/>
        </p:nvSpPr>
        <p:spPr>
          <a:xfrm>
            <a:off x="4196835" y="8510760"/>
            <a:ext cx="956671" cy="956671"/>
          </a:xfrm>
          <a:custGeom>
            <a:rect b="b" l="l" r="r" t="t"/>
            <a:pathLst>
              <a:path extrusionOk="0" h="956671" w="956671">
                <a:moveTo>
                  <a:pt x="0" y="0"/>
                </a:moveTo>
                <a:lnTo>
                  <a:pt x="956671" y="0"/>
                </a:lnTo>
                <a:lnTo>
                  <a:pt x="956671" y="956670"/>
                </a:lnTo>
                <a:lnTo>
                  <a:pt x="0" y="956670"/>
                </a:lnTo>
                <a:lnTo>
                  <a:pt x="0" y="0"/>
                </a:lnTo>
                <a:close/>
              </a:path>
            </a:pathLst>
          </a:custGeom>
          <a:blipFill rotWithShape="1">
            <a:blip r:embed="rId8">
              <a:alphaModFix/>
            </a:blip>
            <a:stretch>
              <a:fillRect b="0" l="0" r="0" t="0"/>
            </a:stretch>
          </a:blipFill>
          <a:ln>
            <a:noFill/>
          </a:ln>
        </p:spPr>
      </p:sp>
      <p:sp>
        <p:nvSpPr>
          <p:cNvPr id="425" name="Google Shape;425;p14"/>
          <p:cNvSpPr/>
          <p:nvPr/>
        </p:nvSpPr>
        <p:spPr>
          <a:xfrm>
            <a:off x="6639406" y="8352902"/>
            <a:ext cx="1114528" cy="1114528"/>
          </a:xfrm>
          <a:custGeom>
            <a:rect b="b" l="l" r="r" t="t"/>
            <a:pathLst>
              <a:path extrusionOk="0" h="1114528" w="1114528">
                <a:moveTo>
                  <a:pt x="0" y="0"/>
                </a:moveTo>
                <a:lnTo>
                  <a:pt x="1114528" y="0"/>
                </a:lnTo>
                <a:lnTo>
                  <a:pt x="1114528" y="1114528"/>
                </a:lnTo>
                <a:lnTo>
                  <a:pt x="0" y="1114528"/>
                </a:lnTo>
                <a:lnTo>
                  <a:pt x="0" y="0"/>
                </a:lnTo>
                <a:close/>
              </a:path>
            </a:pathLst>
          </a:custGeom>
          <a:blipFill rotWithShape="1">
            <a:blip r:embed="rId9">
              <a:alphaModFix/>
            </a:blip>
            <a:stretch>
              <a:fillRect b="0" l="0" r="0" t="0"/>
            </a:stretch>
          </a:blipFill>
          <a:ln>
            <a:noFill/>
          </a:ln>
        </p:spPr>
      </p:sp>
      <p:sp>
        <p:nvSpPr>
          <p:cNvPr id="426" name="Google Shape;426;p14"/>
          <p:cNvSpPr txBox="1"/>
          <p:nvPr/>
        </p:nvSpPr>
        <p:spPr>
          <a:xfrm>
            <a:off x="2349604" y="320826"/>
            <a:ext cx="15156724" cy="636393"/>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Inter"/>
                <a:ea typeface="Inter"/>
                <a:cs typeface="Inter"/>
                <a:sym typeface="Inter"/>
              </a:rPr>
              <a:t>THIẾT BỊ XÁC THỰC THÔNG TIN M6</a:t>
            </a:r>
            <a:endParaRPr/>
          </a:p>
        </p:txBody>
      </p:sp>
      <p:sp>
        <p:nvSpPr>
          <p:cNvPr id="427" name="Google Shape;427;p14"/>
          <p:cNvSpPr txBox="1"/>
          <p:nvPr/>
        </p:nvSpPr>
        <p:spPr>
          <a:xfrm>
            <a:off x="1487021" y="9536996"/>
            <a:ext cx="1220129" cy="7112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So khớp vân tay</a:t>
            </a:r>
            <a:endParaRPr sz="1999">
              <a:solidFill>
                <a:srgbClr val="000B5D"/>
              </a:solidFill>
              <a:latin typeface="Times New Roman"/>
              <a:ea typeface="Times New Roman"/>
              <a:cs typeface="Times New Roman"/>
              <a:sym typeface="Times New Roman"/>
            </a:endParaRPr>
          </a:p>
        </p:txBody>
      </p:sp>
      <p:sp>
        <p:nvSpPr>
          <p:cNvPr id="428" name="Google Shape;428;p14"/>
          <p:cNvSpPr txBox="1"/>
          <p:nvPr/>
        </p:nvSpPr>
        <p:spPr>
          <a:xfrm>
            <a:off x="3962507" y="9536996"/>
            <a:ext cx="1425328" cy="7112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So khớp khuôn mặt</a:t>
            </a:r>
            <a:endParaRPr/>
          </a:p>
        </p:txBody>
      </p:sp>
      <p:sp>
        <p:nvSpPr>
          <p:cNvPr id="429" name="Google Shape;429;p14"/>
          <p:cNvSpPr txBox="1"/>
          <p:nvPr/>
        </p:nvSpPr>
        <p:spPr>
          <a:xfrm>
            <a:off x="6232794" y="9575800"/>
            <a:ext cx="2009315" cy="7112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Đầu đọc thẻ</a:t>
            </a:r>
            <a:endParaRPr/>
          </a:p>
          <a:p>
            <a:pPr indent="0" lvl="0" marL="0" marR="0" rtl="0" algn="ctr">
              <a:lnSpc>
                <a:spcPct val="140020"/>
              </a:lnSpc>
              <a:spcBef>
                <a:spcPts val="0"/>
              </a:spcBef>
              <a:spcAft>
                <a:spcPts val="0"/>
              </a:spcAft>
              <a:buNone/>
            </a:pPr>
            <a:r>
              <a:rPr lang="en-US" sz="1999">
                <a:solidFill>
                  <a:srgbClr val="000B5D"/>
                </a:solidFill>
                <a:latin typeface="Times New Roman"/>
                <a:ea typeface="Times New Roman"/>
                <a:cs typeface="Times New Roman"/>
                <a:sym typeface="Times New Roman"/>
              </a:rPr>
              <a:t>thông minh</a:t>
            </a:r>
            <a:endParaRPr/>
          </a:p>
        </p:txBody>
      </p:sp>
      <p:grpSp>
        <p:nvGrpSpPr>
          <p:cNvPr id="430" name="Google Shape;430;p14"/>
          <p:cNvGrpSpPr/>
          <p:nvPr/>
        </p:nvGrpSpPr>
        <p:grpSpPr>
          <a:xfrm>
            <a:off x="13561059" y="8246041"/>
            <a:ext cx="8057634" cy="8057634"/>
            <a:chOff x="0" y="0"/>
            <a:chExt cx="812800" cy="812800"/>
          </a:xfrm>
        </p:grpSpPr>
        <p:sp>
          <p:nvSpPr>
            <p:cNvPr id="431" name="Google Shape;431;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433" name="Google Shape;433;p14"/>
          <p:cNvPicPr preferRelativeResize="0"/>
          <p:nvPr/>
        </p:nvPicPr>
        <p:blipFill rotWithShape="1">
          <a:blip r:embed="rId10">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5"/>
          <p:cNvSpPr/>
          <p:nvPr/>
        </p:nvSpPr>
        <p:spPr>
          <a:xfrm flipH="1">
            <a:off x="693" y="32346"/>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grpSp>
        <p:nvGrpSpPr>
          <p:cNvPr id="439" name="Google Shape;439;p15"/>
          <p:cNvGrpSpPr/>
          <p:nvPr/>
        </p:nvGrpSpPr>
        <p:grpSpPr>
          <a:xfrm>
            <a:off x="719669" y="2017705"/>
            <a:ext cx="4794032" cy="9483491"/>
            <a:chOff x="0" y="0"/>
            <a:chExt cx="2620010" cy="5182870"/>
          </a:xfrm>
        </p:grpSpPr>
        <p:sp>
          <p:nvSpPr>
            <p:cNvPr id="440" name="Google Shape;440;p15"/>
            <p:cNvSpPr/>
            <p:nvPr/>
          </p:nvSpPr>
          <p:spPr>
            <a:xfrm>
              <a:off x="53340" y="25400"/>
              <a:ext cx="2513330" cy="5132070"/>
            </a:xfrm>
            <a:custGeom>
              <a:rect b="b" l="l" r="r" t="t"/>
              <a:pathLst>
                <a:path extrusionOk="0"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185420" y="156210"/>
              <a:ext cx="2251710" cy="4876800"/>
            </a:xfrm>
            <a:custGeom>
              <a:rect b="b" l="l" r="r" t="t"/>
              <a:pathLst>
                <a:path extrusionOk="0"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4">
                <a:alphaModFix/>
              </a:blip>
              <a:stretch>
                <a:fillRect b="-3679" l="-136825" r="-127314" t="-834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5"/>
            <p:cNvSpPr/>
            <p:nvPr/>
          </p:nvSpPr>
          <p:spPr>
            <a:xfrm>
              <a:off x="1121410" y="198120"/>
              <a:ext cx="347980" cy="43180"/>
            </a:xfrm>
            <a:custGeom>
              <a:rect b="b" l="l" r="r" t="t"/>
              <a:pathLst>
                <a:path extrusionOk="0"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1578312" y="187909"/>
              <a:ext cx="66636" cy="63602"/>
            </a:xfrm>
            <a:custGeom>
              <a:rect b="b" l="l" r="r" t="t"/>
              <a:pathLst>
                <a:path extrusionOk="0"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0" y="685800"/>
              <a:ext cx="27940" cy="213360"/>
            </a:xfrm>
            <a:custGeom>
              <a:rect b="b" l="l" r="r" t="t"/>
              <a:pathLst>
                <a:path extrusionOk="0"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0" y="1057910"/>
              <a:ext cx="27940" cy="384810"/>
            </a:xfrm>
            <a:custGeom>
              <a:rect b="b" l="l" r="r" t="t"/>
              <a:pathLst>
                <a:path extrusionOk="0"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5"/>
            <p:cNvSpPr/>
            <p:nvPr/>
          </p:nvSpPr>
          <p:spPr>
            <a:xfrm>
              <a:off x="0" y="1526540"/>
              <a:ext cx="27940" cy="386080"/>
            </a:xfrm>
            <a:custGeom>
              <a:rect b="b" l="l" r="r" t="t"/>
              <a:pathLst>
                <a:path extrusionOk="0"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5"/>
            <p:cNvSpPr/>
            <p:nvPr/>
          </p:nvSpPr>
          <p:spPr>
            <a:xfrm>
              <a:off x="2592070" y="1184910"/>
              <a:ext cx="27940" cy="618490"/>
            </a:xfrm>
            <a:custGeom>
              <a:rect b="b" l="l" r="r" t="t"/>
              <a:pathLst>
                <a:path extrusionOk="0"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27940" y="0"/>
              <a:ext cx="2564130" cy="5182870"/>
            </a:xfrm>
            <a:custGeom>
              <a:rect b="b" l="l" r="r" t="t"/>
              <a:pathLst>
                <a:path extrusionOk="0"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 name="Google Shape;449;p15"/>
          <p:cNvGrpSpPr/>
          <p:nvPr/>
        </p:nvGrpSpPr>
        <p:grpSpPr>
          <a:xfrm>
            <a:off x="6159264" y="2264696"/>
            <a:ext cx="5970857" cy="2911150"/>
            <a:chOff x="0" y="-47625"/>
            <a:chExt cx="1442029" cy="703075"/>
          </a:xfrm>
        </p:grpSpPr>
        <p:sp>
          <p:nvSpPr>
            <p:cNvPr id="450" name="Google Shape;450;p15"/>
            <p:cNvSpPr/>
            <p:nvPr/>
          </p:nvSpPr>
          <p:spPr>
            <a:xfrm>
              <a:off x="0" y="0"/>
              <a:ext cx="1442029" cy="655450"/>
            </a:xfrm>
            <a:custGeom>
              <a:rect b="b" l="l" r="r" t="t"/>
              <a:pathLst>
                <a:path extrusionOk="0" h="655450" w="1442029">
                  <a:moveTo>
                    <a:pt x="0" y="0"/>
                  </a:moveTo>
                  <a:lnTo>
                    <a:pt x="1442029" y="0"/>
                  </a:lnTo>
                  <a:lnTo>
                    <a:pt x="1442029" y="655450"/>
                  </a:lnTo>
                  <a:lnTo>
                    <a:pt x="0" y="655450"/>
                  </a:lnTo>
                  <a:close/>
                </a:path>
              </a:pathLst>
            </a:custGeom>
            <a:solidFill>
              <a:srgbClr val="0063A1"/>
            </a:solidFill>
            <a:ln>
              <a:noFill/>
            </a:ln>
          </p:spPr>
        </p:sp>
        <p:sp>
          <p:nvSpPr>
            <p:cNvPr id="451" name="Google Shape;451;p15"/>
            <p:cNvSpPr txBox="1"/>
            <p:nvPr/>
          </p:nvSpPr>
          <p:spPr>
            <a:xfrm>
              <a:off x="0" y="-47625"/>
              <a:ext cx="1442029" cy="7030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452" name="Google Shape;452;p15"/>
          <p:cNvGrpSpPr/>
          <p:nvPr/>
        </p:nvGrpSpPr>
        <p:grpSpPr>
          <a:xfrm>
            <a:off x="-1867766" y="-1648013"/>
            <a:ext cx="3735531" cy="3735531"/>
            <a:chOff x="0" y="0"/>
            <a:chExt cx="812800" cy="812800"/>
          </a:xfrm>
        </p:grpSpPr>
        <p:sp>
          <p:nvSpPr>
            <p:cNvPr id="453" name="Google Shape;453;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455" name="Google Shape;455;p15"/>
          <p:cNvSpPr/>
          <p:nvPr/>
        </p:nvSpPr>
        <p:spPr>
          <a:xfrm>
            <a:off x="12188760" y="2437958"/>
            <a:ext cx="5970857" cy="4322655"/>
          </a:xfrm>
          <a:custGeom>
            <a:rect b="b" l="l" r="r" t="t"/>
            <a:pathLst>
              <a:path extrusionOk="0" h="4322655" w="5970857">
                <a:moveTo>
                  <a:pt x="0" y="0"/>
                </a:moveTo>
                <a:lnTo>
                  <a:pt x="5970857" y="0"/>
                </a:lnTo>
                <a:lnTo>
                  <a:pt x="5970857" y="4322655"/>
                </a:lnTo>
                <a:lnTo>
                  <a:pt x="0" y="4322655"/>
                </a:lnTo>
                <a:lnTo>
                  <a:pt x="0" y="0"/>
                </a:lnTo>
                <a:close/>
              </a:path>
            </a:pathLst>
          </a:custGeom>
          <a:blipFill rotWithShape="1">
            <a:blip r:embed="rId5">
              <a:alphaModFix/>
            </a:blip>
            <a:stretch>
              <a:fillRect b="0" l="-4322" r="-5681" t="-96"/>
            </a:stretch>
          </a:blipFill>
          <a:ln>
            <a:noFill/>
          </a:ln>
        </p:spPr>
      </p:sp>
      <p:grpSp>
        <p:nvGrpSpPr>
          <p:cNvPr id="456" name="Google Shape;456;p15"/>
          <p:cNvGrpSpPr/>
          <p:nvPr/>
        </p:nvGrpSpPr>
        <p:grpSpPr>
          <a:xfrm>
            <a:off x="12188760" y="6721266"/>
            <a:ext cx="5970857" cy="2911150"/>
            <a:chOff x="0" y="-262928"/>
            <a:chExt cx="7961143" cy="3881533"/>
          </a:xfrm>
        </p:grpSpPr>
        <p:grpSp>
          <p:nvGrpSpPr>
            <p:cNvPr id="457" name="Google Shape;457;p15"/>
            <p:cNvGrpSpPr/>
            <p:nvPr/>
          </p:nvGrpSpPr>
          <p:grpSpPr>
            <a:xfrm>
              <a:off x="0" y="-262928"/>
              <a:ext cx="7961143" cy="3881533"/>
              <a:chOff x="0" y="-47625"/>
              <a:chExt cx="1442029" cy="703075"/>
            </a:xfrm>
          </p:grpSpPr>
          <p:sp>
            <p:nvSpPr>
              <p:cNvPr id="458" name="Google Shape;458;p15"/>
              <p:cNvSpPr/>
              <p:nvPr/>
            </p:nvSpPr>
            <p:spPr>
              <a:xfrm>
                <a:off x="0" y="0"/>
                <a:ext cx="1442029" cy="655450"/>
              </a:xfrm>
              <a:custGeom>
                <a:rect b="b" l="l" r="r" t="t"/>
                <a:pathLst>
                  <a:path extrusionOk="0" h="655450" w="1442029">
                    <a:moveTo>
                      <a:pt x="0" y="0"/>
                    </a:moveTo>
                    <a:lnTo>
                      <a:pt x="1442029" y="0"/>
                    </a:lnTo>
                    <a:lnTo>
                      <a:pt x="1442029" y="655450"/>
                    </a:lnTo>
                    <a:lnTo>
                      <a:pt x="0" y="655450"/>
                    </a:lnTo>
                    <a:close/>
                  </a:path>
                </a:pathLst>
              </a:custGeom>
              <a:solidFill>
                <a:srgbClr val="3E95BE"/>
              </a:solidFill>
              <a:ln>
                <a:noFill/>
              </a:ln>
            </p:spPr>
          </p:sp>
          <p:sp>
            <p:nvSpPr>
              <p:cNvPr id="459" name="Google Shape;459;p15"/>
              <p:cNvSpPr txBox="1"/>
              <p:nvPr/>
            </p:nvSpPr>
            <p:spPr>
              <a:xfrm>
                <a:off x="0" y="-47625"/>
                <a:ext cx="1442029" cy="7030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460" name="Google Shape;460;p15"/>
            <p:cNvSpPr txBox="1"/>
            <p:nvPr/>
          </p:nvSpPr>
          <p:spPr>
            <a:xfrm>
              <a:off x="356006" y="1278177"/>
              <a:ext cx="7249131" cy="93874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FFFFFF"/>
                  </a:solidFill>
                  <a:latin typeface="Times New Roman"/>
                  <a:ea typeface="Times New Roman"/>
                  <a:cs typeface="Times New Roman"/>
                  <a:sym typeface="Times New Roman"/>
                </a:rPr>
                <a:t>Cho phép xác thực theo nhiều mức độ bảo mật khác nhau.</a:t>
              </a:r>
              <a:endParaRPr/>
            </a:p>
          </p:txBody>
        </p:sp>
      </p:grpSp>
      <p:sp>
        <p:nvSpPr>
          <p:cNvPr id="461" name="Google Shape;461;p15"/>
          <p:cNvSpPr/>
          <p:nvPr/>
        </p:nvSpPr>
        <p:spPr>
          <a:xfrm>
            <a:off x="6159264" y="5352059"/>
            <a:ext cx="5970857" cy="4280357"/>
          </a:xfrm>
          <a:custGeom>
            <a:rect b="b" l="l" r="r" t="t"/>
            <a:pathLst>
              <a:path extrusionOk="0" h="4280357" w="5970857">
                <a:moveTo>
                  <a:pt x="0" y="0"/>
                </a:moveTo>
                <a:lnTo>
                  <a:pt x="5970857" y="0"/>
                </a:lnTo>
                <a:lnTo>
                  <a:pt x="5970857" y="4280357"/>
                </a:lnTo>
                <a:lnTo>
                  <a:pt x="0" y="4280357"/>
                </a:lnTo>
                <a:lnTo>
                  <a:pt x="0" y="0"/>
                </a:lnTo>
                <a:close/>
              </a:path>
            </a:pathLst>
          </a:custGeom>
          <a:blipFill rotWithShape="1">
            <a:blip r:embed="rId6">
              <a:alphaModFix/>
            </a:blip>
            <a:stretch>
              <a:fillRect b="-12715" l="0" r="-22267" t="0"/>
            </a:stretch>
          </a:blipFill>
          <a:ln>
            <a:noFill/>
          </a:ln>
        </p:spPr>
      </p:sp>
      <p:grpSp>
        <p:nvGrpSpPr>
          <p:cNvPr id="462" name="Google Shape;462;p15"/>
          <p:cNvGrpSpPr/>
          <p:nvPr/>
        </p:nvGrpSpPr>
        <p:grpSpPr>
          <a:xfrm>
            <a:off x="131256" y="6721378"/>
            <a:ext cx="5970857" cy="2910927"/>
            <a:chOff x="0" y="-47625"/>
            <a:chExt cx="1442029" cy="703021"/>
          </a:xfrm>
        </p:grpSpPr>
        <p:sp>
          <p:nvSpPr>
            <p:cNvPr id="463" name="Google Shape;463;p15"/>
            <p:cNvSpPr/>
            <p:nvPr/>
          </p:nvSpPr>
          <p:spPr>
            <a:xfrm>
              <a:off x="0" y="0"/>
              <a:ext cx="1442029" cy="655396"/>
            </a:xfrm>
            <a:custGeom>
              <a:rect b="b" l="l" r="r" t="t"/>
              <a:pathLst>
                <a:path extrusionOk="0" h="655396" w="1442029">
                  <a:moveTo>
                    <a:pt x="0" y="0"/>
                  </a:moveTo>
                  <a:lnTo>
                    <a:pt x="1442029" y="0"/>
                  </a:lnTo>
                  <a:lnTo>
                    <a:pt x="1442029" y="655396"/>
                  </a:lnTo>
                  <a:lnTo>
                    <a:pt x="0" y="655396"/>
                  </a:lnTo>
                  <a:close/>
                </a:path>
              </a:pathLst>
            </a:custGeom>
            <a:solidFill>
              <a:srgbClr val="08377C"/>
            </a:solidFill>
            <a:ln>
              <a:noFill/>
            </a:ln>
          </p:spPr>
        </p:sp>
        <p:sp>
          <p:nvSpPr>
            <p:cNvPr id="464" name="Google Shape;464;p15"/>
            <p:cNvSpPr txBox="1"/>
            <p:nvPr/>
          </p:nvSpPr>
          <p:spPr>
            <a:xfrm>
              <a:off x="0" y="-47625"/>
              <a:ext cx="1442029" cy="7030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465" name="Google Shape;465;p15"/>
          <p:cNvSpPr txBox="1"/>
          <p:nvPr/>
        </p:nvSpPr>
        <p:spPr>
          <a:xfrm>
            <a:off x="2771598" y="356282"/>
            <a:ext cx="11122229" cy="601511"/>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3999">
                <a:solidFill>
                  <a:srgbClr val="16418E"/>
                </a:solidFill>
                <a:latin typeface="Times New Roman"/>
                <a:ea typeface="Times New Roman"/>
                <a:cs typeface="Times New Roman"/>
                <a:sym typeface="Times New Roman"/>
              </a:rPr>
              <a:t>GIẢI PHÁP KIỂM SOÁT RA VÀO</a:t>
            </a:r>
            <a:endParaRPr/>
          </a:p>
        </p:txBody>
      </p:sp>
      <p:sp>
        <p:nvSpPr>
          <p:cNvPr id="466" name="Google Shape;466;p15"/>
          <p:cNvSpPr txBox="1"/>
          <p:nvPr/>
        </p:nvSpPr>
        <p:spPr>
          <a:xfrm>
            <a:off x="6817761" y="3072744"/>
            <a:ext cx="4653863" cy="104753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FFFFFF"/>
                </a:solidFill>
                <a:latin typeface="Times New Roman"/>
                <a:ea typeface="Times New Roman"/>
                <a:cs typeface="Times New Roman"/>
                <a:sym typeface="Times New Roman"/>
              </a:rPr>
              <a:t>Xác thực tùy chỉnh bằng sinh trắc học hoặc thẻ thông minh tích hợp, với thông tin xác thực được lưu trữ trong chip.</a:t>
            </a:r>
            <a:endParaRPr/>
          </a:p>
        </p:txBody>
      </p:sp>
      <p:grpSp>
        <p:nvGrpSpPr>
          <p:cNvPr id="467" name="Google Shape;467;p15"/>
          <p:cNvGrpSpPr/>
          <p:nvPr/>
        </p:nvGrpSpPr>
        <p:grpSpPr>
          <a:xfrm>
            <a:off x="131256" y="6721266"/>
            <a:ext cx="5970857" cy="2911150"/>
            <a:chOff x="0" y="-262928"/>
            <a:chExt cx="7961143" cy="3881533"/>
          </a:xfrm>
        </p:grpSpPr>
        <p:grpSp>
          <p:nvGrpSpPr>
            <p:cNvPr id="468" name="Google Shape;468;p15"/>
            <p:cNvGrpSpPr/>
            <p:nvPr/>
          </p:nvGrpSpPr>
          <p:grpSpPr>
            <a:xfrm>
              <a:off x="0" y="-262928"/>
              <a:ext cx="7961143" cy="3881533"/>
              <a:chOff x="0" y="-47625"/>
              <a:chExt cx="1442029" cy="703075"/>
            </a:xfrm>
          </p:grpSpPr>
          <p:sp>
            <p:nvSpPr>
              <p:cNvPr id="469" name="Google Shape;469;p15"/>
              <p:cNvSpPr/>
              <p:nvPr/>
            </p:nvSpPr>
            <p:spPr>
              <a:xfrm>
                <a:off x="0" y="0"/>
                <a:ext cx="1442029" cy="655450"/>
              </a:xfrm>
              <a:custGeom>
                <a:rect b="b" l="l" r="r" t="t"/>
                <a:pathLst>
                  <a:path extrusionOk="0" h="655450" w="1442029">
                    <a:moveTo>
                      <a:pt x="0" y="0"/>
                    </a:moveTo>
                    <a:lnTo>
                      <a:pt x="1442029" y="0"/>
                    </a:lnTo>
                    <a:lnTo>
                      <a:pt x="1442029" y="655450"/>
                    </a:lnTo>
                    <a:lnTo>
                      <a:pt x="0" y="655450"/>
                    </a:lnTo>
                    <a:close/>
                  </a:path>
                </a:pathLst>
              </a:custGeom>
              <a:solidFill>
                <a:srgbClr val="08377C"/>
              </a:solidFill>
              <a:ln>
                <a:noFill/>
              </a:ln>
            </p:spPr>
          </p:sp>
          <p:sp>
            <p:nvSpPr>
              <p:cNvPr id="470" name="Google Shape;470;p15"/>
              <p:cNvSpPr txBox="1"/>
              <p:nvPr/>
            </p:nvSpPr>
            <p:spPr>
              <a:xfrm>
                <a:off x="0" y="-47625"/>
                <a:ext cx="1442029" cy="7030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471" name="Google Shape;471;p15"/>
            <p:cNvSpPr txBox="1"/>
            <p:nvPr/>
          </p:nvSpPr>
          <p:spPr>
            <a:xfrm>
              <a:off x="877997" y="1016887"/>
              <a:ext cx="6205150" cy="9179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FFFFFF"/>
                  </a:solidFill>
                  <a:latin typeface="Times New Roman"/>
                  <a:ea typeface="Times New Roman"/>
                  <a:cs typeface="Times New Roman"/>
                  <a:sym typeface="Times New Roman"/>
                </a:rPr>
                <a:t>Tối ưu hóa trải nghiệm quản lý cho các tòa nhà lớn thông qua thiết bị di động.</a:t>
              </a:r>
              <a:endParaRPr/>
            </a:p>
          </p:txBody>
        </p:sp>
      </p:grpSp>
      <p:pic>
        <p:nvPicPr>
          <p:cNvPr id="472" name="Google Shape;472;p15"/>
          <p:cNvPicPr preferRelativeResize="0"/>
          <p:nvPr/>
        </p:nvPicPr>
        <p:blipFill rotWithShape="1">
          <a:blip r:embed="rId7">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76" name="Shape 476"/>
        <p:cNvGrpSpPr/>
        <p:nvPr/>
      </p:nvGrpSpPr>
      <p:grpSpPr>
        <a:xfrm>
          <a:off x="0" y="0"/>
          <a:ext cx="0" cy="0"/>
          <a:chOff x="0" y="0"/>
          <a:chExt cx="0" cy="0"/>
        </a:xfrm>
      </p:grpSpPr>
      <p:sp>
        <p:nvSpPr>
          <p:cNvPr id="477" name="Google Shape;477;p16"/>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grpSp>
        <p:nvGrpSpPr>
          <p:cNvPr id="478" name="Google Shape;478;p16"/>
          <p:cNvGrpSpPr/>
          <p:nvPr/>
        </p:nvGrpSpPr>
        <p:grpSpPr>
          <a:xfrm>
            <a:off x="-2175299" y="-1867766"/>
            <a:ext cx="3735531" cy="3735531"/>
            <a:chOff x="0" y="0"/>
            <a:chExt cx="812800" cy="812800"/>
          </a:xfrm>
        </p:grpSpPr>
        <p:sp>
          <p:nvSpPr>
            <p:cNvPr id="479" name="Google Shape;479;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10791"/>
                </a:lnSpc>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
        <p:nvSpPr>
          <p:cNvPr id="481" name="Google Shape;481;p16"/>
          <p:cNvSpPr/>
          <p:nvPr/>
        </p:nvSpPr>
        <p:spPr>
          <a:xfrm>
            <a:off x="6396265" y="1956850"/>
            <a:ext cx="7288040" cy="7951901"/>
          </a:xfrm>
          <a:custGeom>
            <a:rect b="b" l="l" r="r" t="t"/>
            <a:pathLst>
              <a:path extrusionOk="0" h="7951901" w="7288040">
                <a:moveTo>
                  <a:pt x="0" y="0"/>
                </a:moveTo>
                <a:lnTo>
                  <a:pt x="7288040" y="0"/>
                </a:lnTo>
                <a:lnTo>
                  <a:pt x="7288040" y="7951901"/>
                </a:lnTo>
                <a:lnTo>
                  <a:pt x="0" y="7951901"/>
                </a:lnTo>
                <a:lnTo>
                  <a:pt x="0" y="0"/>
                </a:lnTo>
                <a:close/>
              </a:path>
            </a:pathLst>
          </a:custGeom>
          <a:blipFill rotWithShape="1">
            <a:blip r:embed="rId4">
              <a:alphaModFix/>
            </a:blip>
            <a:stretch>
              <a:fillRect b="0" l="0" r="0" t="0"/>
            </a:stretch>
          </a:blipFill>
          <a:ln>
            <a:noFill/>
          </a:ln>
        </p:spPr>
      </p:sp>
      <p:sp>
        <p:nvSpPr>
          <p:cNvPr id="482" name="Google Shape;482;p16"/>
          <p:cNvSpPr txBox="1"/>
          <p:nvPr/>
        </p:nvSpPr>
        <p:spPr>
          <a:xfrm>
            <a:off x="1028700" y="2754938"/>
            <a:ext cx="4641543" cy="538609"/>
          </a:xfrm>
          <a:prstGeom prst="rect">
            <a:avLst/>
          </a:prstGeom>
          <a:noFill/>
          <a:ln>
            <a:noFill/>
          </a:ln>
        </p:spPr>
        <p:txBody>
          <a:bodyPr anchorCtr="0" anchor="t" bIns="0" lIns="0" spcFirstLastPara="1" rIns="0" wrap="square" tIns="0">
            <a:spAutoFit/>
          </a:bodyPr>
          <a:lstStyle/>
          <a:p>
            <a:pPr indent="0" lvl="0" marL="0" marR="0" rtl="0" algn="l">
              <a:lnSpc>
                <a:spcPct val="116638"/>
              </a:lnSpc>
              <a:spcBef>
                <a:spcPts val="0"/>
              </a:spcBef>
              <a:spcAft>
                <a:spcPts val="0"/>
              </a:spcAft>
              <a:buNone/>
            </a:pPr>
            <a:r>
              <a:rPr b="1" lang="en-US" sz="3600">
                <a:solidFill>
                  <a:srgbClr val="000B5D"/>
                </a:solidFill>
                <a:latin typeface="Times New Roman"/>
                <a:ea typeface="Times New Roman"/>
                <a:cs typeface="Times New Roman"/>
                <a:sym typeface="Times New Roman"/>
              </a:rPr>
              <a:t>Tính năng phân quyền</a:t>
            </a:r>
            <a:endParaRPr/>
          </a:p>
        </p:txBody>
      </p:sp>
      <p:cxnSp>
        <p:nvCxnSpPr>
          <p:cNvPr id="483" name="Google Shape;483;p16"/>
          <p:cNvCxnSpPr/>
          <p:nvPr/>
        </p:nvCxnSpPr>
        <p:spPr>
          <a:xfrm flipH="1" rot="10800000">
            <a:off x="5748539" y="3054976"/>
            <a:ext cx="2635469" cy="33494"/>
          </a:xfrm>
          <a:prstGeom prst="straightConnector1">
            <a:avLst/>
          </a:prstGeom>
          <a:noFill/>
          <a:ln cap="flat" cmpd="sng" w="47625">
            <a:solidFill>
              <a:srgbClr val="DEBB5C"/>
            </a:solidFill>
            <a:prstDash val="solid"/>
            <a:round/>
            <a:headEnd len="sm" w="sm" type="none"/>
            <a:tailEnd len="lg" w="lg" type="oval"/>
          </a:ln>
        </p:spPr>
      </p:cxnSp>
      <p:cxnSp>
        <p:nvCxnSpPr>
          <p:cNvPr id="484" name="Google Shape;484;p16"/>
          <p:cNvCxnSpPr/>
          <p:nvPr/>
        </p:nvCxnSpPr>
        <p:spPr>
          <a:xfrm>
            <a:off x="5120549" y="4998076"/>
            <a:ext cx="1080581" cy="0"/>
          </a:xfrm>
          <a:prstGeom prst="straightConnector1">
            <a:avLst/>
          </a:prstGeom>
          <a:noFill/>
          <a:ln cap="flat" cmpd="sng" w="47625">
            <a:solidFill>
              <a:srgbClr val="DEBB5C"/>
            </a:solidFill>
            <a:prstDash val="solid"/>
            <a:round/>
            <a:headEnd len="sm" w="sm" type="none"/>
            <a:tailEnd len="lg" w="lg" type="oval"/>
          </a:ln>
        </p:spPr>
      </p:cxnSp>
      <p:cxnSp>
        <p:nvCxnSpPr>
          <p:cNvPr id="485" name="Google Shape;485;p16"/>
          <p:cNvCxnSpPr/>
          <p:nvPr/>
        </p:nvCxnSpPr>
        <p:spPr>
          <a:xfrm>
            <a:off x="3695571" y="7586706"/>
            <a:ext cx="2459687" cy="0"/>
          </a:xfrm>
          <a:prstGeom prst="straightConnector1">
            <a:avLst/>
          </a:prstGeom>
          <a:noFill/>
          <a:ln cap="flat" cmpd="sng" w="47625">
            <a:solidFill>
              <a:srgbClr val="DEBB5C"/>
            </a:solidFill>
            <a:prstDash val="solid"/>
            <a:round/>
            <a:headEnd len="sm" w="sm" type="none"/>
            <a:tailEnd len="lg" w="lg" type="oval"/>
          </a:ln>
        </p:spPr>
      </p:cxnSp>
      <p:cxnSp>
        <p:nvCxnSpPr>
          <p:cNvPr id="486" name="Google Shape;486;p16"/>
          <p:cNvCxnSpPr/>
          <p:nvPr/>
        </p:nvCxnSpPr>
        <p:spPr>
          <a:xfrm>
            <a:off x="10955523" y="2854951"/>
            <a:ext cx="1910538" cy="0"/>
          </a:xfrm>
          <a:prstGeom prst="straightConnector1">
            <a:avLst/>
          </a:prstGeom>
          <a:noFill/>
          <a:ln cap="flat" cmpd="sng" w="47625">
            <a:solidFill>
              <a:srgbClr val="DEBB5C"/>
            </a:solidFill>
            <a:prstDash val="solid"/>
            <a:round/>
            <a:headEnd len="lg" w="lg" type="oval"/>
            <a:tailEnd len="sm" w="sm" type="none"/>
          </a:ln>
        </p:spPr>
      </p:cxnSp>
      <p:cxnSp>
        <p:nvCxnSpPr>
          <p:cNvPr id="487" name="Google Shape;487;p16"/>
          <p:cNvCxnSpPr/>
          <p:nvPr/>
        </p:nvCxnSpPr>
        <p:spPr>
          <a:xfrm>
            <a:off x="11445140" y="4719637"/>
            <a:ext cx="1420921" cy="0"/>
          </a:xfrm>
          <a:prstGeom prst="straightConnector1">
            <a:avLst/>
          </a:prstGeom>
          <a:noFill/>
          <a:ln cap="flat" cmpd="sng" w="47625">
            <a:solidFill>
              <a:srgbClr val="DEBB5C"/>
            </a:solidFill>
            <a:prstDash val="solid"/>
            <a:round/>
            <a:headEnd len="lg" w="lg" type="oval"/>
            <a:tailEnd len="sm" w="sm" type="none"/>
          </a:ln>
        </p:spPr>
      </p:cxnSp>
      <p:sp>
        <p:nvSpPr>
          <p:cNvPr id="488" name="Google Shape;488;p16"/>
          <p:cNvSpPr txBox="1"/>
          <p:nvPr/>
        </p:nvSpPr>
        <p:spPr>
          <a:xfrm>
            <a:off x="1997904" y="440284"/>
            <a:ext cx="15156724" cy="679673"/>
          </a:xfrm>
          <a:prstGeom prst="rect">
            <a:avLst/>
          </a:prstGeom>
          <a:noFill/>
          <a:ln>
            <a:noFill/>
          </a:ln>
        </p:spPr>
        <p:txBody>
          <a:bodyPr anchorCtr="0" anchor="t" bIns="0" lIns="0" spcFirstLastPara="1" rIns="0" wrap="square" tIns="0">
            <a:spAutoFit/>
          </a:bodyPr>
          <a:lstStyle/>
          <a:p>
            <a:pPr indent="0" lvl="0" marL="0" marR="0" rtl="0" algn="l">
              <a:lnSpc>
                <a:spcPct val="110229"/>
              </a:lnSpc>
              <a:spcBef>
                <a:spcPts val="0"/>
              </a:spcBef>
              <a:spcAft>
                <a:spcPts val="0"/>
              </a:spcAft>
              <a:buNone/>
            </a:pPr>
            <a:r>
              <a:rPr b="1" lang="en-US" sz="4800">
                <a:solidFill>
                  <a:srgbClr val="16418E"/>
                </a:solidFill>
                <a:latin typeface="Times New Roman"/>
                <a:ea typeface="Times New Roman"/>
                <a:cs typeface="Times New Roman"/>
                <a:sym typeface="Times New Roman"/>
              </a:rPr>
              <a:t>TRANG QUẢN TRỊ </a:t>
            </a:r>
            <a:endParaRPr/>
          </a:p>
        </p:txBody>
      </p:sp>
      <p:sp>
        <p:nvSpPr>
          <p:cNvPr id="489" name="Google Shape;489;p16"/>
          <p:cNvSpPr txBox="1"/>
          <p:nvPr/>
        </p:nvSpPr>
        <p:spPr>
          <a:xfrm>
            <a:off x="1513716" y="4619625"/>
            <a:ext cx="4641543" cy="538609"/>
          </a:xfrm>
          <a:prstGeom prst="rect">
            <a:avLst/>
          </a:prstGeom>
          <a:noFill/>
          <a:ln>
            <a:noFill/>
          </a:ln>
        </p:spPr>
        <p:txBody>
          <a:bodyPr anchorCtr="0" anchor="t" bIns="0" lIns="0" spcFirstLastPara="1" rIns="0" wrap="square" tIns="0">
            <a:spAutoFit/>
          </a:bodyPr>
          <a:lstStyle/>
          <a:p>
            <a:pPr indent="0" lvl="0" marL="0" marR="0" rtl="0" algn="l">
              <a:lnSpc>
                <a:spcPct val="116638"/>
              </a:lnSpc>
              <a:spcBef>
                <a:spcPts val="0"/>
              </a:spcBef>
              <a:spcAft>
                <a:spcPts val="0"/>
              </a:spcAft>
              <a:buNone/>
            </a:pPr>
            <a:r>
              <a:rPr b="1" lang="en-US" sz="3600">
                <a:solidFill>
                  <a:srgbClr val="000B5D"/>
                </a:solidFill>
                <a:latin typeface="Times New Roman"/>
                <a:ea typeface="Times New Roman"/>
                <a:cs typeface="Times New Roman"/>
                <a:sym typeface="Times New Roman"/>
              </a:rPr>
              <a:t>Quản lý truy cập</a:t>
            </a:r>
            <a:endParaRPr/>
          </a:p>
        </p:txBody>
      </p:sp>
      <p:sp>
        <p:nvSpPr>
          <p:cNvPr id="490" name="Google Shape;490;p16"/>
          <p:cNvSpPr txBox="1"/>
          <p:nvPr/>
        </p:nvSpPr>
        <p:spPr>
          <a:xfrm>
            <a:off x="1374800" y="6841164"/>
            <a:ext cx="4641543" cy="538609"/>
          </a:xfrm>
          <a:prstGeom prst="rect">
            <a:avLst/>
          </a:prstGeom>
          <a:noFill/>
          <a:ln>
            <a:noFill/>
          </a:ln>
        </p:spPr>
        <p:txBody>
          <a:bodyPr anchorCtr="0" anchor="t" bIns="0" lIns="0" spcFirstLastPara="1" rIns="0" wrap="square" tIns="0">
            <a:spAutoFit/>
          </a:bodyPr>
          <a:lstStyle/>
          <a:p>
            <a:pPr indent="0" lvl="0" marL="0" marR="0" rtl="0" algn="l">
              <a:lnSpc>
                <a:spcPct val="116638"/>
              </a:lnSpc>
              <a:spcBef>
                <a:spcPts val="0"/>
              </a:spcBef>
              <a:spcAft>
                <a:spcPts val="0"/>
              </a:spcAft>
              <a:buNone/>
            </a:pPr>
            <a:r>
              <a:rPr b="1" lang="en-US" sz="3600">
                <a:solidFill>
                  <a:srgbClr val="000B5D"/>
                </a:solidFill>
                <a:latin typeface="Times New Roman"/>
                <a:ea typeface="Times New Roman"/>
                <a:cs typeface="Times New Roman"/>
                <a:sym typeface="Times New Roman"/>
              </a:rPr>
              <a:t>Quản lý khu vực</a:t>
            </a:r>
            <a:endParaRPr/>
          </a:p>
        </p:txBody>
      </p:sp>
      <p:sp>
        <p:nvSpPr>
          <p:cNvPr id="491" name="Google Shape;491;p16"/>
          <p:cNvSpPr txBox="1"/>
          <p:nvPr/>
        </p:nvSpPr>
        <p:spPr>
          <a:xfrm>
            <a:off x="12773179" y="2212013"/>
            <a:ext cx="4641543" cy="538609"/>
          </a:xfrm>
          <a:prstGeom prst="rect">
            <a:avLst/>
          </a:prstGeom>
          <a:noFill/>
          <a:ln>
            <a:noFill/>
          </a:ln>
        </p:spPr>
        <p:txBody>
          <a:bodyPr anchorCtr="0" anchor="t" bIns="0" lIns="0" spcFirstLastPara="1" rIns="0" wrap="square" tIns="0">
            <a:spAutoFit/>
          </a:bodyPr>
          <a:lstStyle/>
          <a:p>
            <a:pPr indent="0" lvl="0" marL="0" marR="0" rtl="0" algn="l">
              <a:lnSpc>
                <a:spcPct val="116638"/>
              </a:lnSpc>
              <a:spcBef>
                <a:spcPts val="0"/>
              </a:spcBef>
              <a:spcAft>
                <a:spcPts val="0"/>
              </a:spcAft>
              <a:buNone/>
            </a:pPr>
            <a:r>
              <a:rPr b="1" lang="en-US" sz="3600">
                <a:solidFill>
                  <a:srgbClr val="000B5D"/>
                </a:solidFill>
                <a:latin typeface="Times New Roman"/>
                <a:ea typeface="Times New Roman"/>
                <a:cs typeface="Times New Roman"/>
                <a:sym typeface="Times New Roman"/>
              </a:rPr>
              <a:t>Quản lý thiết bị</a:t>
            </a:r>
            <a:endParaRPr/>
          </a:p>
        </p:txBody>
      </p:sp>
      <p:sp>
        <p:nvSpPr>
          <p:cNvPr id="492" name="Google Shape;492;p16"/>
          <p:cNvSpPr txBox="1"/>
          <p:nvPr/>
        </p:nvSpPr>
        <p:spPr>
          <a:xfrm>
            <a:off x="12617757" y="4171949"/>
            <a:ext cx="4641543" cy="538609"/>
          </a:xfrm>
          <a:prstGeom prst="rect">
            <a:avLst/>
          </a:prstGeom>
          <a:noFill/>
          <a:ln>
            <a:noFill/>
          </a:ln>
        </p:spPr>
        <p:txBody>
          <a:bodyPr anchorCtr="0" anchor="t" bIns="0" lIns="0" spcFirstLastPara="1" rIns="0" wrap="square" tIns="0">
            <a:spAutoFit/>
          </a:bodyPr>
          <a:lstStyle/>
          <a:p>
            <a:pPr indent="0" lvl="0" marL="0" marR="0" rtl="0" algn="l">
              <a:lnSpc>
                <a:spcPct val="116638"/>
              </a:lnSpc>
              <a:spcBef>
                <a:spcPts val="0"/>
              </a:spcBef>
              <a:spcAft>
                <a:spcPts val="0"/>
              </a:spcAft>
              <a:buNone/>
            </a:pPr>
            <a:r>
              <a:rPr b="1" lang="en-US" sz="3600">
                <a:solidFill>
                  <a:srgbClr val="000B5D"/>
                </a:solidFill>
                <a:latin typeface="Times New Roman"/>
                <a:ea typeface="Times New Roman"/>
                <a:cs typeface="Times New Roman"/>
                <a:sym typeface="Times New Roman"/>
              </a:rPr>
              <a:t>Báo cáo</a:t>
            </a:r>
            <a:endParaRPr/>
          </a:p>
        </p:txBody>
      </p:sp>
      <p:pic>
        <p:nvPicPr>
          <p:cNvPr id="493" name="Google Shape;493;p16"/>
          <p:cNvPicPr preferRelativeResize="0"/>
          <p:nvPr/>
        </p:nvPicPr>
        <p:blipFill rotWithShape="1">
          <a:blip r:embed="rId5">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97" name="Shape 497"/>
        <p:cNvGrpSpPr/>
        <p:nvPr/>
      </p:nvGrpSpPr>
      <p:grpSpPr>
        <a:xfrm>
          <a:off x="0" y="0"/>
          <a:ext cx="0" cy="0"/>
          <a:chOff x="0" y="0"/>
          <a:chExt cx="0" cy="0"/>
        </a:xfrm>
      </p:grpSpPr>
      <p:sp>
        <p:nvSpPr>
          <p:cNvPr id="498" name="Google Shape;498;p17"/>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grpSp>
        <p:nvGrpSpPr>
          <p:cNvPr id="499" name="Google Shape;499;p17"/>
          <p:cNvGrpSpPr/>
          <p:nvPr/>
        </p:nvGrpSpPr>
        <p:grpSpPr>
          <a:xfrm>
            <a:off x="12186259" y="7559701"/>
            <a:ext cx="8057634" cy="8057634"/>
            <a:chOff x="0" y="0"/>
            <a:chExt cx="812800" cy="812800"/>
          </a:xfrm>
        </p:grpSpPr>
        <p:sp>
          <p:nvSpPr>
            <p:cNvPr id="500" name="Google Shape;500;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502" name="Google Shape;502;p17"/>
          <p:cNvGrpSpPr/>
          <p:nvPr/>
        </p:nvGrpSpPr>
        <p:grpSpPr>
          <a:xfrm>
            <a:off x="176070" y="3107047"/>
            <a:ext cx="10455234" cy="5996996"/>
            <a:chOff x="0" y="0"/>
            <a:chExt cx="7981950" cy="4578350"/>
          </a:xfrm>
        </p:grpSpPr>
        <p:sp>
          <p:nvSpPr>
            <p:cNvPr id="503" name="Google Shape;503;p17"/>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7"/>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4">
                <a:alphaModFix/>
              </a:blip>
              <a:stretch>
                <a:fillRect b="-15013" l="0" r="-59068" t="0"/>
              </a:stretch>
            </a:blipFill>
            <a:ln>
              <a:noFill/>
            </a:ln>
          </p:spPr>
        </p:sp>
      </p:grpSp>
      <p:grpSp>
        <p:nvGrpSpPr>
          <p:cNvPr id="508" name="Google Shape;508;p17"/>
          <p:cNvGrpSpPr/>
          <p:nvPr/>
        </p:nvGrpSpPr>
        <p:grpSpPr>
          <a:xfrm>
            <a:off x="-2175299" y="-1867766"/>
            <a:ext cx="3735531" cy="3735531"/>
            <a:chOff x="0" y="0"/>
            <a:chExt cx="812800" cy="812800"/>
          </a:xfrm>
        </p:grpSpPr>
        <p:sp>
          <p:nvSpPr>
            <p:cNvPr id="509" name="Google Shape;509;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511" name="Google Shape;511;p17"/>
          <p:cNvSpPr/>
          <p:nvPr/>
        </p:nvSpPr>
        <p:spPr>
          <a:xfrm flipH="1">
            <a:off x="11455059" y="4400420"/>
            <a:ext cx="9587601" cy="4087525"/>
          </a:xfrm>
          <a:custGeom>
            <a:rect b="b" l="l" r="r" t="t"/>
            <a:pathLst>
              <a:path extrusionOk="0" h="4087525" w="9587601">
                <a:moveTo>
                  <a:pt x="9587601" y="0"/>
                </a:moveTo>
                <a:lnTo>
                  <a:pt x="0" y="0"/>
                </a:lnTo>
                <a:lnTo>
                  <a:pt x="0" y="4087525"/>
                </a:lnTo>
                <a:lnTo>
                  <a:pt x="9587601" y="4087525"/>
                </a:lnTo>
                <a:lnTo>
                  <a:pt x="9587601" y="0"/>
                </a:lnTo>
                <a:close/>
              </a:path>
            </a:pathLst>
          </a:custGeom>
          <a:blipFill rotWithShape="1">
            <a:blip r:embed="rId5">
              <a:alphaModFix amt="93000"/>
            </a:blip>
            <a:stretch>
              <a:fillRect b="0" l="0" r="0" t="0"/>
            </a:stretch>
          </a:blipFill>
          <a:ln>
            <a:noFill/>
          </a:ln>
        </p:spPr>
      </p:sp>
      <p:grpSp>
        <p:nvGrpSpPr>
          <p:cNvPr id="512" name="Google Shape;512;p17"/>
          <p:cNvGrpSpPr/>
          <p:nvPr/>
        </p:nvGrpSpPr>
        <p:grpSpPr>
          <a:xfrm>
            <a:off x="11796334" y="4551508"/>
            <a:ext cx="779851" cy="779851"/>
            <a:chOff x="0" y="0"/>
            <a:chExt cx="812800" cy="812800"/>
          </a:xfrm>
        </p:grpSpPr>
        <p:sp>
          <p:nvSpPr>
            <p:cNvPr id="513" name="Google Shape;513;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FE5FF"/>
                </a:gs>
                <a:gs pos="100000">
                  <a:srgbClr val="6F6296">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txBox="1"/>
            <p:nvPr/>
          </p:nvSpPr>
          <p:spPr>
            <a:xfrm>
              <a:off x="76200" y="57150"/>
              <a:ext cx="660400" cy="679450"/>
            </a:xfrm>
            <a:prstGeom prst="rect">
              <a:avLst/>
            </a:prstGeom>
            <a:noFill/>
            <a:ln>
              <a:noFill/>
            </a:ln>
          </p:spPr>
          <p:txBody>
            <a:bodyPr anchorCtr="0" anchor="ctr" bIns="59425" lIns="59425" spcFirstLastPara="1" rIns="59425" wrap="square" tIns="59425">
              <a:noAutofit/>
            </a:bodyPr>
            <a:lstStyle/>
            <a:p>
              <a:pPr indent="0" lvl="0" marL="0" marR="0" rtl="0" algn="ctr">
                <a:lnSpc>
                  <a:spcPct val="154666"/>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515" name="Google Shape;515;p17"/>
          <p:cNvSpPr txBox="1"/>
          <p:nvPr/>
        </p:nvSpPr>
        <p:spPr>
          <a:xfrm>
            <a:off x="12186259" y="4908636"/>
            <a:ext cx="5635192" cy="397545"/>
          </a:xfrm>
          <a:prstGeom prst="rect">
            <a:avLst/>
          </a:prstGeom>
          <a:noFill/>
          <a:ln>
            <a:noFill/>
          </a:ln>
        </p:spPr>
        <p:txBody>
          <a:bodyPr anchorCtr="0" anchor="t" bIns="0" lIns="0" spcFirstLastPara="1" rIns="0" wrap="square" tIns="0">
            <a:spAutoFit/>
          </a:bodyPr>
          <a:lstStyle/>
          <a:p>
            <a:pPr indent="0" lvl="0" marL="0" marR="0" rtl="0" algn="l">
              <a:lnSpc>
                <a:spcPct val="116022"/>
              </a:lnSpc>
              <a:spcBef>
                <a:spcPts val="0"/>
              </a:spcBef>
              <a:spcAft>
                <a:spcPts val="0"/>
              </a:spcAft>
              <a:buNone/>
            </a:pPr>
            <a:r>
              <a:rPr b="1" lang="en-US" sz="2690">
                <a:solidFill>
                  <a:srgbClr val="000B5D"/>
                </a:solidFill>
                <a:latin typeface="Times New Roman"/>
                <a:ea typeface="Times New Roman"/>
                <a:cs typeface="Times New Roman"/>
                <a:sym typeface="Times New Roman"/>
              </a:rPr>
              <a:t>Tính năng phân quyền</a:t>
            </a:r>
            <a:endParaRPr/>
          </a:p>
        </p:txBody>
      </p:sp>
      <p:sp>
        <p:nvSpPr>
          <p:cNvPr id="516" name="Google Shape;516;p17"/>
          <p:cNvSpPr txBox="1"/>
          <p:nvPr/>
        </p:nvSpPr>
        <p:spPr>
          <a:xfrm>
            <a:off x="12196916" y="5471653"/>
            <a:ext cx="5459600" cy="1384995"/>
          </a:xfrm>
          <a:prstGeom prst="rect">
            <a:avLst/>
          </a:prstGeom>
          <a:noFill/>
          <a:ln>
            <a:noFill/>
          </a:ln>
        </p:spPr>
        <p:txBody>
          <a:bodyPr anchorCtr="0" anchor="t" bIns="0" lIns="0" spcFirstLastPara="1" rIns="0" wrap="square" tIns="0">
            <a:spAutoFit/>
          </a:bodyPr>
          <a:lstStyle/>
          <a:p>
            <a:pPr indent="0" lvl="0" marL="0" marR="0" rtl="0" algn="l">
              <a:lnSpc>
                <a:spcPct val="116008"/>
              </a:lnSpc>
              <a:spcBef>
                <a:spcPts val="0"/>
              </a:spcBef>
              <a:spcAft>
                <a:spcPts val="0"/>
              </a:spcAft>
              <a:buNone/>
            </a:pPr>
            <a:r>
              <a:rPr lang="en-US" sz="2305">
                <a:solidFill>
                  <a:srgbClr val="000B5D"/>
                </a:solidFill>
                <a:latin typeface="Times New Roman"/>
                <a:ea typeface="Times New Roman"/>
                <a:cs typeface="Times New Roman"/>
                <a:sym typeface="Times New Roman"/>
              </a:rPr>
              <a:t>Cho phép người dùng tìm kiếm, thêm, cập nhật, xem chi tiết và xóa vai trò và quyền của các nhóm tài khoản (theo phòng ban, nhiệm vụ, v.v.) hoặc của từng tài khoản.</a:t>
            </a:r>
            <a:endParaRPr/>
          </a:p>
        </p:txBody>
      </p:sp>
      <p:sp>
        <p:nvSpPr>
          <p:cNvPr id="517" name="Google Shape;517;p17"/>
          <p:cNvSpPr txBox="1"/>
          <p:nvPr/>
        </p:nvSpPr>
        <p:spPr>
          <a:xfrm>
            <a:off x="2051502" y="439932"/>
            <a:ext cx="15156724" cy="636008"/>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TRANG QUẢN TRỊ </a:t>
            </a:r>
            <a:endParaRPr/>
          </a:p>
        </p:txBody>
      </p:sp>
      <p:pic>
        <p:nvPicPr>
          <p:cNvPr id="518" name="Google Shape;518;p17"/>
          <p:cNvPicPr preferRelativeResize="0"/>
          <p:nvPr/>
        </p:nvPicPr>
        <p:blipFill rotWithShape="1">
          <a:blip r:embed="rId6">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522" name="Shape 522"/>
        <p:cNvGrpSpPr/>
        <p:nvPr/>
      </p:nvGrpSpPr>
      <p:grpSpPr>
        <a:xfrm>
          <a:off x="0" y="0"/>
          <a:ext cx="0" cy="0"/>
          <a:chOff x="0" y="0"/>
          <a:chExt cx="0" cy="0"/>
        </a:xfrm>
      </p:grpSpPr>
      <p:sp>
        <p:nvSpPr>
          <p:cNvPr id="523" name="Google Shape;523;p18"/>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grpSp>
        <p:nvGrpSpPr>
          <p:cNvPr id="524" name="Google Shape;524;p18"/>
          <p:cNvGrpSpPr/>
          <p:nvPr/>
        </p:nvGrpSpPr>
        <p:grpSpPr>
          <a:xfrm>
            <a:off x="-4336351" y="7283476"/>
            <a:ext cx="8057634" cy="8057634"/>
            <a:chOff x="0" y="0"/>
            <a:chExt cx="812800" cy="812800"/>
          </a:xfrm>
        </p:grpSpPr>
        <p:sp>
          <p:nvSpPr>
            <p:cNvPr id="525" name="Google Shape;525;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527" name="Google Shape;527;p18"/>
          <p:cNvGrpSpPr/>
          <p:nvPr/>
        </p:nvGrpSpPr>
        <p:grpSpPr>
          <a:xfrm>
            <a:off x="176070" y="3107047"/>
            <a:ext cx="10455234" cy="5996996"/>
            <a:chOff x="0" y="0"/>
            <a:chExt cx="7981950" cy="4578350"/>
          </a:xfrm>
        </p:grpSpPr>
        <p:sp>
          <p:nvSpPr>
            <p:cNvPr id="528" name="Google Shape;528;p18"/>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8"/>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8"/>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8"/>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8"/>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4">
                <a:alphaModFix/>
              </a:blip>
              <a:stretch>
                <a:fillRect b="0" l="0" r="-39850" t="0"/>
              </a:stretch>
            </a:blipFill>
            <a:ln>
              <a:noFill/>
            </a:ln>
          </p:spPr>
        </p:sp>
      </p:grpSp>
      <p:grpSp>
        <p:nvGrpSpPr>
          <p:cNvPr id="533" name="Google Shape;533;p18"/>
          <p:cNvGrpSpPr/>
          <p:nvPr/>
        </p:nvGrpSpPr>
        <p:grpSpPr>
          <a:xfrm>
            <a:off x="-2175299" y="-1867766"/>
            <a:ext cx="3735531" cy="3735531"/>
            <a:chOff x="0" y="0"/>
            <a:chExt cx="812800" cy="812800"/>
          </a:xfrm>
        </p:grpSpPr>
        <p:sp>
          <p:nvSpPr>
            <p:cNvPr id="534" name="Google Shape;534;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536" name="Google Shape;536;p18"/>
          <p:cNvSpPr/>
          <p:nvPr/>
        </p:nvSpPr>
        <p:spPr>
          <a:xfrm flipH="1">
            <a:off x="11455059" y="4400420"/>
            <a:ext cx="9587601" cy="4087525"/>
          </a:xfrm>
          <a:custGeom>
            <a:rect b="b" l="l" r="r" t="t"/>
            <a:pathLst>
              <a:path extrusionOk="0" h="4087525" w="9587601">
                <a:moveTo>
                  <a:pt x="9587601" y="0"/>
                </a:moveTo>
                <a:lnTo>
                  <a:pt x="0" y="0"/>
                </a:lnTo>
                <a:lnTo>
                  <a:pt x="0" y="4087525"/>
                </a:lnTo>
                <a:lnTo>
                  <a:pt x="9587601" y="4087525"/>
                </a:lnTo>
                <a:lnTo>
                  <a:pt x="9587601" y="0"/>
                </a:lnTo>
                <a:close/>
              </a:path>
            </a:pathLst>
          </a:custGeom>
          <a:blipFill rotWithShape="1">
            <a:blip r:embed="rId5">
              <a:alphaModFix amt="93000"/>
            </a:blip>
            <a:stretch>
              <a:fillRect b="0" l="0" r="0" t="0"/>
            </a:stretch>
          </a:blipFill>
          <a:ln>
            <a:noFill/>
          </a:ln>
        </p:spPr>
      </p:sp>
      <p:grpSp>
        <p:nvGrpSpPr>
          <p:cNvPr id="537" name="Google Shape;537;p18"/>
          <p:cNvGrpSpPr/>
          <p:nvPr/>
        </p:nvGrpSpPr>
        <p:grpSpPr>
          <a:xfrm>
            <a:off x="11796334" y="4551508"/>
            <a:ext cx="779851" cy="779851"/>
            <a:chOff x="0" y="0"/>
            <a:chExt cx="812800" cy="812800"/>
          </a:xfrm>
        </p:grpSpPr>
        <p:sp>
          <p:nvSpPr>
            <p:cNvPr id="538" name="Google Shape;538;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FE5FF"/>
                </a:gs>
                <a:gs pos="100000">
                  <a:srgbClr val="6F6296">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8"/>
            <p:cNvSpPr txBox="1"/>
            <p:nvPr/>
          </p:nvSpPr>
          <p:spPr>
            <a:xfrm>
              <a:off x="76200" y="57150"/>
              <a:ext cx="660400" cy="679450"/>
            </a:xfrm>
            <a:prstGeom prst="rect">
              <a:avLst/>
            </a:prstGeom>
            <a:noFill/>
            <a:ln>
              <a:noFill/>
            </a:ln>
          </p:spPr>
          <p:txBody>
            <a:bodyPr anchorCtr="0" anchor="ctr" bIns="59425" lIns="59425" spcFirstLastPara="1" rIns="59425" wrap="square" tIns="59425">
              <a:noAutofit/>
            </a:bodyPr>
            <a:lstStyle/>
            <a:p>
              <a:pPr indent="0" lvl="0" marL="0" marR="0" rtl="0" algn="ctr">
                <a:lnSpc>
                  <a:spcPct val="154666"/>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540" name="Google Shape;540;p18"/>
          <p:cNvSpPr txBox="1"/>
          <p:nvPr/>
        </p:nvSpPr>
        <p:spPr>
          <a:xfrm>
            <a:off x="12186259" y="4908636"/>
            <a:ext cx="5635192" cy="397545"/>
          </a:xfrm>
          <a:prstGeom prst="rect">
            <a:avLst/>
          </a:prstGeom>
          <a:noFill/>
          <a:ln>
            <a:noFill/>
          </a:ln>
        </p:spPr>
        <p:txBody>
          <a:bodyPr anchorCtr="0" anchor="t" bIns="0" lIns="0" spcFirstLastPara="1" rIns="0" wrap="square" tIns="0">
            <a:spAutoFit/>
          </a:bodyPr>
          <a:lstStyle/>
          <a:p>
            <a:pPr indent="0" lvl="0" marL="0" marR="0" rtl="0" algn="l">
              <a:lnSpc>
                <a:spcPct val="116022"/>
              </a:lnSpc>
              <a:spcBef>
                <a:spcPts val="0"/>
              </a:spcBef>
              <a:spcAft>
                <a:spcPts val="0"/>
              </a:spcAft>
              <a:buNone/>
            </a:pPr>
            <a:r>
              <a:rPr b="1" lang="en-US" sz="2690">
                <a:solidFill>
                  <a:srgbClr val="000B5D"/>
                </a:solidFill>
                <a:latin typeface="Times New Roman"/>
                <a:ea typeface="Times New Roman"/>
                <a:cs typeface="Times New Roman"/>
                <a:sym typeface="Times New Roman"/>
              </a:rPr>
              <a:t>Quản lý truy cập</a:t>
            </a:r>
            <a:endParaRPr/>
          </a:p>
        </p:txBody>
      </p:sp>
      <p:sp>
        <p:nvSpPr>
          <p:cNvPr id="541" name="Google Shape;541;p18"/>
          <p:cNvSpPr txBox="1"/>
          <p:nvPr/>
        </p:nvSpPr>
        <p:spPr>
          <a:xfrm>
            <a:off x="12182169" y="5515897"/>
            <a:ext cx="5474348" cy="1731243"/>
          </a:xfrm>
          <a:prstGeom prst="rect">
            <a:avLst/>
          </a:prstGeom>
          <a:noFill/>
          <a:ln>
            <a:noFill/>
          </a:ln>
        </p:spPr>
        <p:txBody>
          <a:bodyPr anchorCtr="0" anchor="t" bIns="0" lIns="0" spcFirstLastPara="1" rIns="0" wrap="square" tIns="0">
            <a:spAutoFit/>
          </a:bodyPr>
          <a:lstStyle/>
          <a:p>
            <a:pPr indent="0" lvl="0" marL="0" marR="0" rtl="0" algn="l">
              <a:lnSpc>
                <a:spcPct val="116008"/>
              </a:lnSpc>
              <a:spcBef>
                <a:spcPts val="0"/>
              </a:spcBef>
              <a:spcAft>
                <a:spcPts val="0"/>
              </a:spcAft>
              <a:buNone/>
            </a:pPr>
            <a:r>
              <a:rPr lang="en-US" sz="2305">
                <a:solidFill>
                  <a:srgbClr val="000B5D"/>
                </a:solidFill>
                <a:latin typeface="Times New Roman"/>
                <a:ea typeface="Times New Roman"/>
                <a:cs typeface="Times New Roman"/>
                <a:sym typeface="Times New Roman"/>
              </a:rPr>
              <a:t>Cho phép người dùng tìm kiếm, thêm mới, cập nhật, xem chi tiết và xóa các khoảng thời gian truy cập được phép; nhóm truy cập bao gồm các khu vực và thời gian.</a:t>
            </a:r>
            <a:endParaRPr/>
          </a:p>
          <a:p>
            <a:pPr indent="0" lvl="0" marL="0" marR="0" rtl="0" algn="l">
              <a:lnSpc>
                <a:spcPct val="116008"/>
              </a:lnSpc>
              <a:spcBef>
                <a:spcPts val="0"/>
              </a:spcBef>
              <a:spcAft>
                <a:spcPts val="0"/>
              </a:spcAft>
              <a:buNone/>
            </a:pPr>
            <a:r>
              <a:t/>
            </a:r>
            <a:endParaRPr sz="2305">
              <a:solidFill>
                <a:srgbClr val="000B5D"/>
              </a:solidFill>
              <a:latin typeface="Times New Roman"/>
              <a:ea typeface="Times New Roman"/>
              <a:cs typeface="Times New Roman"/>
              <a:sym typeface="Times New Roman"/>
            </a:endParaRPr>
          </a:p>
        </p:txBody>
      </p:sp>
      <p:sp>
        <p:nvSpPr>
          <p:cNvPr id="542" name="Google Shape;542;p18"/>
          <p:cNvSpPr/>
          <p:nvPr/>
        </p:nvSpPr>
        <p:spPr>
          <a:xfrm>
            <a:off x="15616615" y="7760542"/>
            <a:ext cx="3628368" cy="3623787"/>
          </a:xfrm>
          <a:custGeom>
            <a:rect b="b" l="l" r="r" t="t"/>
            <a:pathLst>
              <a:path extrusionOk="0" h="3623787" w="3628368">
                <a:moveTo>
                  <a:pt x="0" y="0"/>
                </a:moveTo>
                <a:lnTo>
                  <a:pt x="3628368" y="0"/>
                </a:lnTo>
                <a:lnTo>
                  <a:pt x="3628368" y="3623787"/>
                </a:lnTo>
                <a:lnTo>
                  <a:pt x="0" y="3623787"/>
                </a:lnTo>
                <a:lnTo>
                  <a:pt x="0" y="0"/>
                </a:lnTo>
                <a:close/>
              </a:path>
            </a:pathLst>
          </a:custGeom>
          <a:blipFill rotWithShape="1">
            <a:blip r:embed="rId6">
              <a:alphaModFix/>
            </a:blip>
            <a:stretch>
              <a:fillRect b="0" l="0" r="0" t="0"/>
            </a:stretch>
          </a:blipFill>
          <a:ln>
            <a:noFill/>
          </a:ln>
        </p:spPr>
      </p:sp>
      <p:sp>
        <p:nvSpPr>
          <p:cNvPr id="543" name="Google Shape;543;p18"/>
          <p:cNvSpPr txBox="1"/>
          <p:nvPr/>
        </p:nvSpPr>
        <p:spPr>
          <a:xfrm>
            <a:off x="2051502" y="408272"/>
            <a:ext cx="15156724" cy="636008"/>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TRANG QUẢN TRỊ </a:t>
            </a:r>
            <a:endParaRPr/>
          </a:p>
        </p:txBody>
      </p:sp>
      <p:pic>
        <p:nvPicPr>
          <p:cNvPr id="544" name="Google Shape;544;p18"/>
          <p:cNvPicPr preferRelativeResize="0"/>
          <p:nvPr/>
        </p:nvPicPr>
        <p:blipFill rotWithShape="1">
          <a:blip r:embed="rId7">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548" name="Shape 548"/>
        <p:cNvGrpSpPr/>
        <p:nvPr/>
      </p:nvGrpSpPr>
      <p:grpSpPr>
        <a:xfrm>
          <a:off x="0" y="0"/>
          <a:ext cx="0" cy="0"/>
          <a:chOff x="0" y="0"/>
          <a:chExt cx="0" cy="0"/>
        </a:xfrm>
      </p:grpSpPr>
      <p:sp>
        <p:nvSpPr>
          <p:cNvPr id="549" name="Google Shape;549;p19"/>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sp>
        <p:nvSpPr>
          <p:cNvPr id="550" name="Google Shape;550;p19"/>
          <p:cNvSpPr/>
          <p:nvPr/>
        </p:nvSpPr>
        <p:spPr>
          <a:xfrm>
            <a:off x="8557891" y="5634513"/>
            <a:ext cx="3628368" cy="3623787"/>
          </a:xfrm>
          <a:custGeom>
            <a:rect b="b" l="l" r="r" t="t"/>
            <a:pathLst>
              <a:path extrusionOk="0" h="3623787" w="3628368">
                <a:moveTo>
                  <a:pt x="0" y="0"/>
                </a:moveTo>
                <a:lnTo>
                  <a:pt x="3628368" y="0"/>
                </a:lnTo>
                <a:lnTo>
                  <a:pt x="3628368" y="3623787"/>
                </a:lnTo>
                <a:lnTo>
                  <a:pt x="0" y="3623787"/>
                </a:lnTo>
                <a:lnTo>
                  <a:pt x="0" y="0"/>
                </a:lnTo>
                <a:close/>
              </a:path>
            </a:pathLst>
          </a:custGeom>
          <a:blipFill rotWithShape="1">
            <a:blip r:embed="rId4">
              <a:alphaModFix/>
            </a:blip>
            <a:stretch>
              <a:fillRect b="0" l="0" r="0" t="0"/>
            </a:stretch>
          </a:blipFill>
          <a:ln>
            <a:noFill/>
          </a:ln>
        </p:spPr>
      </p:sp>
      <p:grpSp>
        <p:nvGrpSpPr>
          <p:cNvPr id="551" name="Google Shape;551;p19"/>
          <p:cNvGrpSpPr/>
          <p:nvPr/>
        </p:nvGrpSpPr>
        <p:grpSpPr>
          <a:xfrm>
            <a:off x="176070" y="3107047"/>
            <a:ext cx="10455234" cy="5996996"/>
            <a:chOff x="0" y="0"/>
            <a:chExt cx="7981950" cy="4578350"/>
          </a:xfrm>
        </p:grpSpPr>
        <p:sp>
          <p:nvSpPr>
            <p:cNvPr id="552" name="Google Shape;552;p19"/>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9"/>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9"/>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9"/>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9"/>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5">
                <a:alphaModFix/>
              </a:blip>
              <a:stretch>
                <a:fillRect b="-15571" l="0" r="-60287" t="0"/>
              </a:stretch>
            </a:blipFill>
            <a:ln>
              <a:noFill/>
            </a:ln>
          </p:spPr>
        </p:sp>
      </p:grpSp>
      <p:grpSp>
        <p:nvGrpSpPr>
          <p:cNvPr id="557" name="Google Shape;557;p19"/>
          <p:cNvGrpSpPr/>
          <p:nvPr/>
        </p:nvGrpSpPr>
        <p:grpSpPr>
          <a:xfrm>
            <a:off x="-2175299" y="-1867766"/>
            <a:ext cx="3735531" cy="3735531"/>
            <a:chOff x="0" y="0"/>
            <a:chExt cx="812800" cy="812800"/>
          </a:xfrm>
        </p:grpSpPr>
        <p:sp>
          <p:nvSpPr>
            <p:cNvPr id="558" name="Google Shape;558;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560" name="Google Shape;560;p19"/>
          <p:cNvSpPr/>
          <p:nvPr/>
        </p:nvSpPr>
        <p:spPr>
          <a:xfrm flipH="1">
            <a:off x="11455059" y="4400420"/>
            <a:ext cx="9587601" cy="4087525"/>
          </a:xfrm>
          <a:custGeom>
            <a:rect b="b" l="l" r="r" t="t"/>
            <a:pathLst>
              <a:path extrusionOk="0" h="4087525" w="9587601">
                <a:moveTo>
                  <a:pt x="9587601" y="0"/>
                </a:moveTo>
                <a:lnTo>
                  <a:pt x="0" y="0"/>
                </a:lnTo>
                <a:lnTo>
                  <a:pt x="0" y="4087525"/>
                </a:lnTo>
                <a:lnTo>
                  <a:pt x="9587601" y="4087525"/>
                </a:lnTo>
                <a:lnTo>
                  <a:pt x="9587601" y="0"/>
                </a:lnTo>
                <a:close/>
              </a:path>
            </a:pathLst>
          </a:custGeom>
          <a:blipFill rotWithShape="1">
            <a:blip r:embed="rId6">
              <a:alphaModFix amt="93000"/>
            </a:blip>
            <a:stretch>
              <a:fillRect b="0" l="0" r="0" t="0"/>
            </a:stretch>
          </a:blipFill>
          <a:ln>
            <a:noFill/>
          </a:ln>
        </p:spPr>
      </p:sp>
      <p:grpSp>
        <p:nvGrpSpPr>
          <p:cNvPr id="561" name="Google Shape;561;p19"/>
          <p:cNvGrpSpPr/>
          <p:nvPr/>
        </p:nvGrpSpPr>
        <p:grpSpPr>
          <a:xfrm>
            <a:off x="11796334" y="4551508"/>
            <a:ext cx="779851" cy="779851"/>
            <a:chOff x="0" y="0"/>
            <a:chExt cx="812800" cy="812800"/>
          </a:xfrm>
        </p:grpSpPr>
        <p:sp>
          <p:nvSpPr>
            <p:cNvPr id="562" name="Google Shape;562;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FE5FF"/>
                </a:gs>
                <a:gs pos="100000">
                  <a:srgbClr val="6F6296">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9"/>
            <p:cNvSpPr txBox="1"/>
            <p:nvPr/>
          </p:nvSpPr>
          <p:spPr>
            <a:xfrm>
              <a:off x="76200" y="57150"/>
              <a:ext cx="660400" cy="679450"/>
            </a:xfrm>
            <a:prstGeom prst="rect">
              <a:avLst/>
            </a:prstGeom>
            <a:noFill/>
            <a:ln>
              <a:noFill/>
            </a:ln>
          </p:spPr>
          <p:txBody>
            <a:bodyPr anchorCtr="0" anchor="ctr" bIns="59425" lIns="59425" spcFirstLastPara="1" rIns="59425" wrap="square" tIns="59425">
              <a:noAutofit/>
            </a:bodyPr>
            <a:lstStyle/>
            <a:p>
              <a:pPr indent="0" lvl="0" marL="0" marR="0" rtl="0" algn="ctr">
                <a:lnSpc>
                  <a:spcPct val="154666"/>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564" name="Google Shape;564;p19"/>
          <p:cNvSpPr txBox="1"/>
          <p:nvPr/>
        </p:nvSpPr>
        <p:spPr>
          <a:xfrm>
            <a:off x="12186259" y="4908636"/>
            <a:ext cx="5635192" cy="397545"/>
          </a:xfrm>
          <a:prstGeom prst="rect">
            <a:avLst/>
          </a:prstGeom>
          <a:noFill/>
          <a:ln>
            <a:noFill/>
          </a:ln>
        </p:spPr>
        <p:txBody>
          <a:bodyPr anchorCtr="0" anchor="t" bIns="0" lIns="0" spcFirstLastPara="1" rIns="0" wrap="square" tIns="0">
            <a:spAutoFit/>
          </a:bodyPr>
          <a:lstStyle/>
          <a:p>
            <a:pPr indent="0" lvl="0" marL="0" marR="0" rtl="0" algn="l">
              <a:lnSpc>
                <a:spcPct val="116022"/>
              </a:lnSpc>
              <a:spcBef>
                <a:spcPts val="0"/>
              </a:spcBef>
              <a:spcAft>
                <a:spcPts val="0"/>
              </a:spcAft>
              <a:buNone/>
            </a:pPr>
            <a:r>
              <a:rPr b="1" lang="en-US" sz="2690">
                <a:solidFill>
                  <a:srgbClr val="000B5D"/>
                </a:solidFill>
                <a:latin typeface="Times New Roman"/>
                <a:ea typeface="Times New Roman"/>
                <a:cs typeface="Times New Roman"/>
                <a:sym typeface="Times New Roman"/>
              </a:rPr>
              <a:t>Quản lý khu vực </a:t>
            </a:r>
            <a:endParaRPr/>
          </a:p>
        </p:txBody>
      </p:sp>
      <p:sp>
        <p:nvSpPr>
          <p:cNvPr id="565" name="Google Shape;565;p19"/>
          <p:cNvSpPr txBox="1"/>
          <p:nvPr/>
        </p:nvSpPr>
        <p:spPr>
          <a:xfrm>
            <a:off x="11842954" y="5427406"/>
            <a:ext cx="5978497" cy="1731243"/>
          </a:xfrm>
          <a:prstGeom prst="rect">
            <a:avLst/>
          </a:prstGeom>
          <a:noFill/>
          <a:ln>
            <a:noFill/>
          </a:ln>
        </p:spPr>
        <p:txBody>
          <a:bodyPr anchorCtr="0" anchor="t" bIns="0" lIns="0" spcFirstLastPara="1" rIns="0" wrap="square" tIns="0">
            <a:spAutoFit/>
          </a:bodyPr>
          <a:lstStyle/>
          <a:p>
            <a:pPr indent="0" lvl="0" marL="0" marR="0" rtl="0" algn="l">
              <a:lnSpc>
                <a:spcPct val="116008"/>
              </a:lnSpc>
              <a:spcBef>
                <a:spcPts val="0"/>
              </a:spcBef>
              <a:spcAft>
                <a:spcPts val="0"/>
              </a:spcAft>
              <a:buNone/>
            </a:pPr>
            <a:r>
              <a:rPr lang="en-US" sz="2305">
                <a:solidFill>
                  <a:srgbClr val="000B5D"/>
                </a:solidFill>
                <a:latin typeface="Times New Roman"/>
                <a:ea typeface="Times New Roman"/>
                <a:cs typeface="Times New Roman"/>
                <a:sym typeface="Times New Roman"/>
              </a:rPr>
              <a:t>Cho phép người dùng tìm kiếm, thêm mới, cập nhật, xem chi tiết (loại cửa, thời gian chờ, v.v.) và xóa các khu vực và cửa. Hơn nữa, người dùng có thể giám sát trạng thái cửa và mở cửa tự động.</a:t>
            </a:r>
            <a:endParaRPr/>
          </a:p>
          <a:p>
            <a:pPr indent="0" lvl="0" marL="0" marR="0" rtl="0" algn="l">
              <a:lnSpc>
                <a:spcPct val="116008"/>
              </a:lnSpc>
              <a:spcBef>
                <a:spcPts val="0"/>
              </a:spcBef>
              <a:spcAft>
                <a:spcPts val="0"/>
              </a:spcAft>
              <a:buNone/>
            </a:pPr>
            <a:r>
              <a:t/>
            </a:r>
            <a:endParaRPr sz="2305">
              <a:solidFill>
                <a:srgbClr val="000B5D"/>
              </a:solidFill>
              <a:latin typeface="Times New Roman"/>
              <a:ea typeface="Times New Roman"/>
              <a:cs typeface="Times New Roman"/>
              <a:sym typeface="Times New Roman"/>
            </a:endParaRPr>
          </a:p>
        </p:txBody>
      </p:sp>
      <p:sp>
        <p:nvSpPr>
          <p:cNvPr id="566" name="Google Shape;566;p19"/>
          <p:cNvSpPr txBox="1"/>
          <p:nvPr/>
        </p:nvSpPr>
        <p:spPr>
          <a:xfrm>
            <a:off x="2051502" y="424108"/>
            <a:ext cx="15156724" cy="636008"/>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TRANG QUẢN TRỊ </a:t>
            </a:r>
            <a:endParaRPr/>
          </a:p>
        </p:txBody>
      </p:sp>
      <p:pic>
        <p:nvPicPr>
          <p:cNvPr id="567" name="Google Shape;567;p19"/>
          <p:cNvPicPr preferRelativeResize="0"/>
          <p:nvPr/>
        </p:nvPicPr>
        <p:blipFill rotWithShape="1">
          <a:blip r:embed="rId7">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571" name="Shape 571"/>
        <p:cNvGrpSpPr/>
        <p:nvPr/>
      </p:nvGrpSpPr>
      <p:grpSpPr>
        <a:xfrm>
          <a:off x="0" y="0"/>
          <a:ext cx="0" cy="0"/>
          <a:chOff x="0" y="0"/>
          <a:chExt cx="0" cy="0"/>
        </a:xfrm>
      </p:grpSpPr>
      <p:sp>
        <p:nvSpPr>
          <p:cNvPr id="572" name="Google Shape;572;p20"/>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sp>
        <p:nvSpPr>
          <p:cNvPr id="573" name="Google Shape;573;p20"/>
          <p:cNvSpPr/>
          <p:nvPr/>
        </p:nvSpPr>
        <p:spPr>
          <a:xfrm>
            <a:off x="-785484" y="7446407"/>
            <a:ext cx="3628368" cy="3623787"/>
          </a:xfrm>
          <a:custGeom>
            <a:rect b="b" l="l" r="r" t="t"/>
            <a:pathLst>
              <a:path extrusionOk="0" h="3623787" w="3628368">
                <a:moveTo>
                  <a:pt x="0" y="0"/>
                </a:moveTo>
                <a:lnTo>
                  <a:pt x="3628368" y="0"/>
                </a:lnTo>
                <a:lnTo>
                  <a:pt x="3628368" y="3623786"/>
                </a:lnTo>
                <a:lnTo>
                  <a:pt x="0" y="3623786"/>
                </a:lnTo>
                <a:lnTo>
                  <a:pt x="0" y="0"/>
                </a:lnTo>
                <a:close/>
              </a:path>
            </a:pathLst>
          </a:custGeom>
          <a:blipFill rotWithShape="1">
            <a:blip r:embed="rId4">
              <a:alphaModFix/>
            </a:blip>
            <a:stretch>
              <a:fillRect b="0" l="0" r="0" t="0"/>
            </a:stretch>
          </a:blipFill>
          <a:ln>
            <a:noFill/>
          </a:ln>
        </p:spPr>
      </p:sp>
      <p:grpSp>
        <p:nvGrpSpPr>
          <p:cNvPr id="574" name="Google Shape;574;p20"/>
          <p:cNvGrpSpPr/>
          <p:nvPr/>
        </p:nvGrpSpPr>
        <p:grpSpPr>
          <a:xfrm>
            <a:off x="176070" y="3107047"/>
            <a:ext cx="10455234" cy="5996996"/>
            <a:chOff x="0" y="0"/>
            <a:chExt cx="7981950" cy="4578350"/>
          </a:xfrm>
        </p:grpSpPr>
        <p:sp>
          <p:nvSpPr>
            <p:cNvPr id="575" name="Google Shape;575;p20"/>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0"/>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0"/>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0"/>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0"/>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5">
                <a:alphaModFix/>
              </a:blip>
              <a:stretch>
                <a:fillRect b="-20078" l="0" r="-66077" t="0"/>
              </a:stretch>
            </a:blipFill>
            <a:ln>
              <a:noFill/>
            </a:ln>
          </p:spPr>
        </p:sp>
      </p:grpSp>
      <p:grpSp>
        <p:nvGrpSpPr>
          <p:cNvPr id="580" name="Google Shape;580;p20"/>
          <p:cNvGrpSpPr/>
          <p:nvPr/>
        </p:nvGrpSpPr>
        <p:grpSpPr>
          <a:xfrm>
            <a:off x="-2175299" y="-1867766"/>
            <a:ext cx="3735531" cy="3735531"/>
            <a:chOff x="0" y="0"/>
            <a:chExt cx="812800" cy="812800"/>
          </a:xfrm>
        </p:grpSpPr>
        <p:sp>
          <p:nvSpPr>
            <p:cNvPr id="581" name="Google Shape;581;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583" name="Google Shape;583;p20"/>
          <p:cNvSpPr/>
          <p:nvPr/>
        </p:nvSpPr>
        <p:spPr>
          <a:xfrm flipH="1">
            <a:off x="11455059" y="4400420"/>
            <a:ext cx="9587601" cy="4087525"/>
          </a:xfrm>
          <a:custGeom>
            <a:rect b="b" l="l" r="r" t="t"/>
            <a:pathLst>
              <a:path extrusionOk="0" h="4087525" w="9587601">
                <a:moveTo>
                  <a:pt x="9587601" y="0"/>
                </a:moveTo>
                <a:lnTo>
                  <a:pt x="0" y="0"/>
                </a:lnTo>
                <a:lnTo>
                  <a:pt x="0" y="4087525"/>
                </a:lnTo>
                <a:lnTo>
                  <a:pt x="9587601" y="4087525"/>
                </a:lnTo>
                <a:lnTo>
                  <a:pt x="9587601" y="0"/>
                </a:lnTo>
                <a:close/>
              </a:path>
            </a:pathLst>
          </a:custGeom>
          <a:blipFill rotWithShape="1">
            <a:blip r:embed="rId6">
              <a:alphaModFix amt="93000"/>
            </a:blip>
            <a:stretch>
              <a:fillRect b="0" l="0" r="0" t="0"/>
            </a:stretch>
          </a:blipFill>
          <a:ln>
            <a:noFill/>
          </a:ln>
        </p:spPr>
      </p:sp>
      <p:grpSp>
        <p:nvGrpSpPr>
          <p:cNvPr id="584" name="Google Shape;584;p20"/>
          <p:cNvGrpSpPr/>
          <p:nvPr/>
        </p:nvGrpSpPr>
        <p:grpSpPr>
          <a:xfrm>
            <a:off x="11796334" y="4551508"/>
            <a:ext cx="779851" cy="779851"/>
            <a:chOff x="0" y="0"/>
            <a:chExt cx="812800" cy="812800"/>
          </a:xfrm>
        </p:grpSpPr>
        <p:sp>
          <p:nvSpPr>
            <p:cNvPr id="585" name="Google Shape;585;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FE5FF"/>
                </a:gs>
                <a:gs pos="100000">
                  <a:srgbClr val="6F6296">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0"/>
            <p:cNvSpPr txBox="1"/>
            <p:nvPr/>
          </p:nvSpPr>
          <p:spPr>
            <a:xfrm>
              <a:off x="76200" y="57150"/>
              <a:ext cx="660400" cy="679450"/>
            </a:xfrm>
            <a:prstGeom prst="rect">
              <a:avLst/>
            </a:prstGeom>
            <a:noFill/>
            <a:ln>
              <a:noFill/>
            </a:ln>
          </p:spPr>
          <p:txBody>
            <a:bodyPr anchorCtr="0" anchor="ctr" bIns="59425" lIns="59425" spcFirstLastPara="1" rIns="59425" wrap="square" tIns="59425">
              <a:noAutofit/>
            </a:bodyPr>
            <a:lstStyle/>
            <a:p>
              <a:pPr indent="0" lvl="0" marL="0" marR="0" rtl="0" algn="ctr">
                <a:lnSpc>
                  <a:spcPct val="154666"/>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587" name="Google Shape;587;p20"/>
          <p:cNvSpPr txBox="1"/>
          <p:nvPr/>
        </p:nvSpPr>
        <p:spPr>
          <a:xfrm>
            <a:off x="12186259" y="4908636"/>
            <a:ext cx="5635192" cy="397545"/>
          </a:xfrm>
          <a:prstGeom prst="rect">
            <a:avLst/>
          </a:prstGeom>
          <a:noFill/>
          <a:ln>
            <a:noFill/>
          </a:ln>
        </p:spPr>
        <p:txBody>
          <a:bodyPr anchorCtr="0" anchor="t" bIns="0" lIns="0" spcFirstLastPara="1" rIns="0" wrap="square" tIns="0">
            <a:spAutoFit/>
          </a:bodyPr>
          <a:lstStyle/>
          <a:p>
            <a:pPr indent="0" lvl="0" marL="0" marR="0" rtl="0" algn="l">
              <a:lnSpc>
                <a:spcPct val="116022"/>
              </a:lnSpc>
              <a:spcBef>
                <a:spcPts val="0"/>
              </a:spcBef>
              <a:spcAft>
                <a:spcPts val="0"/>
              </a:spcAft>
              <a:buNone/>
            </a:pPr>
            <a:r>
              <a:rPr b="1" lang="en-US" sz="2690">
                <a:solidFill>
                  <a:srgbClr val="000B5D"/>
                </a:solidFill>
                <a:latin typeface="Times New Roman"/>
                <a:ea typeface="Times New Roman"/>
                <a:cs typeface="Times New Roman"/>
                <a:sym typeface="Times New Roman"/>
              </a:rPr>
              <a:t>Quản lý thiết bị </a:t>
            </a:r>
            <a:endParaRPr/>
          </a:p>
        </p:txBody>
      </p:sp>
      <p:sp>
        <p:nvSpPr>
          <p:cNvPr id="588" name="Google Shape;588;p20"/>
          <p:cNvSpPr txBox="1"/>
          <p:nvPr/>
        </p:nvSpPr>
        <p:spPr>
          <a:xfrm>
            <a:off x="12186259" y="5599626"/>
            <a:ext cx="5470257" cy="1384995"/>
          </a:xfrm>
          <a:prstGeom prst="rect">
            <a:avLst/>
          </a:prstGeom>
          <a:noFill/>
          <a:ln>
            <a:noFill/>
          </a:ln>
        </p:spPr>
        <p:txBody>
          <a:bodyPr anchorCtr="0" anchor="t" bIns="0" lIns="0" spcFirstLastPara="1" rIns="0" wrap="square" tIns="0">
            <a:spAutoFit/>
          </a:bodyPr>
          <a:lstStyle/>
          <a:p>
            <a:pPr indent="0" lvl="0" marL="0" marR="0" rtl="0" algn="l">
              <a:lnSpc>
                <a:spcPct val="116008"/>
              </a:lnSpc>
              <a:spcBef>
                <a:spcPts val="0"/>
              </a:spcBef>
              <a:spcAft>
                <a:spcPts val="0"/>
              </a:spcAft>
              <a:buNone/>
            </a:pPr>
            <a:r>
              <a:rPr lang="en-US" sz="2305">
                <a:solidFill>
                  <a:srgbClr val="000B5D"/>
                </a:solidFill>
                <a:latin typeface="Times New Roman"/>
                <a:ea typeface="Times New Roman"/>
                <a:cs typeface="Times New Roman"/>
                <a:sym typeface="Times New Roman"/>
              </a:rPr>
              <a:t>Cho phép người dùng tìm kiếm thông tin thiết bị đã đăng ký, thêm thiết bị mới, xóa thiết bị và cập nhật đầu đọc thẻ thông minh – M6.</a:t>
            </a:r>
            <a:endParaRPr/>
          </a:p>
          <a:p>
            <a:pPr indent="0" lvl="0" marL="0" marR="0" rtl="0" algn="l">
              <a:lnSpc>
                <a:spcPct val="116008"/>
              </a:lnSpc>
              <a:spcBef>
                <a:spcPts val="0"/>
              </a:spcBef>
              <a:spcAft>
                <a:spcPts val="0"/>
              </a:spcAft>
              <a:buNone/>
            </a:pPr>
            <a:r>
              <a:t/>
            </a:r>
            <a:endParaRPr b="1" sz="2305">
              <a:solidFill>
                <a:srgbClr val="000B5D"/>
              </a:solidFill>
              <a:latin typeface="Times New Roman"/>
              <a:ea typeface="Times New Roman"/>
              <a:cs typeface="Times New Roman"/>
              <a:sym typeface="Times New Roman"/>
            </a:endParaRPr>
          </a:p>
        </p:txBody>
      </p:sp>
      <p:sp>
        <p:nvSpPr>
          <p:cNvPr id="589" name="Google Shape;589;p20"/>
          <p:cNvSpPr txBox="1"/>
          <p:nvPr/>
        </p:nvSpPr>
        <p:spPr>
          <a:xfrm>
            <a:off x="2051502" y="443495"/>
            <a:ext cx="15156724" cy="636008"/>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TRANG QUẢN TRỊ </a:t>
            </a:r>
            <a:endParaRPr/>
          </a:p>
        </p:txBody>
      </p:sp>
      <p:pic>
        <p:nvPicPr>
          <p:cNvPr id="590" name="Google Shape;590;p20"/>
          <p:cNvPicPr preferRelativeResize="0"/>
          <p:nvPr/>
        </p:nvPicPr>
        <p:blipFill rotWithShape="1">
          <a:blip r:embed="rId7">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595" name="Shape 595"/>
        <p:cNvGrpSpPr/>
        <p:nvPr/>
      </p:nvGrpSpPr>
      <p:grpSpPr>
        <a:xfrm>
          <a:off x="0" y="0"/>
          <a:ext cx="0" cy="0"/>
          <a:chOff x="0" y="0"/>
          <a:chExt cx="0" cy="0"/>
        </a:xfrm>
      </p:grpSpPr>
      <p:sp>
        <p:nvSpPr>
          <p:cNvPr id="596" name="Google Shape;596;p21"/>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sp>
        <p:nvSpPr>
          <p:cNvPr id="597" name="Google Shape;597;p21"/>
          <p:cNvSpPr/>
          <p:nvPr/>
        </p:nvSpPr>
        <p:spPr>
          <a:xfrm>
            <a:off x="-785484" y="7446407"/>
            <a:ext cx="3628368" cy="3623787"/>
          </a:xfrm>
          <a:custGeom>
            <a:rect b="b" l="l" r="r" t="t"/>
            <a:pathLst>
              <a:path extrusionOk="0" h="3623787" w="3628368">
                <a:moveTo>
                  <a:pt x="0" y="0"/>
                </a:moveTo>
                <a:lnTo>
                  <a:pt x="3628368" y="0"/>
                </a:lnTo>
                <a:lnTo>
                  <a:pt x="3628368" y="3623786"/>
                </a:lnTo>
                <a:lnTo>
                  <a:pt x="0" y="3623786"/>
                </a:lnTo>
                <a:lnTo>
                  <a:pt x="0" y="0"/>
                </a:lnTo>
                <a:close/>
              </a:path>
            </a:pathLst>
          </a:custGeom>
          <a:blipFill rotWithShape="1">
            <a:blip r:embed="rId4">
              <a:alphaModFix/>
            </a:blip>
            <a:stretch>
              <a:fillRect b="0" l="0" r="0" t="0"/>
            </a:stretch>
          </a:blipFill>
          <a:ln>
            <a:noFill/>
          </a:ln>
        </p:spPr>
      </p:sp>
      <p:grpSp>
        <p:nvGrpSpPr>
          <p:cNvPr id="598" name="Google Shape;598;p21"/>
          <p:cNvGrpSpPr/>
          <p:nvPr/>
        </p:nvGrpSpPr>
        <p:grpSpPr>
          <a:xfrm>
            <a:off x="176070" y="3107047"/>
            <a:ext cx="10455234" cy="5996996"/>
            <a:chOff x="0" y="0"/>
            <a:chExt cx="7981950" cy="4578350"/>
          </a:xfrm>
        </p:grpSpPr>
        <p:sp>
          <p:nvSpPr>
            <p:cNvPr id="599" name="Google Shape;599;p21"/>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1"/>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1"/>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1"/>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1"/>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5">
                <a:alphaModFix/>
              </a:blip>
              <a:stretch>
                <a:fillRect b="-25477" l="0" r="-74505" t="0"/>
              </a:stretch>
            </a:blipFill>
            <a:ln>
              <a:noFill/>
            </a:ln>
          </p:spPr>
        </p:sp>
      </p:grpSp>
      <p:grpSp>
        <p:nvGrpSpPr>
          <p:cNvPr id="604" name="Google Shape;604;p21"/>
          <p:cNvGrpSpPr/>
          <p:nvPr/>
        </p:nvGrpSpPr>
        <p:grpSpPr>
          <a:xfrm>
            <a:off x="-2175299" y="-1867766"/>
            <a:ext cx="3735531" cy="3735531"/>
            <a:chOff x="0" y="0"/>
            <a:chExt cx="812800" cy="812800"/>
          </a:xfrm>
        </p:grpSpPr>
        <p:sp>
          <p:nvSpPr>
            <p:cNvPr id="605" name="Google Shape;605;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607" name="Google Shape;607;p21"/>
          <p:cNvSpPr/>
          <p:nvPr/>
        </p:nvSpPr>
        <p:spPr>
          <a:xfrm flipH="1">
            <a:off x="11455059" y="4400420"/>
            <a:ext cx="9587601" cy="4087525"/>
          </a:xfrm>
          <a:custGeom>
            <a:rect b="b" l="l" r="r" t="t"/>
            <a:pathLst>
              <a:path extrusionOk="0" h="4087525" w="9587601">
                <a:moveTo>
                  <a:pt x="9587601" y="0"/>
                </a:moveTo>
                <a:lnTo>
                  <a:pt x="0" y="0"/>
                </a:lnTo>
                <a:lnTo>
                  <a:pt x="0" y="4087525"/>
                </a:lnTo>
                <a:lnTo>
                  <a:pt x="9587601" y="4087525"/>
                </a:lnTo>
                <a:lnTo>
                  <a:pt x="9587601" y="0"/>
                </a:lnTo>
                <a:close/>
              </a:path>
            </a:pathLst>
          </a:custGeom>
          <a:blipFill rotWithShape="1">
            <a:blip r:embed="rId6">
              <a:alphaModFix amt="93000"/>
            </a:blip>
            <a:stretch>
              <a:fillRect b="0" l="0" r="0" t="0"/>
            </a:stretch>
          </a:blipFill>
          <a:ln>
            <a:noFill/>
          </a:ln>
        </p:spPr>
      </p:sp>
      <p:grpSp>
        <p:nvGrpSpPr>
          <p:cNvPr id="608" name="Google Shape;608;p21"/>
          <p:cNvGrpSpPr/>
          <p:nvPr/>
        </p:nvGrpSpPr>
        <p:grpSpPr>
          <a:xfrm>
            <a:off x="11796334" y="4551508"/>
            <a:ext cx="779851" cy="779851"/>
            <a:chOff x="0" y="0"/>
            <a:chExt cx="812800" cy="812800"/>
          </a:xfrm>
        </p:grpSpPr>
        <p:sp>
          <p:nvSpPr>
            <p:cNvPr id="609" name="Google Shape;609;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FE5FF"/>
                </a:gs>
                <a:gs pos="100000">
                  <a:srgbClr val="6F6296">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1"/>
            <p:cNvSpPr txBox="1"/>
            <p:nvPr/>
          </p:nvSpPr>
          <p:spPr>
            <a:xfrm>
              <a:off x="76200" y="57150"/>
              <a:ext cx="660400" cy="679450"/>
            </a:xfrm>
            <a:prstGeom prst="rect">
              <a:avLst/>
            </a:prstGeom>
            <a:noFill/>
            <a:ln>
              <a:noFill/>
            </a:ln>
          </p:spPr>
          <p:txBody>
            <a:bodyPr anchorCtr="0" anchor="ctr" bIns="59425" lIns="59425" spcFirstLastPara="1" rIns="59425" wrap="square" tIns="59425">
              <a:noAutofit/>
            </a:bodyPr>
            <a:lstStyle/>
            <a:p>
              <a:pPr indent="0" lvl="0" marL="0" marR="0" rtl="0" algn="ctr">
                <a:lnSpc>
                  <a:spcPct val="154666"/>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611" name="Google Shape;611;p21"/>
          <p:cNvSpPr txBox="1"/>
          <p:nvPr/>
        </p:nvSpPr>
        <p:spPr>
          <a:xfrm>
            <a:off x="12186259" y="4908636"/>
            <a:ext cx="5635192" cy="397545"/>
          </a:xfrm>
          <a:prstGeom prst="rect">
            <a:avLst/>
          </a:prstGeom>
          <a:noFill/>
          <a:ln>
            <a:noFill/>
          </a:ln>
        </p:spPr>
        <p:txBody>
          <a:bodyPr anchorCtr="0" anchor="t" bIns="0" lIns="0" spcFirstLastPara="1" rIns="0" wrap="square" tIns="0">
            <a:spAutoFit/>
          </a:bodyPr>
          <a:lstStyle/>
          <a:p>
            <a:pPr indent="0" lvl="0" marL="0" marR="0" rtl="0" algn="l">
              <a:lnSpc>
                <a:spcPct val="116022"/>
              </a:lnSpc>
              <a:spcBef>
                <a:spcPts val="0"/>
              </a:spcBef>
              <a:spcAft>
                <a:spcPts val="0"/>
              </a:spcAft>
              <a:buNone/>
            </a:pPr>
            <a:r>
              <a:rPr b="1" lang="en-US" sz="2690">
                <a:solidFill>
                  <a:srgbClr val="000B5D"/>
                </a:solidFill>
                <a:latin typeface="Times New Roman"/>
                <a:ea typeface="Times New Roman"/>
                <a:cs typeface="Times New Roman"/>
                <a:sym typeface="Times New Roman"/>
              </a:rPr>
              <a:t>Báo cáo</a:t>
            </a:r>
            <a:endParaRPr/>
          </a:p>
        </p:txBody>
      </p:sp>
      <p:sp>
        <p:nvSpPr>
          <p:cNvPr id="612" name="Google Shape;612;p21"/>
          <p:cNvSpPr txBox="1"/>
          <p:nvPr/>
        </p:nvSpPr>
        <p:spPr>
          <a:xfrm>
            <a:off x="12186259" y="5599626"/>
            <a:ext cx="5470257" cy="1384995"/>
          </a:xfrm>
          <a:prstGeom prst="rect">
            <a:avLst/>
          </a:prstGeom>
          <a:noFill/>
          <a:ln>
            <a:noFill/>
          </a:ln>
        </p:spPr>
        <p:txBody>
          <a:bodyPr anchorCtr="0" anchor="t" bIns="0" lIns="0" spcFirstLastPara="1" rIns="0" wrap="square" tIns="0">
            <a:spAutoFit/>
          </a:bodyPr>
          <a:lstStyle/>
          <a:p>
            <a:pPr indent="0" lvl="0" marL="0" marR="0" rtl="0" algn="l">
              <a:lnSpc>
                <a:spcPct val="116008"/>
              </a:lnSpc>
              <a:spcBef>
                <a:spcPts val="0"/>
              </a:spcBef>
              <a:spcAft>
                <a:spcPts val="0"/>
              </a:spcAft>
              <a:buNone/>
            </a:pPr>
            <a:r>
              <a:rPr lang="en-US" sz="2305">
                <a:solidFill>
                  <a:srgbClr val="000B5D"/>
                </a:solidFill>
                <a:latin typeface="Times New Roman"/>
                <a:ea typeface="Times New Roman"/>
                <a:cs typeface="Times New Roman"/>
                <a:sym typeface="Times New Roman"/>
              </a:rPr>
              <a:t>Cho phép người dùng tìm kiếm, xem và truy xuất báo cáo lịch sử truy cập theo thời gian và xuất file Excel.</a:t>
            </a:r>
            <a:endParaRPr/>
          </a:p>
          <a:p>
            <a:pPr indent="0" lvl="0" marL="0" marR="0" rtl="0" algn="l">
              <a:lnSpc>
                <a:spcPct val="116008"/>
              </a:lnSpc>
              <a:spcBef>
                <a:spcPts val="0"/>
              </a:spcBef>
              <a:spcAft>
                <a:spcPts val="0"/>
              </a:spcAft>
              <a:buNone/>
            </a:pPr>
            <a:r>
              <a:t/>
            </a:r>
            <a:endParaRPr b="1" sz="2305">
              <a:solidFill>
                <a:srgbClr val="000B5D"/>
              </a:solidFill>
              <a:latin typeface="Times New Roman"/>
              <a:ea typeface="Times New Roman"/>
              <a:cs typeface="Times New Roman"/>
              <a:sym typeface="Times New Roman"/>
            </a:endParaRPr>
          </a:p>
        </p:txBody>
      </p:sp>
      <p:grpSp>
        <p:nvGrpSpPr>
          <p:cNvPr id="613" name="Google Shape;613;p21"/>
          <p:cNvGrpSpPr/>
          <p:nvPr/>
        </p:nvGrpSpPr>
        <p:grpSpPr>
          <a:xfrm>
            <a:off x="10230366" y="8195705"/>
            <a:ext cx="8057634" cy="8057634"/>
            <a:chOff x="0" y="0"/>
            <a:chExt cx="812800" cy="812800"/>
          </a:xfrm>
        </p:grpSpPr>
        <p:sp>
          <p:nvSpPr>
            <p:cNvPr id="614" name="Google Shape;61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616" name="Google Shape;616;p21"/>
          <p:cNvSpPr txBox="1"/>
          <p:nvPr/>
        </p:nvSpPr>
        <p:spPr>
          <a:xfrm>
            <a:off x="2051502" y="438924"/>
            <a:ext cx="15156724" cy="636008"/>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TRANG QUẢN TRỊ </a:t>
            </a:r>
            <a:endParaRPr/>
          </a:p>
        </p:txBody>
      </p:sp>
      <p:pic>
        <p:nvPicPr>
          <p:cNvPr id="617" name="Google Shape;617;p21"/>
          <p:cNvPicPr preferRelativeResize="0"/>
          <p:nvPr/>
        </p:nvPicPr>
        <p:blipFill rotWithShape="1">
          <a:blip r:embed="rId7">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621" name="Shape 621"/>
        <p:cNvGrpSpPr/>
        <p:nvPr/>
      </p:nvGrpSpPr>
      <p:grpSpPr>
        <a:xfrm>
          <a:off x="0" y="0"/>
          <a:ext cx="0" cy="0"/>
          <a:chOff x="0" y="0"/>
          <a:chExt cx="0" cy="0"/>
        </a:xfrm>
      </p:grpSpPr>
      <p:sp>
        <p:nvSpPr>
          <p:cNvPr id="622" name="Google Shape;622;p22"/>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grpSp>
        <p:nvGrpSpPr>
          <p:cNvPr id="623" name="Google Shape;623;p22"/>
          <p:cNvGrpSpPr/>
          <p:nvPr/>
        </p:nvGrpSpPr>
        <p:grpSpPr>
          <a:xfrm>
            <a:off x="-61584" y="2481200"/>
            <a:ext cx="2616979" cy="2497807"/>
            <a:chOff x="-366471" y="-11891"/>
            <a:chExt cx="15572971" cy="14863810"/>
          </a:xfrm>
        </p:grpSpPr>
        <p:sp>
          <p:nvSpPr>
            <p:cNvPr id="624" name="Google Shape;624;p22"/>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004B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2"/>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4B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2"/>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4">
                <a:alphaModFix/>
              </a:blip>
              <a:stretch>
                <a:fillRect b="0" l="-11959" r="-11959"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 name="Google Shape;627;p22"/>
          <p:cNvGrpSpPr/>
          <p:nvPr/>
        </p:nvGrpSpPr>
        <p:grpSpPr>
          <a:xfrm>
            <a:off x="2630493" y="2408856"/>
            <a:ext cx="4529382" cy="632575"/>
            <a:chOff x="0" y="-57150"/>
            <a:chExt cx="3481912" cy="486286"/>
          </a:xfrm>
        </p:grpSpPr>
        <p:sp>
          <p:nvSpPr>
            <p:cNvPr id="628" name="Google Shape;628;p22"/>
            <p:cNvSpPr/>
            <p:nvPr/>
          </p:nvSpPr>
          <p:spPr>
            <a:xfrm>
              <a:off x="0" y="0"/>
              <a:ext cx="3481911" cy="429136"/>
            </a:xfrm>
            <a:custGeom>
              <a:rect b="b" l="l" r="r" t="t"/>
              <a:pathLst>
                <a:path extrusionOk="0" h="429136" w="3481911">
                  <a:moveTo>
                    <a:pt x="3278711" y="0"/>
                  </a:moveTo>
                  <a:cubicBezTo>
                    <a:pt x="3390936" y="0"/>
                    <a:pt x="3481911" y="96065"/>
                    <a:pt x="3481911" y="214568"/>
                  </a:cubicBezTo>
                  <a:cubicBezTo>
                    <a:pt x="3481911" y="333070"/>
                    <a:pt x="3390936" y="429136"/>
                    <a:pt x="3278711" y="429136"/>
                  </a:cubicBezTo>
                  <a:lnTo>
                    <a:pt x="203200" y="429136"/>
                  </a:lnTo>
                  <a:cubicBezTo>
                    <a:pt x="90976" y="429136"/>
                    <a:pt x="0" y="333070"/>
                    <a:pt x="0" y="214568"/>
                  </a:cubicBezTo>
                  <a:cubicBezTo>
                    <a:pt x="0" y="96065"/>
                    <a:pt x="90976" y="0"/>
                    <a:pt x="203200" y="0"/>
                  </a:cubicBezTo>
                  <a:close/>
                </a:path>
              </a:pathLst>
            </a:custGeom>
            <a:solidFill>
              <a:srgbClr val="004B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2"/>
            <p:cNvSpPr txBox="1"/>
            <p:nvPr/>
          </p:nvSpPr>
          <p:spPr>
            <a:xfrm>
              <a:off x="0" y="-57150"/>
              <a:ext cx="3481912" cy="486286"/>
            </a:xfrm>
            <a:prstGeom prst="rect">
              <a:avLst/>
            </a:prstGeom>
            <a:noFill/>
            <a:ln>
              <a:noFill/>
            </a:ln>
          </p:spPr>
          <p:txBody>
            <a:bodyPr anchorCtr="0" anchor="ctr" bIns="42025" lIns="42025" spcFirstLastPara="1" rIns="42025" wrap="square" tIns="42025">
              <a:noAutofit/>
            </a:bodyPr>
            <a:lstStyle/>
            <a:p>
              <a:pPr indent="0" lvl="0" marL="0" marR="0" rtl="0" algn="l">
                <a:lnSpc>
                  <a:spcPct val="140020"/>
                </a:lnSpc>
                <a:spcBef>
                  <a:spcPts val="0"/>
                </a:spcBef>
                <a:spcAft>
                  <a:spcPts val="0"/>
                </a:spcAft>
                <a:buNone/>
              </a:pPr>
              <a:r>
                <a:rPr b="1" lang="en-US" sz="1999">
                  <a:solidFill>
                    <a:srgbClr val="FFFFFF"/>
                  </a:solidFill>
                  <a:latin typeface="Times New Roman"/>
                  <a:ea typeface="Times New Roman"/>
                  <a:cs typeface="Times New Roman"/>
                  <a:sym typeface="Times New Roman"/>
                </a:rPr>
                <a:t>   1 - Lắp đặt thiết bị</a:t>
              </a:r>
              <a:endParaRPr/>
            </a:p>
          </p:txBody>
        </p:sp>
      </p:grpSp>
      <p:grpSp>
        <p:nvGrpSpPr>
          <p:cNvPr id="630" name="Google Shape;630;p22"/>
          <p:cNvGrpSpPr/>
          <p:nvPr/>
        </p:nvGrpSpPr>
        <p:grpSpPr>
          <a:xfrm>
            <a:off x="2630493" y="3044013"/>
            <a:ext cx="6185796" cy="1736833"/>
            <a:chOff x="0" y="-38100"/>
            <a:chExt cx="1968633" cy="552748"/>
          </a:xfrm>
        </p:grpSpPr>
        <p:sp>
          <p:nvSpPr>
            <p:cNvPr id="631" name="Google Shape;631;p22"/>
            <p:cNvSpPr/>
            <p:nvPr/>
          </p:nvSpPr>
          <p:spPr>
            <a:xfrm>
              <a:off x="0" y="0"/>
              <a:ext cx="1968633" cy="514648"/>
            </a:xfrm>
            <a:custGeom>
              <a:rect b="b" l="l" r="r" t="t"/>
              <a:pathLst>
                <a:path extrusionOk="0" h="514648" w="1968633">
                  <a:moveTo>
                    <a:pt x="63830" y="0"/>
                  </a:moveTo>
                  <a:lnTo>
                    <a:pt x="1904803" y="0"/>
                  </a:lnTo>
                  <a:cubicBezTo>
                    <a:pt x="1940055" y="0"/>
                    <a:pt x="1968633" y="28578"/>
                    <a:pt x="1968633" y="63830"/>
                  </a:cubicBezTo>
                  <a:lnTo>
                    <a:pt x="1968633" y="450818"/>
                  </a:lnTo>
                  <a:cubicBezTo>
                    <a:pt x="1968633" y="486071"/>
                    <a:pt x="1940055" y="514648"/>
                    <a:pt x="1904803" y="514648"/>
                  </a:cubicBezTo>
                  <a:lnTo>
                    <a:pt x="63830" y="514648"/>
                  </a:lnTo>
                  <a:cubicBezTo>
                    <a:pt x="46901" y="514648"/>
                    <a:pt x="30666" y="507923"/>
                    <a:pt x="18695" y="495953"/>
                  </a:cubicBezTo>
                  <a:cubicBezTo>
                    <a:pt x="6725" y="483982"/>
                    <a:pt x="0" y="467747"/>
                    <a:pt x="0" y="450818"/>
                  </a:cubicBezTo>
                  <a:lnTo>
                    <a:pt x="0" y="63830"/>
                  </a:lnTo>
                  <a:cubicBezTo>
                    <a:pt x="0" y="28578"/>
                    <a:pt x="28578" y="0"/>
                    <a:pt x="63830" y="0"/>
                  </a:cubicBezTo>
                  <a:close/>
                </a:path>
              </a:pathLst>
            </a:custGeom>
            <a:solidFill>
              <a:srgbClr val="E8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2"/>
            <p:cNvSpPr txBox="1"/>
            <p:nvPr/>
          </p:nvSpPr>
          <p:spPr>
            <a:xfrm>
              <a:off x="0" y="-38100"/>
              <a:ext cx="1968633" cy="552748"/>
            </a:xfrm>
            <a:prstGeom prst="rect">
              <a:avLst/>
            </a:prstGeom>
            <a:noFill/>
            <a:ln>
              <a:noFill/>
            </a:ln>
          </p:spPr>
          <p:txBody>
            <a:bodyPr anchorCtr="0" anchor="ctr" bIns="42025" lIns="42025" spcFirstLastPara="1" rIns="42025" wrap="square" tIns="42025">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633" name="Google Shape;633;p22"/>
          <p:cNvGrpSpPr/>
          <p:nvPr/>
        </p:nvGrpSpPr>
        <p:grpSpPr>
          <a:xfrm>
            <a:off x="56492" y="5789410"/>
            <a:ext cx="2685349" cy="2563064"/>
            <a:chOff x="-366471" y="-11891"/>
            <a:chExt cx="15572971" cy="14863810"/>
          </a:xfrm>
        </p:grpSpPr>
        <p:sp>
          <p:nvSpPr>
            <p:cNvPr id="634" name="Google Shape;634;p22"/>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2"/>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2"/>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5">
                <a:alphaModFix/>
              </a:blip>
              <a:stretch>
                <a:fillRect b="0" l="-8339" r="-8339"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 name="Google Shape;637;p22"/>
          <p:cNvGrpSpPr/>
          <p:nvPr/>
        </p:nvGrpSpPr>
        <p:grpSpPr>
          <a:xfrm>
            <a:off x="2815329" y="5717118"/>
            <a:ext cx="4529382" cy="985000"/>
            <a:chOff x="0" y="-57150"/>
            <a:chExt cx="3481912" cy="757209"/>
          </a:xfrm>
        </p:grpSpPr>
        <p:sp>
          <p:nvSpPr>
            <p:cNvPr id="638" name="Google Shape;638;p22"/>
            <p:cNvSpPr/>
            <p:nvPr/>
          </p:nvSpPr>
          <p:spPr>
            <a:xfrm>
              <a:off x="0" y="0"/>
              <a:ext cx="3481911" cy="700059"/>
            </a:xfrm>
            <a:custGeom>
              <a:rect b="b" l="l" r="r" t="t"/>
              <a:pathLst>
                <a:path extrusionOk="0" h="700059" w="3481911">
                  <a:moveTo>
                    <a:pt x="3278711" y="0"/>
                  </a:moveTo>
                  <a:cubicBezTo>
                    <a:pt x="3390936" y="0"/>
                    <a:pt x="3481911" y="156713"/>
                    <a:pt x="3481911" y="350029"/>
                  </a:cubicBezTo>
                  <a:cubicBezTo>
                    <a:pt x="3481911" y="543345"/>
                    <a:pt x="3390936" y="700059"/>
                    <a:pt x="3278711" y="700059"/>
                  </a:cubicBezTo>
                  <a:lnTo>
                    <a:pt x="203200" y="700059"/>
                  </a:lnTo>
                  <a:cubicBezTo>
                    <a:pt x="90976" y="700059"/>
                    <a:pt x="0" y="543345"/>
                    <a:pt x="0" y="350029"/>
                  </a:cubicBezTo>
                  <a:cubicBezTo>
                    <a:pt x="0" y="156713"/>
                    <a:pt x="90976" y="0"/>
                    <a:pt x="203200" y="0"/>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2"/>
            <p:cNvSpPr txBox="1"/>
            <p:nvPr/>
          </p:nvSpPr>
          <p:spPr>
            <a:xfrm>
              <a:off x="0" y="-57150"/>
              <a:ext cx="3481912" cy="757209"/>
            </a:xfrm>
            <a:prstGeom prst="rect">
              <a:avLst/>
            </a:prstGeom>
            <a:noFill/>
            <a:ln>
              <a:noFill/>
            </a:ln>
          </p:spPr>
          <p:txBody>
            <a:bodyPr anchorCtr="0" anchor="ctr" bIns="42025" lIns="42025" spcFirstLastPara="1" rIns="42025" wrap="square" tIns="42025">
              <a:noAutofit/>
            </a:bodyPr>
            <a:lstStyle/>
            <a:p>
              <a:pPr indent="0" lvl="0" marL="0" marR="0" rtl="0" algn="ctr">
                <a:lnSpc>
                  <a:spcPct val="140020"/>
                </a:lnSpc>
                <a:spcBef>
                  <a:spcPts val="0"/>
                </a:spcBef>
                <a:spcAft>
                  <a:spcPts val="0"/>
                </a:spcAft>
                <a:buNone/>
              </a:pPr>
              <a:r>
                <a:rPr b="1" lang="en-US" sz="1999">
                  <a:solidFill>
                    <a:srgbClr val="FFFFFF"/>
                  </a:solidFill>
                  <a:latin typeface="Times New Roman"/>
                  <a:ea typeface="Times New Roman"/>
                  <a:cs typeface="Times New Roman"/>
                  <a:sym typeface="Times New Roman"/>
                </a:rPr>
                <a:t>   2 - Đăng kí thiết bị vào từng cửa/ khu vực tương ứng</a:t>
              </a:r>
              <a:endParaRPr/>
            </a:p>
          </p:txBody>
        </p:sp>
      </p:grpSp>
      <p:grpSp>
        <p:nvGrpSpPr>
          <p:cNvPr id="640" name="Google Shape;640;p22"/>
          <p:cNvGrpSpPr/>
          <p:nvPr/>
        </p:nvGrpSpPr>
        <p:grpSpPr>
          <a:xfrm>
            <a:off x="2815329" y="6800197"/>
            <a:ext cx="6000959" cy="1736833"/>
            <a:chOff x="0" y="-38100"/>
            <a:chExt cx="1909809" cy="552748"/>
          </a:xfrm>
        </p:grpSpPr>
        <p:sp>
          <p:nvSpPr>
            <p:cNvPr id="641" name="Google Shape;641;p22"/>
            <p:cNvSpPr/>
            <p:nvPr/>
          </p:nvSpPr>
          <p:spPr>
            <a:xfrm>
              <a:off x="0" y="0"/>
              <a:ext cx="1909809" cy="514648"/>
            </a:xfrm>
            <a:custGeom>
              <a:rect b="b" l="l" r="r" t="t"/>
              <a:pathLst>
                <a:path extrusionOk="0" h="514648" w="1909809">
                  <a:moveTo>
                    <a:pt x="65796" y="0"/>
                  </a:moveTo>
                  <a:lnTo>
                    <a:pt x="1844013" y="0"/>
                  </a:lnTo>
                  <a:cubicBezTo>
                    <a:pt x="1880351" y="0"/>
                    <a:pt x="1909809" y="29458"/>
                    <a:pt x="1909809" y="65796"/>
                  </a:cubicBezTo>
                  <a:lnTo>
                    <a:pt x="1909809" y="448852"/>
                  </a:lnTo>
                  <a:cubicBezTo>
                    <a:pt x="1909809" y="466302"/>
                    <a:pt x="1902877" y="483038"/>
                    <a:pt x="1890538" y="495377"/>
                  </a:cubicBezTo>
                  <a:cubicBezTo>
                    <a:pt x="1878198" y="507716"/>
                    <a:pt x="1861463" y="514648"/>
                    <a:pt x="1844013" y="514648"/>
                  </a:cubicBezTo>
                  <a:lnTo>
                    <a:pt x="65796" y="514648"/>
                  </a:lnTo>
                  <a:cubicBezTo>
                    <a:pt x="48346" y="514648"/>
                    <a:pt x="31610" y="507716"/>
                    <a:pt x="19271" y="495377"/>
                  </a:cubicBezTo>
                  <a:cubicBezTo>
                    <a:pt x="6932" y="483038"/>
                    <a:pt x="0" y="466302"/>
                    <a:pt x="0" y="448852"/>
                  </a:cubicBezTo>
                  <a:lnTo>
                    <a:pt x="0" y="65796"/>
                  </a:lnTo>
                  <a:cubicBezTo>
                    <a:pt x="0" y="48346"/>
                    <a:pt x="6932" y="31610"/>
                    <a:pt x="19271" y="19271"/>
                  </a:cubicBezTo>
                  <a:cubicBezTo>
                    <a:pt x="31610" y="6932"/>
                    <a:pt x="48346" y="0"/>
                    <a:pt x="65796" y="0"/>
                  </a:cubicBezTo>
                  <a:close/>
                </a:path>
              </a:pathLst>
            </a:custGeom>
            <a:solidFill>
              <a:srgbClr val="E8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2"/>
            <p:cNvSpPr txBox="1"/>
            <p:nvPr/>
          </p:nvSpPr>
          <p:spPr>
            <a:xfrm>
              <a:off x="0" y="-38100"/>
              <a:ext cx="1909809" cy="552748"/>
            </a:xfrm>
            <a:prstGeom prst="rect">
              <a:avLst/>
            </a:prstGeom>
            <a:noFill/>
            <a:ln>
              <a:noFill/>
            </a:ln>
          </p:spPr>
          <p:txBody>
            <a:bodyPr anchorCtr="0" anchor="ctr" bIns="42025" lIns="42025" spcFirstLastPara="1" rIns="42025" wrap="square" tIns="42025">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643" name="Google Shape;643;p22"/>
          <p:cNvGrpSpPr/>
          <p:nvPr/>
        </p:nvGrpSpPr>
        <p:grpSpPr>
          <a:xfrm>
            <a:off x="8937773" y="2893917"/>
            <a:ext cx="2692108" cy="2569515"/>
            <a:chOff x="-366471" y="-11891"/>
            <a:chExt cx="15572971" cy="14863810"/>
          </a:xfrm>
        </p:grpSpPr>
        <p:sp>
          <p:nvSpPr>
            <p:cNvPr id="644" name="Google Shape;644;p22"/>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2"/>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2"/>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6">
                <a:alphaModFix/>
              </a:blip>
              <a:stretch>
                <a:fillRect b="0" l="-7948" r="-7948"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 name="Google Shape;647;p22"/>
          <p:cNvGrpSpPr/>
          <p:nvPr/>
        </p:nvGrpSpPr>
        <p:grpSpPr>
          <a:xfrm>
            <a:off x="11703211" y="3089388"/>
            <a:ext cx="4880535" cy="632575"/>
            <a:chOff x="0" y="-57150"/>
            <a:chExt cx="3751857" cy="486286"/>
          </a:xfrm>
        </p:grpSpPr>
        <p:sp>
          <p:nvSpPr>
            <p:cNvPr id="648" name="Google Shape;648;p22"/>
            <p:cNvSpPr/>
            <p:nvPr/>
          </p:nvSpPr>
          <p:spPr>
            <a:xfrm>
              <a:off x="0" y="0"/>
              <a:ext cx="3751857" cy="429136"/>
            </a:xfrm>
            <a:custGeom>
              <a:rect b="b" l="l" r="r" t="t"/>
              <a:pathLst>
                <a:path extrusionOk="0" h="429136" w="3751857">
                  <a:moveTo>
                    <a:pt x="3548657" y="0"/>
                  </a:moveTo>
                  <a:cubicBezTo>
                    <a:pt x="3660881" y="0"/>
                    <a:pt x="3751857" y="96065"/>
                    <a:pt x="3751857" y="214568"/>
                  </a:cubicBezTo>
                  <a:cubicBezTo>
                    <a:pt x="3751857" y="333070"/>
                    <a:pt x="3660881" y="429136"/>
                    <a:pt x="3548657" y="429136"/>
                  </a:cubicBezTo>
                  <a:lnTo>
                    <a:pt x="203200" y="429136"/>
                  </a:lnTo>
                  <a:cubicBezTo>
                    <a:pt x="90976" y="429136"/>
                    <a:pt x="0" y="333070"/>
                    <a:pt x="0" y="214568"/>
                  </a:cubicBezTo>
                  <a:cubicBezTo>
                    <a:pt x="0" y="96065"/>
                    <a:pt x="90976" y="0"/>
                    <a:pt x="203200" y="0"/>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2"/>
            <p:cNvSpPr txBox="1"/>
            <p:nvPr/>
          </p:nvSpPr>
          <p:spPr>
            <a:xfrm>
              <a:off x="0" y="-57150"/>
              <a:ext cx="3751856" cy="486286"/>
            </a:xfrm>
            <a:prstGeom prst="rect">
              <a:avLst/>
            </a:prstGeom>
            <a:noFill/>
            <a:ln>
              <a:noFill/>
            </a:ln>
          </p:spPr>
          <p:txBody>
            <a:bodyPr anchorCtr="0" anchor="ctr" bIns="42025" lIns="42025" spcFirstLastPara="1" rIns="42025" wrap="square" tIns="42025">
              <a:noAutofit/>
            </a:bodyPr>
            <a:lstStyle/>
            <a:p>
              <a:pPr indent="0" lvl="0" marL="0" marR="0" rtl="0" algn="ctr">
                <a:lnSpc>
                  <a:spcPct val="140020"/>
                </a:lnSpc>
                <a:spcBef>
                  <a:spcPts val="0"/>
                </a:spcBef>
                <a:spcAft>
                  <a:spcPts val="0"/>
                </a:spcAft>
                <a:buNone/>
              </a:pPr>
              <a:r>
                <a:rPr b="1" lang="en-US" sz="1999">
                  <a:solidFill>
                    <a:srgbClr val="FFFFFF"/>
                  </a:solidFill>
                  <a:latin typeface="Times New Roman"/>
                  <a:ea typeface="Times New Roman"/>
                  <a:cs typeface="Times New Roman"/>
                  <a:sym typeface="Times New Roman"/>
                </a:rPr>
                <a:t>   3 - Lên chính sách truy cập </a:t>
              </a:r>
              <a:endParaRPr/>
            </a:p>
          </p:txBody>
        </p:sp>
      </p:grpSp>
      <p:grpSp>
        <p:nvGrpSpPr>
          <p:cNvPr id="650" name="Google Shape;650;p22"/>
          <p:cNvGrpSpPr/>
          <p:nvPr/>
        </p:nvGrpSpPr>
        <p:grpSpPr>
          <a:xfrm>
            <a:off x="11703211" y="3724544"/>
            <a:ext cx="6185796" cy="1736833"/>
            <a:chOff x="0" y="-38100"/>
            <a:chExt cx="1968633" cy="552748"/>
          </a:xfrm>
        </p:grpSpPr>
        <p:sp>
          <p:nvSpPr>
            <p:cNvPr id="651" name="Google Shape;651;p22"/>
            <p:cNvSpPr/>
            <p:nvPr/>
          </p:nvSpPr>
          <p:spPr>
            <a:xfrm>
              <a:off x="0" y="0"/>
              <a:ext cx="1968633" cy="514648"/>
            </a:xfrm>
            <a:custGeom>
              <a:rect b="b" l="l" r="r" t="t"/>
              <a:pathLst>
                <a:path extrusionOk="0" h="514648" w="1968633">
                  <a:moveTo>
                    <a:pt x="63830" y="0"/>
                  </a:moveTo>
                  <a:lnTo>
                    <a:pt x="1904803" y="0"/>
                  </a:lnTo>
                  <a:cubicBezTo>
                    <a:pt x="1940055" y="0"/>
                    <a:pt x="1968633" y="28578"/>
                    <a:pt x="1968633" y="63830"/>
                  </a:cubicBezTo>
                  <a:lnTo>
                    <a:pt x="1968633" y="450818"/>
                  </a:lnTo>
                  <a:cubicBezTo>
                    <a:pt x="1968633" y="486071"/>
                    <a:pt x="1940055" y="514648"/>
                    <a:pt x="1904803" y="514648"/>
                  </a:cubicBezTo>
                  <a:lnTo>
                    <a:pt x="63830" y="514648"/>
                  </a:lnTo>
                  <a:cubicBezTo>
                    <a:pt x="46901" y="514648"/>
                    <a:pt x="30666" y="507923"/>
                    <a:pt x="18695" y="495953"/>
                  </a:cubicBezTo>
                  <a:cubicBezTo>
                    <a:pt x="6725" y="483982"/>
                    <a:pt x="0" y="467747"/>
                    <a:pt x="0" y="450818"/>
                  </a:cubicBezTo>
                  <a:lnTo>
                    <a:pt x="0" y="63830"/>
                  </a:lnTo>
                  <a:cubicBezTo>
                    <a:pt x="0" y="28578"/>
                    <a:pt x="28578" y="0"/>
                    <a:pt x="63830" y="0"/>
                  </a:cubicBezTo>
                  <a:close/>
                </a:path>
              </a:pathLst>
            </a:custGeom>
            <a:solidFill>
              <a:srgbClr val="E8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2"/>
            <p:cNvSpPr txBox="1"/>
            <p:nvPr/>
          </p:nvSpPr>
          <p:spPr>
            <a:xfrm>
              <a:off x="0" y="-38100"/>
              <a:ext cx="1968633" cy="552748"/>
            </a:xfrm>
            <a:prstGeom prst="rect">
              <a:avLst/>
            </a:prstGeom>
            <a:noFill/>
            <a:ln>
              <a:noFill/>
            </a:ln>
          </p:spPr>
          <p:txBody>
            <a:bodyPr anchorCtr="0" anchor="ctr" bIns="42025" lIns="42025" spcFirstLastPara="1" rIns="42025" wrap="square" tIns="42025">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653" name="Google Shape;653;p22"/>
          <p:cNvGrpSpPr/>
          <p:nvPr/>
        </p:nvGrpSpPr>
        <p:grpSpPr>
          <a:xfrm>
            <a:off x="8939851" y="6775051"/>
            <a:ext cx="2603809" cy="2485237"/>
            <a:chOff x="-366471" y="-11891"/>
            <a:chExt cx="15572971" cy="14863810"/>
          </a:xfrm>
        </p:grpSpPr>
        <p:sp>
          <p:nvSpPr>
            <p:cNvPr id="654" name="Google Shape;654;p22"/>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004B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2"/>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4B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2"/>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7">
                <a:alphaModFix/>
              </a:blip>
              <a:stretch>
                <a:fillRect b="-4127" l="222" r="222" t="-412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 name="Google Shape;657;p22"/>
          <p:cNvGrpSpPr/>
          <p:nvPr/>
        </p:nvGrpSpPr>
        <p:grpSpPr>
          <a:xfrm>
            <a:off x="11621491" y="6831643"/>
            <a:ext cx="4962254" cy="652112"/>
            <a:chOff x="0" y="-66675"/>
            <a:chExt cx="3748221" cy="492570"/>
          </a:xfrm>
        </p:grpSpPr>
        <p:sp>
          <p:nvSpPr>
            <p:cNvPr id="658" name="Google Shape;658;p22"/>
            <p:cNvSpPr/>
            <p:nvPr/>
          </p:nvSpPr>
          <p:spPr>
            <a:xfrm>
              <a:off x="0" y="0"/>
              <a:ext cx="3748220" cy="425895"/>
            </a:xfrm>
            <a:custGeom>
              <a:rect b="b" l="l" r="r" t="t"/>
              <a:pathLst>
                <a:path extrusionOk="0" h="425895" w="3748220">
                  <a:moveTo>
                    <a:pt x="3545020" y="0"/>
                  </a:moveTo>
                  <a:cubicBezTo>
                    <a:pt x="3657245" y="0"/>
                    <a:pt x="3748220" y="95340"/>
                    <a:pt x="3748220" y="212948"/>
                  </a:cubicBezTo>
                  <a:cubicBezTo>
                    <a:pt x="3748220" y="330556"/>
                    <a:pt x="3657245" y="425895"/>
                    <a:pt x="3545020" y="425895"/>
                  </a:cubicBezTo>
                  <a:lnTo>
                    <a:pt x="203200" y="425895"/>
                  </a:lnTo>
                  <a:cubicBezTo>
                    <a:pt x="90976" y="425895"/>
                    <a:pt x="0" y="330556"/>
                    <a:pt x="0" y="212948"/>
                  </a:cubicBezTo>
                  <a:cubicBezTo>
                    <a:pt x="0" y="95340"/>
                    <a:pt x="90976" y="0"/>
                    <a:pt x="203200" y="0"/>
                  </a:cubicBezTo>
                  <a:close/>
                </a:path>
              </a:pathLst>
            </a:custGeom>
            <a:solidFill>
              <a:srgbClr val="004B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2"/>
            <p:cNvSpPr txBox="1"/>
            <p:nvPr/>
          </p:nvSpPr>
          <p:spPr>
            <a:xfrm>
              <a:off x="0" y="-66675"/>
              <a:ext cx="3748221" cy="492570"/>
            </a:xfrm>
            <a:prstGeom prst="rect">
              <a:avLst/>
            </a:prstGeom>
            <a:noFill/>
            <a:ln>
              <a:noFill/>
            </a:ln>
          </p:spPr>
          <p:txBody>
            <a:bodyPr anchorCtr="0" anchor="ctr" bIns="43625" lIns="43625" spcFirstLastPara="1" rIns="43625" wrap="square" tIns="43625">
              <a:noAutofit/>
            </a:bodyPr>
            <a:lstStyle/>
            <a:p>
              <a:pPr indent="0" lvl="0" marL="0" marR="0" rtl="0" algn="ctr">
                <a:lnSpc>
                  <a:spcPct val="140000"/>
                </a:lnSpc>
                <a:spcBef>
                  <a:spcPts val="0"/>
                </a:spcBef>
                <a:spcAft>
                  <a:spcPts val="0"/>
                </a:spcAft>
                <a:buNone/>
              </a:pPr>
              <a:r>
                <a:rPr b="1" lang="en-US" sz="2000">
                  <a:solidFill>
                    <a:srgbClr val="FFFFFF"/>
                  </a:solidFill>
                  <a:latin typeface="Times New Roman"/>
                  <a:ea typeface="Times New Roman"/>
                  <a:cs typeface="Times New Roman"/>
                  <a:sym typeface="Times New Roman"/>
                </a:rPr>
                <a:t>   4 - Thêm người truy cập </a:t>
              </a:r>
              <a:endParaRPr/>
            </a:p>
          </p:txBody>
        </p:sp>
      </p:grpSp>
      <p:grpSp>
        <p:nvGrpSpPr>
          <p:cNvPr id="660" name="Google Shape;660;p22"/>
          <p:cNvGrpSpPr/>
          <p:nvPr/>
        </p:nvGrpSpPr>
        <p:grpSpPr>
          <a:xfrm>
            <a:off x="11593535" y="7774037"/>
            <a:ext cx="6295472" cy="1828547"/>
            <a:chOff x="0" y="-57150"/>
            <a:chExt cx="1968633" cy="571798"/>
          </a:xfrm>
        </p:grpSpPr>
        <p:sp>
          <p:nvSpPr>
            <p:cNvPr id="661" name="Google Shape;661;p22"/>
            <p:cNvSpPr/>
            <p:nvPr/>
          </p:nvSpPr>
          <p:spPr>
            <a:xfrm>
              <a:off x="0" y="0"/>
              <a:ext cx="1968633" cy="514648"/>
            </a:xfrm>
            <a:custGeom>
              <a:rect b="b" l="l" r="r" t="t"/>
              <a:pathLst>
                <a:path extrusionOk="0" h="514648" w="1968633">
                  <a:moveTo>
                    <a:pt x="62718" y="0"/>
                  </a:moveTo>
                  <a:lnTo>
                    <a:pt x="1905915" y="0"/>
                  </a:lnTo>
                  <a:cubicBezTo>
                    <a:pt x="1940553" y="0"/>
                    <a:pt x="1968633" y="28080"/>
                    <a:pt x="1968633" y="62718"/>
                  </a:cubicBezTo>
                  <a:lnTo>
                    <a:pt x="1968633" y="451930"/>
                  </a:lnTo>
                  <a:cubicBezTo>
                    <a:pt x="1968633" y="486568"/>
                    <a:pt x="1940553" y="514648"/>
                    <a:pt x="1905915" y="514648"/>
                  </a:cubicBezTo>
                  <a:lnTo>
                    <a:pt x="62718" y="514648"/>
                  </a:lnTo>
                  <a:cubicBezTo>
                    <a:pt x="28080" y="514648"/>
                    <a:pt x="0" y="486568"/>
                    <a:pt x="0" y="451930"/>
                  </a:cubicBezTo>
                  <a:lnTo>
                    <a:pt x="0" y="62718"/>
                  </a:lnTo>
                  <a:cubicBezTo>
                    <a:pt x="0" y="28080"/>
                    <a:pt x="28080" y="0"/>
                    <a:pt x="62718" y="0"/>
                  </a:cubicBezTo>
                  <a:close/>
                </a:path>
              </a:pathLst>
            </a:custGeom>
            <a:solidFill>
              <a:srgbClr val="E8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2"/>
            <p:cNvSpPr txBox="1"/>
            <p:nvPr/>
          </p:nvSpPr>
          <p:spPr>
            <a:xfrm>
              <a:off x="0" y="-57150"/>
              <a:ext cx="1968633" cy="571798"/>
            </a:xfrm>
            <a:prstGeom prst="rect">
              <a:avLst/>
            </a:prstGeom>
            <a:noFill/>
            <a:ln>
              <a:noFill/>
            </a:ln>
          </p:spPr>
          <p:txBody>
            <a:bodyPr anchorCtr="0" anchor="ctr" bIns="43625" lIns="43625" spcFirstLastPara="1" rIns="43625" wrap="square" tIns="43625">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663" name="Google Shape;663;p22"/>
          <p:cNvGrpSpPr/>
          <p:nvPr/>
        </p:nvGrpSpPr>
        <p:grpSpPr>
          <a:xfrm>
            <a:off x="-2062195" y="-1648013"/>
            <a:ext cx="3735531" cy="3735531"/>
            <a:chOff x="0" y="0"/>
            <a:chExt cx="812800" cy="812800"/>
          </a:xfrm>
        </p:grpSpPr>
        <p:sp>
          <p:nvSpPr>
            <p:cNvPr id="664" name="Google Shape;664;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666" name="Google Shape;666;p22"/>
          <p:cNvSpPr txBox="1"/>
          <p:nvPr/>
        </p:nvSpPr>
        <p:spPr>
          <a:xfrm>
            <a:off x="2102576" y="715733"/>
            <a:ext cx="15156724" cy="636008"/>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QUẢN LÝ VÀ VẬN HÀNH</a:t>
            </a:r>
            <a:endParaRPr/>
          </a:p>
        </p:txBody>
      </p:sp>
      <p:sp>
        <p:nvSpPr>
          <p:cNvPr id="667" name="Google Shape;667;p22"/>
          <p:cNvSpPr txBox="1"/>
          <p:nvPr/>
        </p:nvSpPr>
        <p:spPr>
          <a:xfrm>
            <a:off x="3222435" y="7212576"/>
            <a:ext cx="5371584" cy="1115695"/>
          </a:xfrm>
          <a:prstGeom prst="rect">
            <a:avLst/>
          </a:prstGeom>
          <a:noFill/>
          <a:ln>
            <a:noFill/>
          </a:ln>
        </p:spPr>
        <p:txBody>
          <a:bodyPr anchorCtr="0" anchor="t" bIns="0" lIns="0" spcFirstLastPara="1" rIns="0" wrap="square" tIns="0">
            <a:spAutoFit/>
          </a:bodyPr>
          <a:lstStyle/>
          <a:p>
            <a:pPr indent="0" lvl="0" marL="0" marR="0" rtl="0" algn="l">
              <a:lnSpc>
                <a:spcPct val="155028"/>
              </a:lnSpc>
              <a:spcBef>
                <a:spcPts val="0"/>
              </a:spcBef>
              <a:spcAft>
                <a:spcPts val="0"/>
              </a:spcAft>
              <a:buNone/>
            </a:pPr>
            <a:r>
              <a:rPr lang="en-US" sz="1899">
                <a:solidFill>
                  <a:srgbClr val="000000"/>
                </a:solidFill>
                <a:latin typeface="Times New Roman"/>
                <a:ea typeface="Times New Roman"/>
                <a:cs typeface="Times New Roman"/>
                <a:sym typeface="Times New Roman"/>
              </a:rPr>
              <a:t>Quản trị viên đăng ký thiết bị vào các cửa và khu vực tương ứng trên ACP.</a:t>
            </a:r>
            <a:endParaRPr/>
          </a:p>
          <a:p>
            <a:pPr indent="0" lvl="0" marL="0" marR="0" rtl="0" algn="l">
              <a:lnSpc>
                <a:spcPct val="155028"/>
              </a:lnSpc>
              <a:spcBef>
                <a:spcPts val="0"/>
              </a:spcBef>
              <a:spcAft>
                <a:spcPts val="0"/>
              </a:spcAft>
              <a:buNone/>
            </a:pPr>
            <a:r>
              <a:t/>
            </a:r>
            <a:endParaRPr sz="1899">
              <a:solidFill>
                <a:srgbClr val="000000"/>
              </a:solidFill>
              <a:latin typeface="Times New Roman"/>
              <a:ea typeface="Times New Roman"/>
              <a:cs typeface="Times New Roman"/>
              <a:sym typeface="Times New Roman"/>
            </a:endParaRPr>
          </a:p>
        </p:txBody>
      </p:sp>
      <p:sp>
        <p:nvSpPr>
          <p:cNvPr id="668" name="Google Shape;668;p22"/>
          <p:cNvSpPr txBox="1"/>
          <p:nvPr/>
        </p:nvSpPr>
        <p:spPr>
          <a:xfrm>
            <a:off x="3037599" y="3371578"/>
            <a:ext cx="5371584" cy="1115695"/>
          </a:xfrm>
          <a:prstGeom prst="rect">
            <a:avLst/>
          </a:prstGeom>
          <a:noFill/>
          <a:ln>
            <a:noFill/>
          </a:ln>
        </p:spPr>
        <p:txBody>
          <a:bodyPr anchorCtr="0" anchor="t" bIns="0" lIns="0" spcFirstLastPara="1" rIns="0" wrap="square" tIns="0">
            <a:spAutoFit/>
          </a:bodyPr>
          <a:lstStyle/>
          <a:p>
            <a:pPr indent="0" lvl="0" marL="0" marR="0" rtl="0" algn="l">
              <a:lnSpc>
                <a:spcPct val="155028"/>
              </a:lnSpc>
              <a:spcBef>
                <a:spcPts val="0"/>
              </a:spcBef>
              <a:spcAft>
                <a:spcPts val="0"/>
              </a:spcAft>
              <a:buNone/>
            </a:pPr>
            <a:r>
              <a:rPr lang="en-US" sz="1899">
                <a:solidFill>
                  <a:srgbClr val="000000"/>
                </a:solidFill>
                <a:latin typeface="Times New Roman"/>
                <a:ea typeface="Times New Roman"/>
                <a:cs typeface="Times New Roman"/>
                <a:sym typeface="Times New Roman"/>
              </a:rPr>
              <a:t>Hầu hết phải được bắt vít lên tường hoặc cửa, kết nối với nguồn điện và internet.</a:t>
            </a:r>
            <a:endParaRPr/>
          </a:p>
          <a:p>
            <a:pPr indent="0" lvl="0" marL="0" marR="0" rtl="0" algn="l">
              <a:lnSpc>
                <a:spcPct val="155028"/>
              </a:lnSpc>
              <a:spcBef>
                <a:spcPts val="0"/>
              </a:spcBef>
              <a:spcAft>
                <a:spcPts val="0"/>
              </a:spcAft>
              <a:buNone/>
            </a:pPr>
            <a:r>
              <a:t/>
            </a:r>
            <a:endParaRPr sz="1899">
              <a:solidFill>
                <a:srgbClr val="000000"/>
              </a:solidFill>
              <a:latin typeface="Times New Roman"/>
              <a:ea typeface="Times New Roman"/>
              <a:cs typeface="Times New Roman"/>
              <a:sym typeface="Times New Roman"/>
            </a:endParaRPr>
          </a:p>
        </p:txBody>
      </p:sp>
      <p:sp>
        <p:nvSpPr>
          <p:cNvPr id="669" name="Google Shape;669;p22"/>
          <p:cNvSpPr txBox="1"/>
          <p:nvPr/>
        </p:nvSpPr>
        <p:spPr>
          <a:xfrm>
            <a:off x="12082848" y="3998526"/>
            <a:ext cx="5371584" cy="1115695"/>
          </a:xfrm>
          <a:prstGeom prst="rect">
            <a:avLst/>
          </a:prstGeom>
          <a:noFill/>
          <a:ln>
            <a:noFill/>
          </a:ln>
        </p:spPr>
        <p:txBody>
          <a:bodyPr anchorCtr="0" anchor="t" bIns="0" lIns="0" spcFirstLastPara="1" rIns="0" wrap="square" tIns="0">
            <a:spAutoFit/>
          </a:bodyPr>
          <a:lstStyle/>
          <a:p>
            <a:pPr indent="0" lvl="0" marL="0" marR="0" rtl="0" algn="just">
              <a:lnSpc>
                <a:spcPct val="155028"/>
              </a:lnSpc>
              <a:spcBef>
                <a:spcPts val="0"/>
              </a:spcBef>
              <a:spcAft>
                <a:spcPts val="0"/>
              </a:spcAft>
              <a:buNone/>
            </a:pPr>
            <a:r>
              <a:rPr lang="en-US" sz="1899">
                <a:solidFill>
                  <a:srgbClr val="000000"/>
                </a:solidFill>
                <a:latin typeface="Times New Roman"/>
                <a:ea typeface="Times New Roman"/>
                <a:cs typeface="Times New Roman"/>
                <a:sym typeface="Times New Roman"/>
              </a:rPr>
              <a:t>Quản trị viên xác định và cấu hình thời gian kiểm soát cụ thể cho ai và ở khu vực nào.</a:t>
            </a:r>
            <a:endParaRPr/>
          </a:p>
          <a:p>
            <a:pPr indent="0" lvl="0" marL="0" marR="0" rtl="0" algn="just">
              <a:lnSpc>
                <a:spcPct val="155028"/>
              </a:lnSpc>
              <a:spcBef>
                <a:spcPts val="0"/>
              </a:spcBef>
              <a:spcAft>
                <a:spcPts val="0"/>
              </a:spcAft>
              <a:buNone/>
            </a:pPr>
            <a:r>
              <a:t/>
            </a:r>
            <a:endParaRPr sz="1899">
              <a:solidFill>
                <a:srgbClr val="000000"/>
              </a:solidFill>
              <a:latin typeface="Times New Roman"/>
              <a:ea typeface="Times New Roman"/>
              <a:cs typeface="Times New Roman"/>
              <a:sym typeface="Times New Roman"/>
            </a:endParaRPr>
          </a:p>
        </p:txBody>
      </p:sp>
      <p:sp>
        <p:nvSpPr>
          <p:cNvPr id="670" name="Google Shape;670;p22"/>
          <p:cNvSpPr txBox="1"/>
          <p:nvPr/>
        </p:nvSpPr>
        <p:spPr>
          <a:xfrm>
            <a:off x="12007859" y="8364717"/>
            <a:ext cx="5466824" cy="1079847"/>
          </a:xfrm>
          <a:prstGeom prst="rect">
            <a:avLst/>
          </a:prstGeom>
          <a:noFill/>
          <a:ln>
            <a:noFill/>
          </a:ln>
        </p:spPr>
        <p:txBody>
          <a:bodyPr anchorCtr="0" anchor="t" bIns="0" lIns="0" spcFirstLastPara="1" rIns="0" wrap="square" tIns="0">
            <a:spAutoFit/>
          </a:bodyPr>
          <a:lstStyle/>
          <a:p>
            <a:pPr indent="0" lvl="0" marL="0" marR="0" rtl="0" algn="l">
              <a:lnSpc>
                <a:spcPct val="155028"/>
              </a:lnSpc>
              <a:spcBef>
                <a:spcPts val="0"/>
              </a:spcBef>
              <a:spcAft>
                <a:spcPts val="0"/>
              </a:spcAft>
              <a:buNone/>
            </a:pPr>
            <a:r>
              <a:rPr lang="en-US" sz="1899">
                <a:solidFill>
                  <a:srgbClr val="000000"/>
                </a:solidFill>
                <a:latin typeface="Times New Roman"/>
                <a:ea typeface="Times New Roman"/>
                <a:cs typeface="Times New Roman"/>
                <a:sym typeface="Times New Roman"/>
              </a:rPr>
              <a:t>Quản trị viên nhập danh sách người dùng có quyền truy cập vào hệ thống kiểm soát ra vào.</a:t>
            </a:r>
            <a:endParaRPr/>
          </a:p>
          <a:p>
            <a:pPr indent="0" lvl="0" marL="0" marR="0" rtl="0" algn="l">
              <a:lnSpc>
                <a:spcPct val="155028"/>
              </a:lnSpc>
              <a:spcBef>
                <a:spcPts val="0"/>
              </a:spcBef>
              <a:spcAft>
                <a:spcPts val="0"/>
              </a:spcAft>
              <a:buNone/>
            </a:pPr>
            <a:r>
              <a:t/>
            </a:r>
            <a:endParaRPr sz="1899">
              <a:solidFill>
                <a:srgbClr val="000000"/>
              </a:solidFill>
              <a:latin typeface="Times New Roman"/>
              <a:ea typeface="Times New Roman"/>
              <a:cs typeface="Times New Roman"/>
              <a:sym typeface="Times New Roman"/>
            </a:endParaRPr>
          </a:p>
        </p:txBody>
      </p:sp>
      <p:sp>
        <p:nvSpPr>
          <p:cNvPr id="671" name="Google Shape;671;p22"/>
          <p:cNvSpPr/>
          <p:nvPr/>
        </p:nvSpPr>
        <p:spPr>
          <a:xfrm>
            <a:off x="3531506" y="8670132"/>
            <a:ext cx="3628368" cy="3623787"/>
          </a:xfrm>
          <a:custGeom>
            <a:rect b="b" l="l" r="r" t="t"/>
            <a:pathLst>
              <a:path extrusionOk="0" h="3623787" w="3628368">
                <a:moveTo>
                  <a:pt x="0" y="0"/>
                </a:moveTo>
                <a:lnTo>
                  <a:pt x="3628368" y="0"/>
                </a:lnTo>
                <a:lnTo>
                  <a:pt x="3628368" y="3623787"/>
                </a:lnTo>
                <a:lnTo>
                  <a:pt x="0" y="3623787"/>
                </a:lnTo>
                <a:lnTo>
                  <a:pt x="0" y="0"/>
                </a:lnTo>
                <a:close/>
              </a:path>
            </a:pathLst>
          </a:custGeom>
          <a:blipFill rotWithShape="1">
            <a:blip r:embed="rId8">
              <a:alphaModFix/>
            </a:blip>
            <a:stretch>
              <a:fillRect b="0" l="0" r="0" t="0"/>
            </a:stretch>
          </a:blipFill>
          <a:ln>
            <a:noFill/>
          </a:ln>
        </p:spPr>
      </p:sp>
      <p:pic>
        <p:nvPicPr>
          <p:cNvPr id="672" name="Google Shape;672;p22"/>
          <p:cNvPicPr preferRelativeResize="0"/>
          <p:nvPr/>
        </p:nvPicPr>
        <p:blipFill rotWithShape="1">
          <a:blip r:embed="rId9">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676" name="Shape 676"/>
        <p:cNvGrpSpPr/>
        <p:nvPr/>
      </p:nvGrpSpPr>
      <p:grpSpPr>
        <a:xfrm>
          <a:off x="0" y="0"/>
          <a:ext cx="0" cy="0"/>
          <a:chOff x="0" y="0"/>
          <a:chExt cx="0" cy="0"/>
        </a:xfrm>
      </p:grpSpPr>
      <p:sp>
        <p:nvSpPr>
          <p:cNvPr id="677" name="Google Shape;677;p23"/>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50000"/>
            </a:blip>
            <a:stretch>
              <a:fillRect b="-37007" l="-1514" r="-31644" t="0"/>
            </a:stretch>
          </a:blipFill>
          <a:ln>
            <a:noFill/>
          </a:ln>
        </p:spPr>
      </p:sp>
      <p:grpSp>
        <p:nvGrpSpPr>
          <p:cNvPr id="678" name="Google Shape;678;p23"/>
          <p:cNvGrpSpPr/>
          <p:nvPr/>
        </p:nvGrpSpPr>
        <p:grpSpPr>
          <a:xfrm>
            <a:off x="-1867766" y="-1273827"/>
            <a:ext cx="3735531" cy="3735531"/>
            <a:chOff x="0" y="0"/>
            <a:chExt cx="812800" cy="812800"/>
          </a:xfrm>
        </p:grpSpPr>
        <p:sp>
          <p:nvSpPr>
            <p:cNvPr id="679" name="Google Shape;679;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681" name="Google Shape;681;p23"/>
          <p:cNvSpPr/>
          <p:nvPr/>
        </p:nvSpPr>
        <p:spPr>
          <a:xfrm>
            <a:off x="7105482" y="1120531"/>
            <a:ext cx="1124376" cy="1864694"/>
          </a:xfrm>
          <a:custGeom>
            <a:rect b="b" l="l" r="r" t="t"/>
            <a:pathLst>
              <a:path extrusionOk="0" h="2444877" w="1474216">
                <a:moveTo>
                  <a:pt x="1394587" y="1366393"/>
                </a:moveTo>
                <a:lnTo>
                  <a:pt x="395351" y="2365883"/>
                </a:lnTo>
                <a:cubicBezTo>
                  <a:pt x="315849" y="2444877"/>
                  <a:pt x="186944" y="2444877"/>
                  <a:pt x="107315" y="2365883"/>
                </a:cubicBezTo>
                <a:lnTo>
                  <a:pt x="0" y="2258441"/>
                </a:lnTo>
                <a:lnTo>
                  <a:pt x="891286" y="1366393"/>
                </a:lnTo>
                <a:cubicBezTo>
                  <a:pt x="970788" y="1286891"/>
                  <a:pt x="970788" y="1157859"/>
                  <a:pt x="891286" y="1078357"/>
                </a:cubicBezTo>
                <a:lnTo>
                  <a:pt x="0" y="186944"/>
                </a:lnTo>
                <a:lnTo>
                  <a:pt x="107442" y="79502"/>
                </a:lnTo>
                <a:cubicBezTo>
                  <a:pt x="186944" y="0"/>
                  <a:pt x="315849" y="0"/>
                  <a:pt x="395478" y="79502"/>
                </a:cubicBezTo>
                <a:lnTo>
                  <a:pt x="1394714" y="1078357"/>
                </a:lnTo>
                <a:cubicBezTo>
                  <a:pt x="1474216" y="1157859"/>
                  <a:pt x="1474216" y="1286891"/>
                  <a:pt x="1394714" y="1366393"/>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3"/>
          <p:cNvSpPr/>
          <p:nvPr/>
        </p:nvSpPr>
        <p:spPr>
          <a:xfrm>
            <a:off x="7238923" y="1731470"/>
            <a:ext cx="340664" cy="642294"/>
          </a:xfrm>
          <a:custGeom>
            <a:rect b="b" l="l" r="r" t="t"/>
            <a:pathLst>
              <a:path extrusionOk="0" h="842137" w="446659">
                <a:moveTo>
                  <a:pt x="350393" y="246126"/>
                </a:moveTo>
                <a:lnTo>
                  <a:pt x="165354" y="60960"/>
                </a:lnTo>
                <a:cubicBezTo>
                  <a:pt x="104394" y="0"/>
                  <a:pt x="0" y="42926"/>
                  <a:pt x="0" y="129413"/>
                </a:cubicBezTo>
                <a:lnTo>
                  <a:pt x="0" y="712724"/>
                </a:lnTo>
                <a:cubicBezTo>
                  <a:pt x="0" y="799211"/>
                  <a:pt x="104394" y="842137"/>
                  <a:pt x="165354" y="781177"/>
                </a:cubicBezTo>
                <a:lnTo>
                  <a:pt x="350393" y="596138"/>
                </a:lnTo>
                <a:cubicBezTo>
                  <a:pt x="446659" y="499237"/>
                  <a:pt x="446659" y="342519"/>
                  <a:pt x="350393" y="246126"/>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3"/>
          <p:cNvSpPr/>
          <p:nvPr/>
        </p:nvSpPr>
        <p:spPr>
          <a:xfrm>
            <a:off x="7529967" y="1304228"/>
            <a:ext cx="5667697" cy="1497295"/>
          </a:xfrm>
          <a:custGeom>
            <a:rect b="b" l="l" r="r" t="t"/>
            <a:pathLst>
              <a:path extrusionOk="0" h="1963166" w="7431151">
                <a:moveTo>
                  <a:pt x="6464935" y="0"/>
                </a:moveTo>
                <a:lnTo>
                  <a:pt x="0" y="0"/>
                </a:lnTo>
                <a:lnTo>
                  <a:pt x="837819" y="837565"/>
                </a:lnTo>
                <a:cubicBezTo>
                  <a:pt x="877316" y="877062"/>
                  <a:pt x="897636" y="929386"/>
                  <a:pt x="897636" y="981583"/>
                </a:cubicBezTo>
                <a:cubicBezTo>
                  <a:pt x="897636" y="1033780"/>
                  <a:pt x="877951" y="1085596"/>
                  <a:pt x="837819" y="1125601"/>
                </a:cubicBezTo>
                <a:lnTo>
                  <a:pt x="635" y="1963166"/>
                </a:lnTo>
                <a:lnTo>
                  <a:pt x="6464427" y="1963166"/>
                </a:lnTo>
                <a:lnTo>
                  <a:pt x="7431151" y="981583"/>
                </a:lnTo>
                <a:lnTo>
                  <a:pt x="6464935" y="0"/>
                </a:ln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3"/>
          <p:cNvSpPr txBox="1"/>
          <p:nvPr/>
        </p:nvSpPr>
        <p:spPr>
          <a:xfrm>
            <a:off x="8550738" y="1427135"/>
            <a:ext cx="3744815" cy="1168371"/>
          </a:xfrm>
          <a:prstGeom prst="rect">
            <a:avLst/>
          </a:prstGeom>
          <a:noFill/>
          <a:ln>
            <a:noFill/>
          </a:ln>
        </p:spPr>
        <p:txBody>
          <a:bodyPr anchorCtr="0" anchor="t" bIns="0" lIns="0" spcFirstLastPara="1" rIns="0" wrap="square" tIns="0">
            <a:spAutoFit/>
          </a:bodyPr>
          <a:lstStyle/>
          <a:p>
            <a:pPr indent="0" lvl="0" marL="0" marR="0" rtl="0" algn="l">
              <a:lnSpc>
                <a:spcPct val="128111"/>
              </a:lnSpc>
              <a:spcBef>
                <a:spcPts val="0"/>
              </a:spcBef>
              <a:spcAft>
                <a:spcPts val="0"/>
              </a:spcAft>
              <a:buNone/>
            </a:pPr>
            <a:r>
              <a:rPr lang="en-US" sz="1800">
                <a:solidFill>
                  <a:srgbClr val="FFFFFF"/>
                </a:solidFill>
                <a:latin typeface="Times New Roman"/>
                <a:ea typeface="Times New Roman"/>
                <a:cs typeface="Times New Roman"/>
                <a:sym typeface="Times New Roman"/>
              </a:rPr>
              <a:t>Kiểm soát truy cập tại các khu vực quan trọng như nhà máy sản xuất, MK đã triển khai lắp đặt tại 5 nhà máy. </a:t>
            </a:r>
            <a:endParaRPr/>
          </a:p>
        </p:txBody>
      </p:sp>
      <p:grpSp>
        <p:nvGrpSpPr>
          <p:cNvPr id="685" name="Google Shape;685;p23"/>
          <p:cNvGrpSpPr/>
          <p:nvPr/>
        </p:nvGrpSpPr>
        <p:grpSpPr>
          <a:xfrm>
            <a:off x="1768219" y="25136"/>
            <a:ext cx="4230201" cy="4037567"/>
            <a:chOff x="-366471" y="-11891"/>
            <a:chExt cx="15572971" cy="14863810"/>
          </a:xfrm>
        </p:grpSpPr>
        <p:sp>
          <p:nvSpPr>
            <p:cNvPr id="686" name="Google Shape;686;p23"/>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a:gsLst>
                <a:gs pos="0">
                  <a:srgbClr val="243F81"/>
                </a:gs>
                <a:gs pos="100000">
                  <a:srgbClr val="28819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3"/>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3"/>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4">
                <a:alphaModFix/>
              </a:blip>
              <a:stretch>
                <a:fillRect b="-7233" l="222" r="222" t="-723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 name="Google Shape;689;p23"/>
          <p:cNvGrpSpPr/>
          <p:nvPr/>
        </p:nvGrpSpPr>
        <p:grpSpPr>
          <a:xfrm>
            <a:off x="12980393" y="1300882"/>
            <a:ext cx="4382027" cy="4182479"/>
            <a:chOff x="-366471" y="-11891"/>
            <a:chExt cx="15572971" cy="14863810"/>
          </a:xfrm>
        </p:grpSpPr>
        <p:sp>
          <p:nvSpPr>
            <p:cNvPr id="690" name="Google Shape;690;p23"/>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a:gsLst>
                <a:gs pos="0">
                  <a:srgbClr val="243F81"/>
                </a:gs>
                <a:gs pos="100000">
                  <a:srgbClr val="28819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3"/>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3"/>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5">
                <a:alphaModFix/>
              </a:blip>
              <a:stretch>
                <a:fillRect b="-7389" l="223" r="-9908" t="-2784"/>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3" name="Google Shape;693;p23"/>
          <p:cNvSpPr/>
          <p:nvPr/>
        </p:nvSpPr>
        <p:spPr>
          <a:xfrm>
            <a:off x="9987624" y="3107719"/>
            <a:ext cx="1124376" cy="1864694"/>
          </a:xfrm>
          <a:custGeom>
            <a:rect b="b" l="l" r="r" t="t"/>
            <a:pathLst>
              <a:path extrusionOk="0" h="2444877" w="1474216">
                <a:moveTo>
                  <a:pt x="78994" y="1078484"/>
                </a:moveTo>
                <a:lnTo>
                  <a:pt x="1078611" y="78994"/>
                </a:lnTo>
                <a:cubicBezTo>
                  <a:pt x="1158240" y="0"/>
                  <a:pt x="1287145" y="0"/>
                  <a:pt x="1366774" y="78994"/>
                </a:cubicBezTo>
                <a:lnTo>
                  <a:pt x="1474216" y="186436"/>
                </a:lnTo>
                <a:lnTo>
                  <a:pt x="582549" y="1078484"/>
                </a:lnTo>
                <a:cubicBezTo>
                  <a:pt x="502920" y="1157986"/>
                  <a:pt x="502920" y="1287018"/>
                  <a:pt x="582549" y="1366520"/>
                </a:cubicBezTo>
                <a:lnTo>
                  <a:pt x="1474216" y="2257933"/>
                </a:lnTo>
                <a:lnTo>
                  <a:pt x="1366774" y="2365375"/>
                </a:lnTo>
                <a:cubicBezTo>
                  <a:pt x="1287145" y="2444877"/>
                  <a:pt x="1158240" y="2444877"/>
                  <a:pt x="1078611" y="2365375"/>
                </a:cubicBezTo>
                <a:lnTo>
                  <a:pt x="78994" y="1366012"/>
                </a:lnTo>
                <a:cubicBezTo>
                  <a:pt x="0" y="1286510"/>
                  <a:pt x="0" y="1158113"/>
                  <a:pt x="78994" y="1078484"/>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3"/>
          <p:cNvSpPr/>
          <p:nvPr/>
        </p:nvSpPr>
        <p:spPr>
          <a:xfrm>
            <a:off x="10637614" y="3718658"/>
            <a:ext cx="341149" cy="642390"/>
          </a:xfrm>
          <a:custGeom>
            <a:rect b="b" l="l" r="r" t="t"/>
            <a:pathLst>
              <a:path extrusionOk="0" h="842264" w="447294">
                <a:moveTo>
                  <a:pt x="96901" y="596138"/>
                </a:moveTo>
                <a:lnTo>
                  <a:pt x="281940" y="781304"/>
                </a:lnTo>
                <a:cubicBezTo>
                  <a:pt x="342900" y="842264"/>
                  <a:pt x="447294" y="799338"/>
                  <a:pt x="447294" y="712851"/>
                </a:cubicBezTo>
                <a:lnTo>
                  <a:pt x="447294" y="129413"/>
                </a:lnTo>
                <a:cubicBezTo>
                  <a:pt x="447294" y="42926"/>
                  <a:pt x="342900" y="0"/>
                  <a:pt x="281940" y="60960"/>
                </a:cubicBezTo>
                <a:lnTo>
                  <a:pt x="96901" y="246126"/>
                </a:lnTo>
                <a:cubicBezTo>
                  <a:pt x="0" y="343027"/>
                  <a:pt x="0" y="499237"/>
                  <a:pt x="96901" y="596138"/>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3"/>
          <p:cNvSpPr/>
          <p:nvPr/>
        </p:nvSpPr>
        <p:spPr>
          <a:xfrm>
            <a:off x="5017546" y="3291416"/>
            <a:ext cx="5670311" cy="1497295"/>
          </a:xfrm>
          <a:custGeom>
            <a:rect b="b" l="l" r="r" t="t"/>
            <a:pathLst>
              <a:path extrusionOk="0" h="1963166" w="7434580">
                <a:moveTo>
                  <a:pt x="967105" y="1963166"/>
                </a:moveTo>
                <a:lnTo>
                  <a:pt x="7434580" y="1963166"/>
                </a:lnTo>
                <a:lnTo>
                  <a:pt x="6596380" y="1125601"/>
                </a:lnTo>
                <a:cubicBezTo>
                  <a:pt x="6556883" y="1086104"/>
                  <a:pt x="6536563" y="1033780"/>
                  <a:pt x="6536563" y="981583"/>
                </a:cubicBezTo>
                <a:cubicBezTo>
                  <a:pt x="6536563" y="929386"/>
                  <a:pt x="6556375" y="877570"/>
                  <a:pt x="6596380" y="837565"/>
                </a:cubicBezTo>
                <a:lnTo>
                  <a:pt x="7434072" y="0"/>
                </a:lnTo>
                <a:lnTo>
                  <a:pt x="967105" y="0"/>
                </a:lnTo>
                <a:lnTo>
                  <a:pt x="0" y="980948"/>
                </a:lnTo>
                <a:lnTo>
                  <a:pt x="967105" y="1963039"/>
                </a:ln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3"/>
          <p:cNvSpPr txBox="1"/>
          <p:nvPr/>
        </p:nvSpPr>
        <p:spPr>
          <a:xfrm>
            <a:off x="6484354" y="3527423"/>
            <a:ext cx="3456388" cy="1177858"/>
          </a:xfrm>
          <a:prstGeom prst="rect">
            <a:avLst/>
          </a:prstGeom>
          <a:noFill/>
          <a:ln>
            <a:noFill/>
          </a:ln>
        </p:spPr>
        <p:txBody>
          <a:bodyPr anchorCtr="0" anchor="t" bIns="0" lIns="0" spcFirstLastPara="1" rIns="0" wrap="square" tIns="0">
            <a:spAutoFit/>
          </a:bodyPr>
          <a:lstStyle/>
          <a:p>
            <a:pPr indent="0" lvl="0" marL="0" marR="0" rtl="0" algn="r">
              <a:lnSpc>
                <a:spcPct val="128222"/>
              </a:lnSpc>
              <a:spcBef>
                <a:spcPts val="0"/>
              </a:spcBef>
              <a:spcAft>
                <a:spcPts val="0"/>
              </a:spcAft>
              <a:buNone/>
            </a:pPr>
            <a:r>
              <a:rPr lang="en-US" sz="1800">
                <a:solidFill>
                  <a:srgbClr val="FFFFFF"/>
                </a:solidFill>
                <a:latin typeface="Times New Roman"/>
                <a:ea typeface="Times New Roman"/>
                <a:cs typeface="Times New Roman"/>
                <a:sym typeface="Times New Roman"/>
              </a:rPr>
              <a:t>Kiểm soát truy cập tại tòa nhà văn phòng với rào chắn ba chân, cổng vào.</a:t>
            </a:r>
            <a:endParaRPr/>
          </a:p>
          <a:p>
            <a:pPr indent="0" lvl="0" marL="0" marR="0" rtl="0" algn="r">
              <a:lnSpc>
                <a:spcPct val="128222"/>
              </a:lnSpc>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697" name="Google Shape;697;p23"/>
          <p:cNvSpPr/>
          <p:nvPr/>
        </p:nvSpPr>
        <p:spPr>
          <a:xfrm>
            <a:off x="7105482" y="5095757"/>
            <a:ext cx="1124376" cy="1864694"/>
          </a:xfrm>
          <a:custGeom>
            <a:rect b="b" l="l" r="r" t="t"/>
            <a:pathLst>
              <a:path extrusionOk="0" h="2444877" w="1474216">
                <a:moveTo>
                  <a:pt x="1394587" y="1366393"/>
                </a:moveTo>
                <a:lnTo>
                  <a:pt x="395351" y="2365883"/>
                </a:lnTo>
                <a:cubicBezTo>
                  <a:pt x="315849" y="2444877"/>
                  <a:pt x="186944" y="2444877"/>
                  <a:pt x="107315" y="2365883"/>
                </a:cubicBezTo>
                <a:lnTo>
                  <a:pt x="0" y="2258441"/>
                </a:lnTo>
                <a:lnTo>
                  <a:pt x="891286" y="1366393"/>
                </a:lnTo>
                <a:cubicBezTo>
                  <a:pt x="970788" y="1286891"/>
                  <a:pt x="970788" y="1157859"/>
                  <a:pt x="891286" y="1078357"/>
                </a:cubicBezTo>
                <a:lnTo>
                  <a:pt x="0" y="186944"/>
                </a:lnTo>
                <a:lnTo>
                  <a:pt x="107442" y="79502"/>
                </a:lnTo>
                <a:cubicBezTo>
                  <a:pt x="186944" y="0"/>
                  <a:pt x="315849" y="0"/>
                  <a:pt x="395478" y="79502"/>
                </a:cubicBezTo>
                <a:lnTo>
                  <a:pt x="1394714" y="1078357"/>
                </a:lnTo>
                <a:cubicBezTo>
                  <a:pt x="1474216" y="1157859"/>
                  <a:pt x="1474216" y="1286891"/>
                  <a:pt x="1394714" y="1366393"/>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3"/>
          <p:cNvSpPr/>
          <p:nvPr/>
        </p:nvSpPr>
        <p:spPr>
          <a:xfrm>
            <a:off x="7238923" y="5706696"/>
            <a:ext cx="340664" cy="642294"/>
          </a:xfrm>
          <a:custGeom>
            <a:rect b="b" l="l" r="r" t="t"/>
            <a:pathLst>
              <a:path extrusionOk="0" h="842137" w="446659">
                <a:moveTo>
                  <a:pt x="350393" y="246126"/>
                </a:moveTo>
                <a:lnTo>
                  <a:pt x="165354" y="60960"/>
                </a:lnTo>
                <a:cubicBezTo>
                  <a:pt x="104394" y="0"/>
                  <a:pt x="0" y="42926"/>
                  <a:pt x="0" y="129413"/>
                </a:cubicBezTo>
                <a:lnTo>
                  <a:pt x="0" y="712724"/>
                </a:lnTo>
                <a:cubicBezTo>
                  <a:pt x="0" y="799211"/>
                  <a:pt x="104394" y="842137"/>
                  <a:pt x="165354" y="781177"/>
                </a:cubicBezTo>
                <a:lnTo>
                  <a:pt x="350393" y="596138"/>
                </a:lnTo>
                <a:cubicBezTo>
                  <a:pt x="446659" y="499237"/>
                  <a:pt x="446659" y="342519"/>
                  <a:pt x="350393" y="246126"/>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3"/>
          <p:cNvSpPr/>
          <p:nvPr/>
        </p:nvSpPr>
        <p:spPr>
          <a:xfrm>
            <a:off x="7529967" y="5279454"/>
            <a:ext cx="5667697" cy="1497295"/>
          </a:xfrm>
          <a:custGeom>
            <a:rect b="b" l="l" r="r" t="t"/>
            <a:pathLst>
              <a:path extrusionOk="0" h="1963166" w="7431151">
                <a:moveTo>
                  <a:pt x="6464935" y="0"/>
                </a:moveTo>
                <a:lnTo>
                  <a:pt x="0" y="0"/>
                </a:lnTo>
                <a:lnTo>
                  <a:pt x="837819" y="837565"/>
                </a:lnTo>
                <a:cubicBezTo>
                  <a:pt x="877316" y="877062"/>
                  <a:pt x="897636" y="929386"/>
                  <a:pt x="897636" y="981583"/>
                </a:cubicBezTo>
                <a:cubicBezTo>
                  <a:pt x="897636" y="1033780"/>
                  <a:pt x="877951" y="1085596"/>
                  <a:pt x="837819" y="1125601"/>
                </a:cubicBezTo>
                <a:lnTo>
                  <a:pt x="635" y="1963166"/>
                </a:lnTo>
                <a:lnTo>
                  <a:pt x="6464427" y="1963166"/>
                </a:lnTo>
                <a:lnTo>
                  <a:pt x="7431151" y="981583"/>
                </a:lnTo>
                <a:lnTo>
                  <a:pt x="6464935" y="0"/>
                </a:ln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3"/>
          <p:cNvSpPr txBox="1"/>
          <p:nvPr/>
        </p:nvSpPr>
        <p:spPr>
          <a:xfrm>
            <a:off x="8550738" y="5547230"/>
            <a:ext cx="3456388" cy="878632"/>
          </a:xfrm>
          <a:prstGeom prst="rect">
            <a:avLst/>
          </a:prstGeom>
          <a:noFill/>
          <a:ln>
            <a:noFill/>
          </a:ln>
        </p:spPr>
        <p:txBody>
          <a:bodyPr anchorCtr="0" anchor="t" bIns="0" lIns="0" spcFirstLastPara="1" rIns="0" wrap="square" tIns="0">
            <a:spAutoFit/>
          </a:bodyPr>
          <a:lstStyle/>
          <a:p>
            <a:pPr indent="0" lvl="0" marL="0" marR="0" rtl="0" algn="l">
              <a:lnSpc>
                <a:spcPct val="128111"/>
              </a:lnSpc>
              <a:spcBef>
                <a:spcPts val="0"/>
              </a:spcBef>
              <a:spcAft>
                <a:spcPts val="0"/>
              </a:spcAft>
              <a:buNone/>
            </a:pPr>
            <a:r>
              <a:rPr lang="en-US" sz="1800">
                <a:solidFill>
                  <a:srgbClr val="FFFFFF"/>
                </a:solidFill>
                <a:latin typeface="Times New Roman"/>
                <a:ea typeface="Times New Roman"/>
                <a:cs typeface="Times New Roman"/>
                <a:sym typeface="Times New Roman"/>
              </a:rPr>
              <a:t>Xác thực thông tin khách mời khi tới sự kiện/ hoặc tại phòng họp riêng</a:t>
            </a:r>
            <a:endParaRPr sz="1800">
              <a:solidFill>
                <a:srgbClr val="FFFFFF"/>
              </a:solidFill>
              <a:latin typeface="Times New Roman"/>
              <a:ea typeface="Times New Roman"/>
              <a:cs typeface="Times New Roman"/>
              <a:sym typeface="Times New Roman"/>
            </a:endParaRPr>
          </a:p>
        </p:txBody>
      </p:sp>
      <p:grpSp>
        <p:nvGrpSpPr>
          <p:cNvPr id="701" name="Google Shape;701;p23"/>
          <p:cNvGrpSpPr/>
          <p:nvPr/>
        </p:nvGrpSpPr>
        <p:grpSpPr>
          <a:xfrm>
            <a:off x="667654" y="4412149"/>
            <a:ext cx="4444968" cy="4242554"/>
            <a:chOff x="-366471" y="-11891"/>
            <a:chExt cx="15572971" cy="14863810"/>
          </a:xfrm>
        </p:grpSpPr>
        <p:sp>
          <p:nvSpPr>
            <p:cNvPr id="702" name="Google Shape;702;p23"/>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a:gsLst>
                <a:gs pos="0">
                  <a:srgbClr val="243F81"/>
                </a:gs>
                <a:gs pos="100000">
                  <a:srgbClr val="28819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3"/>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3"/>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6">
                <a:alphaModFix/>
              </a:blip>
              <a:stretch>
                <a:fillRect b="-12109" l="222" r="-68453" t="-12962"/>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 name="Google Shape;705;p23"/>
          <p:cNvSpPr/>
          <p:nvPr/>
        </p:nvSpPr>
        <p:spPr>
          <a:xfrm>
            <a:off x="9987624" y="7083794"/>
            <a:ext cx="1124376" cy="1864694"/>
          </a:xfrm>
          <a:custGeom>
            <a:rect b="b" l="l" r="r" t="t"/>
            <a:pathLst>
              <a:path extrusionOk="0" h="2444877" w="1474216">
                <a:moveTo>
                  <a:pt x="78994" y="1078484"/>
                </a:moveTo>
                <a:lnTo>
                  <a:pt x="1078611" y="78994"/>
                </a:lnTo>
                <a:cubicBezTo>
                  <a:pt x="1158240" y="0"/>
                  <a:pt x="1287145" y="0"/>
                  <a:pt x="1366774" y="78994"/>
                </a:cubicBezTo>
                <a:lnTo>
                  <a:pt x="1474216" y="186436"/>
                </a:lnTo>
                <a:lnTo>
                  <a:pt x="582549" y="1078484"/>
                </a:lnTo>
                <a:cubicBezTo>
                  <a:pt x="502920" y="1157986"/>
                  <a:pt x="502920" y="1287018"/>
                  <a:pt x="582549" y="1366520"/>
                </a:cubicBezTo>
                <a:lnTo>
                  <a:pt x="1474216" y="2257933"/>
                </a:lnTo>
                <a:lnTo>
                  <a:pt x="1366774" y="2365375"/>
                </a:lnTo>
                <a:cubicBezTo>
                  <a:pt x="1287145" y="2444877"/>
                  <a:pt x="1158240" y="2444877"/>
                  <a:pt x="1078611" y="2365375"/>
                </a:cubicBezTo>
                <a:lnTo>
                  <a:pt x="78994" y="1366012"/>
                </a:lnTo>
                <a:cubicBezTo>
                  <a:pt x="0" y="1286510"/>
                  <a:pt x="0" y="1158113"/>
                  <a:pt x="78994" y="1078484"/>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3"/>
          <p:cNvSpPr/>
          <p:nvPr/>
        </p:nvSpPr>
        <p:spPr>
          <a:xfrm>
            <a:off x="10637614" y="7694734"/>
            <a:ext cx="341149" cy="642390"/>
          </a:xfrm>
          <a:custGeom>
            <a:rect b="b" l="l" r="r" t="t"/>
            <a:pathLst>
              <a:path extrusionOk="0" h="842264" w="447294">
                <a:moveTo>
                  <a:pt x="96901" y="596138"/>
                </a:moveTo>
                <a:lnTo>
                  <a:pt x="281940" y="781304"/>
                </a:lnTo>
                <a:cubicBezTo>
                  <a:pt x="342900" y="842264"/>
                  <a:pt x="447294" y="799338"/>
                  <a:pt x="447294" y="712851"/>
                </a:cubicBezTo>
                <a:lnTo>
                  <a:pt x="447294" y="129413"/>
                </a:lnTo>
                <a:cubicBezTo>
                  <a:pt x="447294" y="42926"/>
                  <a:pt x="342900" y="0"/>
                  <a:pt x="281940" y="60960"/>
                </a:cubicBezTo>
                <a:lnTo>
                  <a:pt x="96901" y="246126"/>
                </a:lnTo>
                <a:cubicBezTo>
                  <a:pt x="0" y="343027"/>
                  <a:pt x="0" y="499237"/>
                  <a:pt x="96901" y="596138"/>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3"/>
          <p:cNvSpPr/>
          <p:nvPr/>
        </p:nvSpPr>
        <p:spPr>
          <a:xfrm>
            <a:off x="5017546" y="7267491"/>
            <a:ext cx="5670311" cy="1497295"/>
          </a:xfrm>
          <a:custGeom>
            <a:rect b="b" l="l" r="r" t="t"/>
            <a:pathLst>
              <a:path extrusionOk="0" h="1963166" w="7434580">
                <a:moveTo>
                  <a:pt x="967105" y="1963166"/>
                </a:moveTo>
                <a:lnTo>
                  <a:pt x="7434580" y="1963166"/>
                </a:lnTo>
                <a:lnTo>
                  <a:pt x="6596380" y="1125601"/>
                </a:lnTo>
                <a:cubicBezTo>
                  <a:pt x="6556883" y="1086104"/>
                  <a:pt x="6536563" y="1033780"/>
                  <a:pt x="6536563" y="981583"/>
                </a:cubicBezTo>
                <a:cubicBezTo>
                  <a:pt x="6536563" y="929386"/>
                  <a:pt x="6556375" y="877570"/>
                  <a:pt x="6596380" y="837565"/>
                </a:cubicBezTo>
                <a:lnTo>
                  <a:pt x="7434072" y="0"/>
                </a:lnTo>
                <a:lnTo>
                  <a:pt x="967105" y="0"/>
                </a:lnTo>
                <a:lnTo>
                  <a:pt x="0" y="980948"/>
                </a:lnTo>
                <a:lnTo>
                  <a:pt x="967105" y="1963039"/>
                </a:ln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3"/>
          <p:cNvSpPr txBox="1"/>
          <p:nvPr/>
        </p:nvSpPr>
        <p:spPr>
          <a:xfrm>
            <a:off x="5687140" y="7393598"/>
            <a:ext cx="4315499" cy="1455142"/>
          </a:xfrm>
          <a:prstGeom prst="rect">
            <a:avLst/>
          </a:prstGeom>
          <a:noFill/>
          <a:ln>
            <a:noFill/>
          </a:ln>
        </p:spPr>
        <p:txBody>
          <a:bodyPr anchorCtr="0" anchor="t" bIns="0" lIns="0" spcFirstLastPara="1" rIns="0" wrap="square" tIns="0">
            <a:spAutoFit/>
          </a:bodyPr>
          <a:lstStyle/>
          <a:p>
            <a:pPr indent="0" lvl="0" marL="0" marR="0" rtl="0" algn="r">
              <a:lnSpc>
                <a:spcPct val="128222"/>
              </a:lnSpc>
              <a:spcBef>
                <a:spcPts val="0"/>
              </a:spcBef>
              <a:spcAft>
                <a:spcPts val="0"/>
              </a:spcAft>
              <a:buNone/>
            </a:pPr>
            <a:r>
              <a:rPr lang="en-US" sz="1800">
                <a:solidFill>
                  <a:srgbClr val="FFFFFF"/>
                </a:solidFill>
                <a:latin typeface="Times New Roman"/>
                <a:ea typeface="Times New Roman"/>
                <a:cs typeface="Times New Roman"/>
                <a:sym typeface="Times New Roman"/>
              </a:rPr>
              <a:t>Sử dụng với thẻ thông minh/thẻ chip ID tại văn phòng dịch vụ công cộng; hoặc</a:t>
            </a:r>
            <a:endParaRPr sz="1800">
              <a:solidFill>
                <a:srgbClr val="FFFFFF"/>
              </a:solidFill>
              <a:latin typeface="Times New Roman"/>
              <a:ea typeface="Times New Roman"/>
              <a:cs typeface="Times New Roman"/>
              <a:sym typeface="Times New Roman"/>
            </a:endParaRPr>
          </a:p>
          <a:p>
            <a:pPr indent="0" lvl="0" marL="0" marR="0" rtl="0" algn="r">
              <a:lnSpc>
                <a:spcPct val="128222"/>
              </a:lnSpc>
              <a:spcBef>
                <a:spcPts val="0"/>
              </a:spcBef>
              <a:spcAft>
                <a:spcPts val="0"/>
              </a:spcAft>
              <a:buNone/>
            </a:pPr>
            <a:r>
              <a:rPr lang="en-US" sz="1800">
                <a:solidFill>
                  <a:srgbClr val="FFFFFF"/>
                </a:solidFill>
                <a:latin typeface="Times New Roman"/>
                <a:ea typeface="Times New Roman"/>
                <a:cs typeface="Times New Roman"/>
                <a:sym typeface="Times New Roman"/>
              </a:rPr>
              <a:t> Theo dõi điểm danh nhân viên.</a:t>
            </a:r>
            <a:endParaRPr/>
          </a:p>
          <a:p>
            <a:pPr indent="0" lvl="0" marL="0" marR="0" rtl="0" algn="r">
              <a:lnSpc>
                <a:spcPct val="128222"/>
              </a:lnSpc>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grpSp>
        <p:nvGrpSpPr>
          <p:cNvPr id="709" name="Google Shape;709;p23"/>
          <p:cNvGrpSpPr/>
          <p:nvPr/>
        </p:nvGrpSpPr>
        <p:grpSpPr>
          <a:xfrm>
            <a:off x="13053120" y="5668393"/>
            <a:ext cx="4297793" cy="4102080"/>
            <a:chOff x="-366471" y="-11891"/>
            <a:chExt cx="15572971" cy="14863810"/>
          </a:xfrm>
        </p:grpSpPr>
        <p:sp>
          <p:nvSpPr>
            <p:cNvPr id="710" name="Google Shape;710;p23"/>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a:gsLst>
                <a:gs pos="0">
                  <a:srgbClr val="243F81"/>
                </a:gs>
                <a:gs pos="100000">
                  <a:srgbClr val="28819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3"/>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3"/>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7">
                <a:alphaModFix/>
              </a:blip>
              <a:stretch>
                <a:fillRect b="-3853" l="-23849" r="-23849"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 name="Google Shape;713;p23"/>
          <p:cNvGrpSpPr/>
          <p:nvPr/>
        </p:nvGrpSpPr>
        <p:grpSpPr>
          <a:xfrm>
            <a:off x="17555738" y="2229366"/>
            <a:ext cx="8057634" cy="8057634"/>
            <a:chOff x="0" y="0"/>
            <a:chExt cx="812800" cy="812800"/>
          </a:xfrm>
        </p:grpSpPr>
        <p:sp>
          <p:nvSpPr>
            <p:cNvPr id="714" name="Google Shape;714;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716" name="Google Shape;716;p23"/>
          <p:cNvSpPr txBox="1"/>
          <p:nvPr/>
        </p:nvSpPr>
        <p:spPr>
          <a:xfrm>
            <a:off x="8190646" y="120767"/>
            <a:ext cx="7632960" cy="636008"/>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USE CASES</a:t>
            </a:r>
            <a:endParaRPr/>
          </a:p>
        </p:txBody>
      </p:sp>
      <p:pic>
        <p:nvPicPr>
          <p:cNvPr id="717" name="Google Shape;717;p23"/>
          <p:cNvPicPr preferRelativeResize="0"/>
          <p:nvPr/>
        </p:nvPicPr>
        <p:blipFill rotWithShape="1">
          <a:blip r:embed="rId8">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721" name="Shape 721"/>
        <p:cNvGrpSpPr/>
        <p:nvPr/>
      </p:nvGrpSpPr>
      <p:grpSpPr>
        <a:xfrm>
          <a:off x="0" y="0"/>
          <a:ext cx="0" cy="0"/>
          <a:chOff x="0" y="0"/>
          <a:chExt cx="0" cy="0"/>
        </a:xfrm>
      </p:grpSpPr>
      <p:sp>
        <p:nvSpPr>
          <p:cNvPr id="722" name="Google Shape;722;p24"/>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60000"/>
            </a:blip>
            <a:stretch>
              <a:fillRect b="-37007" l="-1514" r="-31644" t="0"/>
            </a:stretch>
          </a:blipFill>
          <a:ln>
            <a:noFill/>
          </a:ln>
        </p:spPr>
      </p:sp>
      <p:sp>
        <p:nvSpPr>
          <p:cNvPr id="723" name="Google Shape;723;p24"/>
          <p:cNvSpPr/>
          <p:nvPr/>
        </p:nvSpPr>
        <p:spPr>
          <a:xfrm>
            <a:off x="1894944" y="1624128"/>
            <a:ext cx="6787588" cy="4595879"/>
          </a:xfrm>
          <a:custGeom>
            <a:rect b="b" l="l" r="r" t="t"/>
            <a:pathLst>
              <a:path extrusionOk="0" h="4595879" w="6787588">
                <a:moveTo>
                  <a:pt x="0" y="0"/>
                </a:moveTo>
                <a:lnTo>
                  <a:pt x="6787588" y="0"/>
                </a:lnTo>
                <a:lnTo>
                  <a:pt x="6787588" y="4595879"/>
                </a:lnTo>
                <a:lnTo>
                  <a:pt x="0" y="4595879"/>
                </a:lnTo>
                <a:lnTo>
                  <a:pt x="0" y="0"/>
                </a:lnTo>
                <a:close/>
              </a:path>
            </a:pathLst>
          </a:custGeom>
          <a:blipFill rotWithShape="1">
            <a:blip r:embed="rId4">
              <a:alphaModFix/>
            </a:blip>
            <a:stretch>
              <a:fillRect b="0" l="-1387" r="-1387" t="0"/>
            </a:stretch>
          </a:blipFill>
          <a:ln>
            <a:noFill/>
          </a:ln>
        </p:spPr>
      </p:sp>
      <p:grpSp>
        <p:nvGrpSpPr>
          <p:cNvPr id="724" name="Google Shape;724;p24"/>
          <p:cNvGrpSpPr/>
          <p:nvPr/>
        </p:nvGrpSpPr>
        <p:grpSpPr>
          <a:xfrm>
            <a:off x="8238974" y="1872767"/>
            <a:ext cx="8602582" cy="1276661"/>
            <a:chOff x="0" y="-57150"/>
            <a:chExt cx="3123561" cy="463550"/>
          </a:xfrm>
        </p:grpSpPr>
        <p:sp>
          <p:nvSpPr>
            <p:cNvPr id="725" name="Google Shape;725;p24"/>
            <p:cNvSpPr/>
            <p:nvPr/>
          </p:nvSpPr>
          <p:spPr>
            <a:xfrm>
              <a:off x="0" y="0"/>
              <a:ext cx="3123561" cy="406400"/>
            </a:xfrm>
            <a:custGeom>
              <a:rect b="b" l="l" r="r" t="t"/>
              <a:pathLst>
                <a:path extrusionOk="0" h="406400" w="3123561">
                  <a:moveTo>
                    <a:pt x="2920361" y="0"/>
                  </a:moveTo>
                  <a:cubicBezTo>
                    <a:pt x="3032586" y="0"/>
                    <a:pt x="3123561" y="90976"/>
                    <a:pt x="3123561" y="203200"/>
                  </a:cubicBezTo>
                  <a:cubicBezTo>
                    <a:pt x="3123561" y="315424"/>
                    <a:pt x="3032586" y="406400"/>
                    <a:pt x="2920361"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10477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4"/>
            <p:cNvSpPr txBox="1"/>
            <p:nvPr/>
          </p:nvSpPr>
          <p:spPr>
            <a:xfrm>
              <a:off x="0" y="-57150"/>
              <a:ext cx="3123561" cy="463550"/>
            </a:xfrm>
            <a:prstGeom prst="rect">
              <a:avLst/>
            </a:prstGeom>
            <a:noFill/>
            <a:ln>
              <a:noFill/>
            </a:ln>
          </p:spPr>
          <p:txBody>
            <a:bodyPr anchorCtr="0" anchor="ctr" bIns="48625" lIns="48625" spcFirstLastPara="1" rIns="48625" wrap="square" tIns="48625">
              <a:noAutofit/>
            </a:bodyPr>
            <a:lstStyle/>
            <a:p>
              <a:pPr indent="0" lvl="0" marL="0" marR="0" rtl="0" algn="ctr">
                <a:lnSpc>
                  <a:spcPct val="248888"/>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727" name="Google Shape;727;p24"/>
          <p:cNvGrpSpPr/>
          <p:nvPr/>
        </p:nvGrpSpPr>
        <p:grpSpPr>
          <a:xfrm>
            <a:off x="7993135" y="1890065"/>
            <a:ext cx="1378793" cy="1378793"/>
            <a:chOff x="0" y="0"/>
            <a:chExt cx="812800" cy="812800"/>
          </a:xfrm>
        </p:grpSpPr>
        <p:sp>
          <p:nvSpPr>
            <p:cNvPr id="728" name="Google Shape;728;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3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4"/>
            <p:cNvSpPr txBox="1"/>
            <p:nvPr/>
          </p:nvSpPr>
          <p:spPr>
            <a:xfrm>
              <a:off x="76200" y="19050"/>
              <a:ext cx="660400" cy="717550"/>
            </a:xfrm>
            <a:prstGeom prst="rect">
              <a:avLst/>
            </a:prstGeom>
            <a:noFill/>
            <a:ln>
              <a:noFill/>
            </a:ln>
          </p:spPr>
          <p:txBody>
            <a:bodyPr anchorCtr="0" anchor="ctr" bIns="48625" lIns="48625" spcFirstLastPara="1" rIns="48625" wrap="square" tIns="48625">
              <a:noAutofit/>
            </a:bodyPr>
            <a:lstStyle/>
            <a:p>
              <a:pPr indent="0" lvl="0" marL="0" marR="0" rtl="0" algn="ctr">
                <a:lnSpc>
                  <a:spcPct val="248888"/>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730" name="Google Shape;730;p24"/>
          <p:cNvGrpSpPr/>
          <p:nvPr/>
        </p:nvGrpSpPr>
        <p:grpSpPr>
          <a:xfrm>
            <a:off x="2134746" y="6403276"/>
            <a:ext cx="8631385" cy="1276660"/>
            <a:chOff x="0" y="-57150"/>
            <a:chExt cx="3134020" cy="463550"/>
          </a:xfrm>
        </p:grpSpPr>
        <p:sp>
          <p:nvSpPr>
            <p:cNvPr id="731" name="Google Shape;731;p24"/>
            <p:cNvSpPr/>
            <p:nvPr/>
          </p:nvSpPr>
          <p:spPr>
            <a:xfrm>
              <a:off x="0" y="0"/>
              <a:ext cx="3134020" cy="406400"/>
            </a:xfrm>
            <a:custGeom>
              <a:rect b="b" l="l" r="r" t="t"/>
              <a:pathLst>
                <a:path extrusionOk="0" h="406400" w="3134020">
                  <a:moveTo>
                    <a:pt x="2930820" y="0"/>
                  </a:moveTo>
                  <a:cubicBezTo>
                    <a:pt x="3043044" y="0"/>
                    <a:pt x="3134020" y="90976"/>
                    <a:pt x="3134020" y="203200"/>
                  </a:cubicBezTo>
                  <a:cubicBezTo>
                    <a:pt x="3134020" y="315424"/>
                    <a:pt x="3043044" y="406400"/>
                    <a:pt x="29308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cap="sq" cmpd="sng" w="10477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txBox="1"/>
            <p:nvPr/>
          </p:nvSpPr>
          <p:spPr>
            <a:xfrm>
              <a:off x="0" y="-57150"/>
              <a:ext cx="3134020" cy="463550"/>
            </a:xfrm>
            <a:prstGeom prst="rect">
              <a:avLst/>
            </a:prstGeom>
            <a:noFill/>
            <a:ln>
              <a:noFill/>
            </a:ln>
          </p:spPr>
          <p:txBody>
            <a:bodyPr anchorCtr="0" anchor="ctr" bIns="48625" lIns="48625" spcFirstLastPara="1" rIns="48625" wrap="square" tIns="48625">
              <a:noAutofit/>
            </a:bodyPr>
            <a:lstStyle/>
            <a:p>
              <a:pPr indent="0" lvl="0" marL="0" marR="0" rtl="0" algn="ctr">
                <a:lnSpc>
                  <a:spcPct val="248888"/>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grpSp>
        <p:nvGrpSpPr>
          <p:cNvPr id="733" name="Google Shape;733;p24"/>
          <p:cNvGrpSpPr/>
          <p:nvPr/>
        </p:nvGrpSpPr>
        <p:grpSpPr>
          <a:xfrm>
            <a:off x="9939156" y="6430908"/>
            <a:ext cx="1378793" cy="1378793"/>
            <a:chOff x="0" y="0"/>
            <a:chExt cx="812800" cy="812800"/>
          </a:xfrm>
        </p:grpSpPr>
        <p:sp>
          <p:nvSpPr>
            <p:cNvPr id="734" name="Google Shape;734;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EB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4"/>
            <p:cNvSpPr txBox="1"/>
            <p:nvPr/>
          </p:nvSpPr>
          <p:spPr>
            <a:xfrm>
              <a:off x="76200" y="19050"/>
              <a:ext cx="660400" cy="717550"/>
            </a:xfrm>
            <a:prstGeom prst="rect">
              <a:avLst/>
            </a:prstGeom>
            <a:noFill/>
            <a:ln>
              <a:noFill/>
            </a:ln>
          </p:spPr>
          <p:txBody>
            <a:bodyPr anchorCtr="0" anchor="ctr" bIns="48625" lIns="48625" spcFirstLastPara="1" rIns="48625" wrap="square" tIns="48625">
              <a:noAutofit/>
            </a:bodyPr>
            <a:lstStyle/>
            <a:p>
              <a:pPr indent="0" lvl="0" marL="0" marR="0" rtl="0" algn="ctr">
                <a:lnSpc>
                  <a:spcPct val="248888"/>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736" name="Google Shape;736;p24"/>
          <p:cNvSpPr/>
          <p:nvPr/>
        </p:nvSpPr>
        <p:spPr>
          <a:xfrm>
            <a:off x="8231290" y="2156935"/>
            <a:ext cx="902484" cy="845053"/>
          </a:xfrm>
          <a:custGeom>
            <a:rect b="b" l="l" r="r" t="t"/>
            <a:pathLst>
              <a:path extrusionOk="0" h="845053" w="902484">
                <a:moveTo>
                  <a:pt x="0" y="0"/>
                </a:moveTo>
                <a:lnTo>
                  <a:pt x="902484" y="0"/>
                </a:lnTo>
                <a:lnTo>
                  <a:pt x="902484" y="845053"/>
                </a:lnTo>
                <a:lnTo>
                  <a:pt x="0" y="845053"/>
                </a:lnTo>
                <a:lnTo>
                  <a:pt x="0" y="0"/>
                </a:lnTo>
                <a:close/>
              </a:path>
            </a:pathLst>
          </a:custGeom>
          <a:blipFill rotWithShape="1">
            <a:blip r:embed="rId5">
              <a:alphaModFix/>
            </a:blip>
            <a:stretch>
              <a:fillRect b="0" l="0" r="0" t="0"/>
            </a:stretch>
          </a:blipFill>
          <a:ln>
            <a:noFill/>
          </a:ln>
        </p:spPr>
      </p:sp>
      <p:sp>
        <p:nvSpPr>
          <p:cNvPr id="737" name="Google Shape;737;p24"/>
          <p:cNvSpPr/>
          <p:nvPr/>
        </p:nvSpPr>
        <p:spPr>
          <a:xfrm>
            <a:off x="10197020" y="6681594"/>
            <a:ext cx="863065" cy="877422"/>
          </a:xfrm>
          <a:custGeom>
            <a:rect b="b" l="l" r="r" t="t"/>
            <a:pathLst>
              <a:path extrusionOk="0" h="877422" w="863065">
                <a:moveTo>
                  <a:pt x="0" y="0"/>
                </a:moveTo>
                <a:lnTo>
                  <a:pt x="863065" y="0"/>
                </a:lnTo>
                <a:lnTo>
                  <a:pt x="863065" y="877422"/>
                </a:lnTo>
                <a:lnTo>
                  <a:pt x="0" y="877422"/>
                </a:lnTo>
                <a:lnTo>
                  <a:pt x="0" y="0"/>
                </a:lnTo>
                <a:close/>
              </a:path>
            </a:pathLst>
          </a:custGeom>
          <a:blipFill rotWithShape="1">
            <a:blip r:embed="rId6">
              <a:alphaModFix/>
            </a:blip>
            <a:stretch>
              <a:fillRect b="0" l="0" r="0" t="0"/>
            </a:stretch>
          </a:blipFill>
          <a:ln>
            <a:noFill/>
          </a:ln>
        </p:spPr>
      </p:sp>
      <p:grpSp>
        <p:nvGrpSpPr>
          <p:cNvPr id="738" name="Google Shape;738;p24"/>
          <p:cNvGrpSpPr/>
          <p:nvPr/>
        </p:nvGrpSpPr>
        <p:grpSpPr>
          <a:xfrm>
            <a:off x="-2043773" y="-1342365"/>
            <a:ext cx="3735531" cy="3735531"/>
            <a:chOff x="0" y="0"/>
            <a:chExt cx="812800" cy="812800"/>
          </a:xfrm>
        </p:grpSpPr>
        <p:sp>
          <p:nvSpPr>
            <p:cNvPr id="739" name="Google Shape;739;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00">
              <a:solidFill>
                <a:srgbClr val="145DA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741" name="Google Shape;741;p24"/>
          <p:cNvSpPr txBox="1"/>
          <p:nvPr/>
        </p:nvSpPr>
        <p:spPr>
          <a:xfrm>
            <a:off x="9598984" y="3154558"/>
            <a:ext cx="7242572" cy="1799339"/>
          </a:xfrm>
          <a:prstGeom prst="rect">
            <a:avLst/>
          </a:prstGeom>
          <a:noFill/>
          <a:ln>
            <a:noFill/>
          </a:ln>
        </p:spPr>
        <p:txBody>
          <a:bodyPr anchorCtr="0" anchor="t" bIns="0" lIns="0" spcFirstLastPara="1" rIns="0" wrap="square" tIns="0">
            <a:spAutoFit/>
          </a:bodyPr>
          <a:lstStyle/>
          <a:p>
            <a:pPr indent="-244633" lvl="1" marL="489266" marR="0" rtl="0" algn="l">
              <a:lnSpc>
                <a:spcPct val="159973"/>
              </a:lnSpc>
              <a:spcBef>
                <a:spcPts val="0"/>
              </a:spcBef>
              <a:spcAft>
                <a:spcPts val="0"/>
              </a:spcAft>
              <a:buClr>
                <a:srgbClr val="01003B"/>
              </a:buClr>
              <a:buSzPts val="2266"/>
              <a:buFont typeface="Arial"/>
              <a:buChar char="•"/>
            </a:pPr>
            <a:r>
              <a:rPr b="0" i="0" lang="en-US" sz="2266" u="none" cap="none" strike="noStrike">
                <a:solidFill>
                  <a:srgbClr val="01003B"/>
                </a:solidFill>
                <a:latin typeface="Times New Roman"/>
                <a:ea typeface="Times New Roman"/>
                <a:cs typeface="Times New Roman"/>
                <a:sym typeface="Times New Roman"/>
              </a:rPr>
              <a:t>Không lo mất chìa khóa/thẻ hoặc thông tin xác thực</a:t>
            </a:r>
            <a:endParaRPr b="0" i="0" sz="2266" u="none" cap="none" strike="noStrike">
              <a:solidFill>
                <a:srgbClr val="01003B"/>
              </a:solidFill>
              <a:latin typeface="Times New Roman"/>
              <a:ea typeface="Times New Roman"/>
              <a:cs typeface="Times New Roman"/>
              <a:sym typeface="Times New Roman"/>
            </a:endParaRPr>
          </a:p>
          <a:p>
            <a:pPr indent="-244633" lvl="1" marL="489266" marR="0" rtl="0" algn="l">
              <a:lnSpc>
                <a:spcPct val="159973"/>
              </a:lnSpc>
              <a:spcBef>
                <a:spcPts val="0"/>
              </a:spcBef>
              <a:spcAft>
                <a:spcPts val="0"/>
              </a:spcAft>
              <a:buClr>
                <a:srgbClr val="01003B"/>
              </a:buClr>
              <a:buSzPts val="2266"/>
              <a:buFont typeface="Arial"/>
              <a:buChar char="•"/>
            </a:pPr>
            <a:r>
              <a:rPr b="0" i="0" lang="en-US" sz="2266" u="none" cap="none" strike="noStrike">
                <a:solidFill>
                  <a:srgbClr val="01003B"/>
                </a:solidFill>
                <a:latin typeface="Times New Roman"/>
                <a:ea typeface="Times New Roman"/>
                <a:cs typeface="Times New Roman"/>
                <a:sym typeface="Times New Roman"/>
              </a:rPr>
              <a:t>Một thẻ nhận dạng cho tất cả các cửa trong một tòa nhà</a:t>
            </a:r>
            <a:endParaRPr b="0" i="0" sz="2266" u="none" cap="none" strike="noStrike">
              <a:solidFill>
                <a:srgbClr val="01003B"/>
              </a:solidFill>
              <a:latin typeface="Times New Roman"/>
              <a:ea typeface="Times New Roman"/>
              <a:cs typeface="Times New Roman"/>
              <a:sym typeface="Times New Roman"/>
            </a:endParaRPr>
          </a:p>
          <a:p>
            <a:pPr indent="-244633" lvl="1" marL="489266" marR="0" rtl="0" algn="l">
              <a:lnSpc>
                <a:spcPct val="159973"/>
              </a:lnSpc>
              <a:spcBef>
                <a:spcPts val="0"/>
              </a:spcBef>
              <a:spcAft>
                <a:spcPts val="0"/>
              </a:spcAft>
              <a:buClr>
                <a:srgbClr val="01003B"/>
              </a:buClr>
              <a:buSzPts val="2266"/>
              <a:buFont typeface="Arial"/>
              <a:buChar char="•"/>
            </a:pPr>
            <a:r>
              <a:rPr b="0" i="0" lang="en-US" sz="2266" u="none" cap="none" strike="noStrike">
                <a:solidFill>
                  <a:srgbClr val="01003B"/>
                </a:solidFill>
                <a:latin typeface="Times New Roman"/>
                <a:ea typeface="Times New Roman"/>
                <a:cs typeface="Times New Roman"/>
                <a:sym typeface="Times New Roman"/>
              </a:rPr>
              <a:t>Truy cập an toàn và nhanh chóng</a:t>
            </a:r>
            <a:endParaRPr b="0" i="0" sz="2266" u="none" cap="none" strike="noStrike">
              <a:solidFill>
                <a:srgbClr val="01003B"/>
              </a:solidFill>
              <a:latin typeface="Times New Roman"/>
              <a:ea typeface="Times New Roman"/>
              <a:cs typeface="Times New Roman"/>
              <a:sym typeface="Times New Roman"/>
            </a:endParaRPr>
          </a:p>
          <a:p>
            <a:pPr indent="0" lvl="0" marL="0" marR="0" rtl="0" algn="l">
              <a:lnSpc>
                <a:spcPct val="159973"/>
              </a:lnSpc>
              <a:spcBef>
                <a:spcPts val="0"/>
              </a:spcBef>
              <a:spcAft>
                <a:spcPts val="0"/>
              </a:spcAft>
              <a:buNone/>
            </a:pPr>
            <a:r>
              <a:t/>
            </a:r>
            <a:endParaRPr sz="2266">
              <a:solidFill>
                <a:srgbClr val="01003B"/>
              </a:solidFill>
              <a:latin typeface="Times New Roman"/>
              <a:ea typeface="Times New Roman"/>
              <a:cs typeface="Times New Roman"/>
              <a:sym typeface="Times New Roman"/>
            </a:endParaRPr>
          </a:p>
        </p:txBody>
      </p:sp>
      <p:sp>
        <p:nvSpPr>
          <p:cNvPr id="742" name="Google Shape;742;p24"/>
          <p:cNvSpPr/>
          <p:nvPr/>
        </p:nvSpPr>
        <p:spPr>
          <a:xfrm>
            <a:off x="11636916" y="5419969"/>
            <a:ext cx="4508599" cy="5246370"/>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blipFill rotWithShape="1">
            <a:blip r:embed="rId7">
              <a:alphaModFix/>
            </a:blip>
            <a:stretch>
              <a:fillRect b="0" l="-64692" r="-36572" t="-13938"/>
            </a:stretch>
          </a:blipFill>
          <a:ln>
            <a:noFill/>
          </a:ln>
        </p:spPr>
      </p:sp>
      <p:sp>
        <p:nvSpPr>
          <p:cNvPr id="743" name="Google Shape;743;p24"/>
          <p:cNvSpPr/>
          <p:nvPr/>
        </p:nvSpPr>
        <p:spPr>
          <a:xfrm>
            <a:off x="15517873" y="4694093"/>
            <a:ext cx="1678544" cy="1953215"/>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blipFill rotWithShape="1">
            <a:blip r:embed="rId8">
              <a:alphaModFix/>
            </a:blip>
            <a:stretch>
              <a:fillRect b="0" l="-53430" r="-53430" t="0"/>
            </a:stretch>
          </a:blipFill>
          <a:ln>
            <a:noFill/>
          </a:ln>
        </p:spPr>
      </p:sp>
      <p:sp>
        <p:nvSpPr>
          <p:cNvPr id="744" name="Google Shape;744;p24"/>
          <p:cNvSpPr/>
          <p:nvPr/>
        </p:nvSpPr>
        <p:spPr>
          <a:xfrm>
            <a:off x="15351386" y="9514872"/>
            <a:ext cx="1678544" cy="1953215"/>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blipFill rotWithShape="1">
            <a:blip r:embed="rId9">
              <a:alphaModFix/>
            </a:blip>
            <a:stretch>
              <a:fillRect b="0" l="-61086" r="-61086" t="0"/>
            </a:stretch>
          </a:blipFill>
          <a:ln>
            <a:noFill/>
          </a:ln>
        </p:spPr>
      </p:sp>
      <p:grpSp>
        <p:nvGrpSpPr>
          <p:cNvPr id="745" name="Google Shape;745;p24"/>
          <p:cNvGrpSpPr/>
          <p:nvPr/>
        </p:nvGrpSpPr>
        <p:grpSpPr>
          <a:xfrm>
            <a:off x="11060085" y="8473364"/>
            <a:ext cx="1790091" cy="2083015"/>
            <a:chOff x="0" y="0"/>
            <a:chExt cx="698500" cy="812800"/>
          </a:xfrm>
        </p:grpSpPr>
        <p:sp>
          <p:nvSpPr>
            <p:cNvPr id="746" name="Google Shape;746;p24"/>
            <p:cNvSpPr/>
            <p:nvPr/>
          </p:nvSpPr>
          <p:spPr>
            <a:xfrm>
              <a:off x="0" y="0"/>
              <a:ext cx="698500" cy="812800"/>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gradFill>
              <a:gsLst>
                <a:gs pos="0">
                  <a:srgbClr val="FFFFFF"/>
                </a:gs>
                <a:gs pos="100000">
                  <a:srgbClr val="9B9B9B">
                    <a:alpha val="11765"/>
                  </a:srgbClr>
                </a:gs>
              </a:gsLst>
              <a:lin ang="0" scaled="0"/>
            </a:gradFill>
            <a:ln>
              <a:noFill/>
            </a:ln>
          </p:spPr>
        </p:sp>
        <p:sp>
          <p:nvSpPr>
            <p:cNvPr id="747" name="Google Shape;747;p24"/>
            <p:cNvSpPr txBox="1"/>
            <p:nvPr/>
          </p:nvSpPr>
          <p:spPr>
            <a:xfrm>
              <a:off x="0" y="120650"/>
              <a:ext cx="698500" cy="552450"/>
            </a:xfrm>
            <a:prstGeom prst="rect">
              <a:avLst/>
            </a:prstGeom>
            <a:noFill/>
            <a:ln>
              <a:noFill/>
            </a:ln>
          </p:spPr>
          <p:txBody>
            <a:bodyPr anchorCtr="0" anchor="ctr" bIns="50800" lIns="50800" spcFirstLastPara="1" rIns="50800" wrap="square" tIns="50800">
              <a:noAutofit/>
            </a:bodyPr>
            <a:lstStyle/>
            <a:p>
              <a:pPr indent="0" lvl="0" marL="0" marR="0" rtl="0" algn="ctr">
                <a:lnSpc>
                  <a:spcPct val="154611"/>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748" name="Google Shape;748;p24"/>
          <p:cNvSpPr txBox="1"/>
          <p:nvPr/>
        </p:nvSpPr>
        <p:spPr>
          <a:xfrm>
            <a:off x="9598984" y="2288919"/>
            <a:ext cx="6879246" cy="46968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2826">
                <a:solidFill>
                  <a:srgbClr val="01003B"/>
                </a:solidFill>
                <a:latin typeface="Times New Roman"/>
                <a:ea typeface="Times New Roman"/>
                <a:cs typeface="Times New Roman"/>
                <a:sym typeface="Times New Roman"/>
              </a:rPr>
              <a:t>ĐỐI VỚI NGƯỜI DÙNG CUỐI</a:t>
            </a:r>
            <a:endParaRPr/>
          </a:p>
        </p:txBody>
      </p:sp>
      <p:sp>
        <p:nvSpPr>
          <p:cNvPr id="749" name="Google Shape;749;p24"/>
          <p:cNvSpPr txBox="1"/>
          <p:nvPr/>
        </p:nvSpPr>
        <p:spPr>
          <a:xfrm>
            <a:off x="2356412" y="7966790"/>
            <a:ext cx="7582744" cy="1799339"/>
          </a:xfrm>
          <a:prstGeom prst="rect">
            <a:avLst/>
          </a:prstGeom>
          <a:noFill/>
          <a:ln>
            <a:noFill/>
          </a:ln>
        </p:spPr>
        <p:txBody>
          <a:bodyPr anchorCtr="0" anchor="t" bIns="0" lIns="0" spcFirstLastPara="1" rIns="0" wrap="square" tIns="0">
            <a:spAutoFit/>
          </a:bodyPr>
          <a:lstStyle/>
          <a:p>
            <a:pPr indent="-244633" lvl="1" marL="489266" marR="0" rtl="0" algn="l">
              <a:lnSpc>
                <a:spcPct val="159973"/>
              </a:lnSpc>
              <a:spcBef>
                <a:spcPts val="0"/>
              </a:spcBef>
              <a:spcAft>
                <a:spcPts val="0"/>
              </a:spcAft>
              <a:buClr>
                <a:srgbClr val="01003B"/>
              </a:buClr>
              <a:buSzPts val="2266"/>
              <a:buFont typeface="Arial"/>
              <a:buChar char="•"/>
            </a:pPr>
            <a:r>
              <a:rPr b="0" i="0" lang="en-US" sz="2266" u="none" cap="none" strike="noStrike">
                <a:solidFill>
                  <a:srgbClr val="01003B"/>
                </a:solidFill>
                <a:latin typeface="Times New Roman"/>
                <a:ea typeface="Times New Roman"/>
                <a:cs typeface="Times New Roman"/>
                <a:sym typeface="Times New Roman"/>
              </a:rPr>
              <a:t>AI xử lý tại biên để phân tích và xử lý dữ liệu ngay trên thiết bị, giảm độ trễ và tăng cường hiệu suất hệ thống, giảm chi phí đầu tư hạ tầng ban đầu.</a:t>
            </a:r>
            <a:endParaRPr/>
          </a:p>
          <a:p>
            <a:pPr indent="-244633" lvl="1" marL="489266" marR="0" rtl="0" algn="l">
              <a:lnSpc>
                <a:spcPct val="159973"/>
              </a:lnSpc>
              <a:spcBef>
                <a:spcPts val="0"/>
              </a:spcBef>
              <a:spcAft>
                <a:spcPts val="0"/>
              </a:spcAft>
              <a:buClr>
                <a:srgbClr val="01003B"/>
              </a:buClr>
              <a:buSzPts val="2266"/>
              <a:buFont typeface="Arial"/>
              <a:buChar char="•"/>
            </a:pPr>
            <a:r>
              <a:rPr b="0" i="0" lang="en-US" sz="2266" u="none" cap="none" strike="noStrike">
                <a:solidFill>
                  <a:srgbClr val="01003B"/>
                </a:solidFill>
                <a:latin typeface="Times New Roman"/>
                <a:ea typeface="Times New Roman"/>
                <a:cs typeface="Times New Roman"/>
                <a:sym typeface="Times New Roman"/>
              </a:rPr>
              <a:t>Quản lý từ xa 100%, bao gồm báo cáo và giám sát trạng thái</a:t>
            </a:r>
            <a:endParaRPr b="0" i="0" sz="2266" u="none" cap="none" strike="noStrike">
              <a:solidFill>
                <a:srgbClr val="01003B"/>
              </a:solidFill>
              <a:latin typeface="Times New Roman"/>
              <a:ea typeface="Times New Roman"/>
              <a:cs typeface="Times New Roman"/>
              <a:sym typeface="Times New Roman"/>
            </a:endParaRPr>
          </a:p>
        </p:txBody>
      </p:sp>
      <p:sp>
        <p:nvSpPr>
          <p:cNvPr id="750" name="Google Shape;750;p24"/>
          <p:cNvSpPr txBox="1"/>
          <p:nvPr/>
        </p:nvSpPr>
        <p:spPr>
          <a:xfrm>
            <a:off x="2606091" y="6812152"/>
            <a:ext cx="7017732" cy="46968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2826">
                <a:solidFill>
                  <a:srgbClr val="01003B"/>
                </a:solidFill>
                <a:latin typeface="Times New Roman"/>
                <a:ea typeface="Times New Roman"/>
                <a:cs typeface="Times New Roman"/>
                <a:sym typeface="Times New Roman"/>
              </a:rPr>
              <a:t>ĐỐI VỚI NHÀ ĐẦU TƯ, QUẢN LÝ</a:t>
            </a:r>
            <a:endParaRPr/>
          </a:p>
        </p:txBody>
      </p:sp>
      <p:sp>
        <p:nvSpPr>
          <p:cNvPr id="751" name="Google Shape;751;p24"/>
          <p:cNvSpPr txBox="1"/>
          <p:nvPr/>
        </p:nvSpPr>
        <p:spPr>
          <a:xfrm>
            <a:off x="2356412" y="700574"/>
            <a:ext cx="15156724" cy="660502"/>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b="1" lang="en-US" sz="4199">
                <a:solidFill>
                  <a:srgbClr val="16418E"/>
                </a:solidFill>
                <a:latin typeface="Times New Roman"/>
                <a:ea typeface="Times New Roman"/>
                <a:cs typeface="Times New Roman"/>
                <a:sym typeface="Times New Roman"/>
              </a:rPr>
              <a:t>LỢI ÍCH KHI SỬ DỤNG GIẢI PHÁP</a:t>
            </a:r>
            <a:endParaRPr/>
          </a:p>
        </p:txBody>
      </p:sp>
      <p:pic>
        <p:nvPicPr>
          <p:cNvPr id="752" name="Google Shape;752;p24"/>
          <p:cNvPicPr preferRelativeResize="0"/>
          <p:nvPr/>
        </p:nvPicPr>
        <p:blipFill rotWithShape="1">
          <a:blip r:embed="rId10">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grpSp>
        <p:nvGrpSpPr>
          <p:cNvPr id="757" name="Google Shape;757;p25"/>
          <p:cNvGrpSpPr/>
          <p:nvPr/>
        </p:nvGrpSpPr>
        <p:grpSpPr>
          <a:xfrm>
            <a:off x="-2308451" y="-3169495"/>
            <a:ext cx="8057634" cy="8057634"/>
            <a:chOff x="0" y="0"/>
            <a:chExt cx="812800" cy="812800"/>
          </a:xfrm>
        </p:grpSpPr>
        <p:sp>
          <p:nvSpPr>
            <p:cNvPr id="758" name="Google Shape;758;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C25F">
                <a:alpha val="5725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3295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760" name="Google Shape;760;p25"/>
          <p:cNvGrpSpPr/>
          <p:nvPr/>
        </p:nvGrpSpPr>
        <p:grpSpPr>
          <a:xfrm>
            <a:off x="13385653" y="800905"/>
            <a:ext cx="8057634" cy="8057634"/>
            <a:chOff x="0" y="0"/>
            <a:chExt cx="812800" cy="812800"/>
          </a:xfrm>
        </p:grpSpPr>
        <p:sp>
          <p:nvSpPr>
            <p:cNvPr id="761" name="Google Shape;761;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3295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763" name="Google Shape;763;p25"/>
          <p:cNvGrpSpPr/>
          <p:nvPr/>
        </p:nvGrpSpPr>
        <p:grpSpPr>
          <a:xfrm>
            <a:off x="467262" y="1765223"/>
            <a:ext cx="3882540" cy="973215"/>
            <a:chOff x="0" y="-241102"/>
            <a:chExt cx="5176720" cy="1297621"/>
          </a:xfrm>
        </p:grpSpPr>
        <p:grpSp>
          <p:nvGrpSpPr>
            <p:cNvPr id="764" name="Google Shape;764;p25"/>
            <p:cNvGrpSpPr/>
            <p:nvPr/>
          </p:nvGrpSpPr>
          <p:grpSpPr>
            <a:xfrm>
              <a:off x="0" y="-241102"/>
              <a:ext cx="5176720" cy="1297621"/>
              <a:chOff x="0" y="-47625"/>
              <a:chExt cx="1022562" cy="256320"/>
            </a:xfrm>
          </p:grpSpPr>
          <p:sp>
            <p:nvSpPr>
              <p:cNvPr id="765" name="Google Shape;765;p25"/>
              <p:cNvSpPr/>
              <p:nvPr/>
            </p:nvSpPr>
            <p:spPr>
              <a:xfrm>
                <a:off x="0" y="0"/>
                <a:ext cx="1022562" cy="208695"/>
              </a:xfrm>
              <a:custGeom>
                <a:rect b="b" l="l" r="r" t="t"/>
                <a:pathLst>
                  <a:path extrusionOk="0" h="208695" w="1022562">
                    <a:moveTo>
                      <a:pt x="0" y="0"/>
                    </a:moveTo>
                    <a:lnTo>
                      <a:pt x="1022562" y="0"/>
                    </a:lnTo>
                    <a:lnTo>
                      <a:pt x="1022562" y="208695"/>
                    </a:lnTo>
                    <a:lnTo>
                      <a:pt x="0" y="208695"/>
                    </a:lnTo>
                    <a:close/>
                  </a:path>
                </a:pathLst>
              </a:custGeom>
              <a:solidFill>
                <a:srgbClr val="16418E"/>
              </a:solidFill>
              <a:ln>
                <a:noFill/>
              </a:ln>
            </p:spPr>
          </p:sp>
          <p:sp>
            <p:nvSpPr>
              <p:cNvPr id="766" name="Google Shape;766;p25"/>
              <p:cNvSpPr txBox="1"/>
              <p:nvPr/>
            </p:nvSpPr>
            <p:spPr>
              <a:xfrm>
                <a:off x="0" y="-47625"/>
                <a:ext cx="1022562" cy="25632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767" name="Google Shape;767;p25"/>
            <p:cNvSpPr txBox="1"/>
            <p:nvPr/>
          </p:nvSpPr>
          <p:spPr>
            <a:xfrm>
              <a:off x="241209" y="221341"/>
              <a:ext cx="4694603" cy="545022"/>
            </a:xfrm>
            <a:prstGeom prst="rect">
              <a:avLst/>
            </a:prstGeom>
            <a:noFill/>
            <a:ln>
              <a:noFill/>
            </a:ln>
          </p:spPr>
          <p:txBody>
            <a:bodyPr anchorCtr="0" anchor="t" bIns="0" lIns="0" spcFirstLastPara="1" rIns="0" wrap="square" tIns="0">
              <a:spAutoFit/>
            </a:bodyPr>
            <a:lstStyle/>
            <a:p>
              <a:pPr indent="0" lvl="0" marL="0" marR="0" rtl="0" algn="ctr">
                <a:lnSpc>
                  <a:spcPct val="145791"/>
                </a:lnSpc>
                <a:spcBef>
                  <a:spcPts val="0"/>
                </a:spcBef>
                <a:spcAft>
                  <a:spcPts val="0"/>
                </a:spcAft>
                <a:buNone/>
              </a:pPr>
              <a:r>
                <a:rPr b="1" lang="en-US" sz="2400">
                  <a:solidFill>
                    <a:srgbClr val="FDFDFD"/>
                  </a:solidFill>
                  <a:latin typeface="Times New Roman"/>
                  <a:ea typeface="Times New Roman"/>
                  <a:cs typeface="Times New Roman"/>
                  <a:sym typeface="Times New Roman"/>
                </a:rPr>
                <a:t>MADE IN VIỆT NAM</a:t>
              </a:r>
              <a:endParaRPr/>
            </a:p>
          </p:txBody>
        </p:sp>
      </p:grpSp>
      <p:grpSp>
        <p:nvGrpSpPr>
          <p:cNvPr id="768" name="Google Shape;768;p25"/>
          <p:cNvGrpSpPr/>
          <p:nvPr/>
        </p:nvGrpSpPr>
        <p:grpSpPr>
          <a:xfrm>
            <a:off x="4783367" y="1765223"/>
            <a:ext cx="3922410" cy="973215"/>
            <a:chOff x="0" y="-241102"/>
            <a:chExt cx="5229880" cy="1297621"/>
          </a:xfrm>
        </p:grpSpPr>
        <p:grpSp>
          <p:nvGrpSpPr>
            <p:cNvPr id="769" name="Google Shape;769;p25"/>
            <p:cNvGrpSpPr/>
            <p:nvPr/>
          </p:nvGrpSpPr>
          <p:grpSpPr>
            <a:xfrm>
              <a:off x="0" y="-241102"/>
              <a:ext cx="5229880" cy="1297621"/>
              <a:chOff x="0" y="-47625"/>
              <a:chExt cx="1033063" cy="256320"/>
            </a:xfrm>
          </p:grpSpPr>
          <p:sp>
            <p:nvSpPr>
              <p:cNvPr id="770" name="Google Shape;770;p25"/>
              <p:cNvSpPr/>
              <p:nvPr/>
            </p:nvSpPr>
            <p:spPr>
              <a:xfrm>
                <a:off x="0" y="0"/>
                <a:ext cx="1033063" cy="208695"/>
              </a:xfrm>
              <a:custGeom>
                <a:rect b="b" l="l" r="r" t="t"/>
                <a:pathLst>
                  <a:path extrusionOk="0" h="208695" w="1033063">
                    <a:moveTo>
                      <a:pt x="0" y="0"/>
                    </a:moveTo>
                    <a:lnTo>
                      <a:pt x="1033063" y="0"/>
                    </a:lnTo>
                    <a:lnTo>
                      <a:pt x="1033063" y="208695"/>
                    </a:lnTo>
                    <a:lnTo>
                      <a:pt x="0" y="208695"/>
                    </a:lnTo>
                    <a:close/>
                  </a:path>
                </a:pathLst>
              </a:custGeom>
              <a:solidFill>
                <a:srgbClr val="16418E"/>
              </a:solidFill>
              <a:ln>
                <a:noFill/>
              </a:ln>
            </p:spPr>
          </p:sp>
          <p:sp>
            <p:nvSpPr>
              <p:cNvPr id="771" name="Google Shape;771;p25"/>
              <p:cNvSpPr txBox="1"/>
              <p:nvPr/>
            </p:nvSpPr>
            <p:spPr>
              <a:xfrm>
                <a:off x="0" y="-47625"/>
                <a:ext cx="1033063" cy="25632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772" name="Google Shape;772;p25"/>
            <p:cNvSpPr txBox="1"/>
            <p:nvPr/>
          </p:nvSpPr>
          <p:spPr>
            <a:xfrm>
              <a:off x="196065" y="221341"/>
              <a:ext cx="4837751" cy="545022"/>
            </a:xfrm>
            <a:prstGeom prst="rect">
              <a:avLst/>
            </a:prstGeom>
            <a:noFill/>
            <a:ln>
              <a:noFill/>
            </a:ln>
          </p:spPr>
          <p:txBody>
            <a:bodyPr anchorCtr="0" anchor="t" bIns="0" lIns="0" spcFirstLastPara="1" rIns="0" wrap="square" tIns="0">
              <a:spAutoFit/>
            </a:bodyPr>
            <a:lstStyle/>
            <a:p>
              <a:pPr indent="0" lvl="0" marL="0" marR="0" rtl="0" algn="ctr">
                <a:lnSpc>
                  <a:spcPct val="145791"/>
                </a:lnSpc>
                <a:spcBef>
                  <a:spcPts val="0"/>
                </a:spcBef>
                <a:spcAft>
                  <a:spcPts val="0"/>
                </a:spcAft>
                <a:buNone/>
              </a:pPr>
              <a:r>
                <a:rPr b="1" lang="en-US" sz="2400">
                  <a:solidFill>
                    <a:srgbClr val="FDFDFD"/>
                  </a:solidFill>
                  <a:latin typeface="Times New Roman"/>
                  <a:ea typeface="Times New Roman"/>
                  <a:cs typeface="Times New Roman"/>
                  <a:sym typeface="Times New Roman"/>
                </a:rPr>
                <a:t>MAKE IN VIỆT NAM</a:t>
              </a:r>
              <a:endParaRPr/>
            </a:p>
          </p:txBody>
        </p:sp>
      </p:grpSp>
      <p:grpSp>
        <p:nvGrpSpPr>
          <p:cNvPr id="773" name="Google Shape;773;p25"/>
          <p:cNvGrpSpPr/>
          <p:nvPr/>
        </p:nvGrpSpPr>
        <p:grpSpPr>
          <a:xfrm>
            <a:off x="9139342" y="1768881"/>
            <a:ext cx="4178092" cy="973215"/>
            <a:chOff x="0" y="-241102"/>
            <a:chExt cx="5261850" cy="1297621"/>
          </a:xfrm>
        </p:grpSpPr>
        <p:grpSp>
          <p:nvGrpSpPr>
            <p:cNvPr id="774" name="Google Shape;774;p25"/>
            <p:cNvGrpSpPr/>
            <p:nvPr/>
          </p:nvGrpSpPr>
          <p:grpSpPr>
            <a:xfrm>
              <a:off x="0" y="-241102"/>
              <a:ext cx="5261850" cy="1297621"/>
              <a:chOff x="0" y="-47625"/>
              <a:chExt cx="1039378" cy="256320"/>
            </a:xfrm>
          </p:grpSpPr>
          <p:sp>
            <p:nvSpPr>
              <p:cNvPr id="775" name="Google Shape;775;p25"/>
              <p:cNvSpPr/>
              <p:nvPr/>
            </p:nvSpPr>
            <p:spPr>
              <a:xfrm>
                <a:off x="0" y="0"/>
                <a:ext cx="1039378" cy="208695"/>
              </a:xfrm>
              <a:custGeom>
                <a:rect b="b" l="l" r="r" t="t"/>
                <a:pathLst>
                  <a:path extrusionOk="0" h="208695" w="1039378">
                    <a:moveTo>
                      <a:pt x="0" y="0"/>
                    </a:moveTo>
                    <a:lnTo>
                      <a:pt x="1039378" y="0"/>
                    </a:lnTo>
                    <a:lnTo>
                      <a:pt x="1039378" y="208695"/>
                    </a:lnTo>
                    <a:lnTo>
                      <a:pt x="0" y="208695"/>
                    </a:lnTo>
                    <a:close/>
                  </a:path>
                </a:pathLst>
              </a:custGeom>
              <a:solidFill>
                <a:srgbClr val="16418E"/>
              </a:solidFill>
              <a:ln>
                <a:noFill/>
              </a:ln>
            </p:spPr>
          </p:sp>
          <p:sp>
            <p:nvSpPr>
              <p:cNvPr id="776" name="Google Shape;776;p25"/>
              <p:cNvSpPr txBox="1"/>
              <p:nvPr/>
            </p:nvSpPr>
            <p:spPr>
              <a:xfrm>
                <a:off x="0" y="-47625"/>
                <a:ext cx="1039378" cy="25632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777" name="Google Shape;777;p25"/>
            <p:cNvSpPr txBox="1"/>
            <p:nvPr/>
          </p:nvSpPr>
          <p:spPr>
            <a:xfrm>
              <a:off x="183983" y="239975"/>
              <a:ext cx="4943622" cy="545022"/>
            </a:xfrm>
            <a:prstGeom prst="rect">
              <a:avLst/>
            </a:prstGeom>
            <a:noFill/>
            <a:ln>
              <a:noFill/>
            </a:ln>
          </p:spPr>
          <p:txBody>
            <a:bodyPr anchorCtr="0" anchor="t" bIns="0" lIns="0" spcFirstLastPara="1" rIns="0" wrap="square" tIns="0">
              <a:spAutoFit/>
            </a:bodyPr>
            <a:lstStyle/>
            <a:p>
              <a:pPr indent="0" lvl="0" marL="0" marR="0" rtl="0" algn="ctr">
                <a:lnSpc>
                  <a:spcPct val="145791"/>
                </a:lnSpc>
                <a:spcBef>
                  <a:spcPts val="0"/>
                </a:spcBef>
                <a:spcAft>
                  <a:spcPts val="0"/>
                </a:spcAft>
                <a:buNone/>
              </a:pPr>
              <a:r>
                <a:rPr b="1" lang="en-US" sz="2400">
                  <a:solidFill>
                    <a:srgbClr val="FDFDFD"/>
                  </a:solidFill>
                  <a:latin typeface="Times New Roman"/>
                  <a:ea typeface="Times New Roman"/>
                  <a:cs typeface="Times New Roman"/>
                  <a:sym typeface="Times New Roman"/>
                </a:rPr>
                <a:t>SẢN PHẨM CHIẾN LƯỢC</a:t>
              </a:r>
              <a:endParaRPr/>
            </a:p>
          </p:txBody>
        </p:sp>
      </p:grpSp>
      <p:grpSp>
        <p:nvGrpSpPr>
          <p:cNvPr id="778" name="Google Shape;778;p25"/>
          <p:cNvGrpSpPr/>
          <p:nvPr/>
        </p:nvGrpSpPr>
        <p:grpSpPr>
          <a:xfrm>
            <a:off x="13745424" y="1739417"/>
            <a:ext cx="4161576" cy="973215"/>
            <a:chOff x="0" y="-241102"/>
            <a:chExt cx="5261850" cy="1297621"/>
          </a:xfrm>
        </p:grpSpPr>
        <p:grpSp>
          <p:nvGrpSpPr>
            <p:cNvPr id="779" name="Google Shape;779;p25"/>
            <p:cNvGrpSpPr/>
            <p:nvPr/>
          </p:nvGrpSpPr>
          <p:grpSpPr>
            <a:xfrm>
              <a:off x="0" y="-241102"/>
              <a:ext cx="5261850" cy="1297621"/>
              <a:chOff x="0" y="-47625"/>
              <a:chExt cx="1039378" cy="256320"/>
            </a:xfrm>
          </p:grpSpPr>
          <p:sp>
            <p:nvSpPr>
              <p:cNvPr id="780" name="Google Shape;780;p25"/>
              <p:cNvSpPr/>
              <p:nvPr/>
            </p:nvSpPr>
            <p:spPr>
              <a:xfrm>
                <a:off x="0" y="0"/>
                <a:ext cx="1039378" cy="208695"/>
              </a:xfrm>
              <a:custGeom>
                <a:rect b="b" l="l" r="r" t="t"/>
                <a:pathLst>
                  <a:path extrusionOk="0" h="208695" w="1039378">
                    <a:moveTo>
                      <a:pt x="0" y="0"/>
                    </a:moveTo>
                    <a:lnTo>
                      <a:pt x="1039378" y="0"/>
                    </a:lnTo>
                    <a:lnTo>
                      <a:pt x="1039378" y="208695"/>
                    </a:lnTo>
                    <a:lnTo>
                      <a:pt x="0" y="208695"/>
                    </a:lnTo>
                    <a:close/>
                  </a:path>
                </a:pathLst>
              </a:custGeom>
              <a:solidFill>
                <a:srgbClr val="16418E"/>
              </a:solidFill>
              <a:ln>
                <a:noFill/>
              </a:ln>
            </p:spPr>
          </p:sp>
          <p:sp>
            <p:nvSpPr>
              <p:cNvPr id="781" name="Google Shape;781;p25"/>
              <p:cNvSpPr txBox="1"/>
              <p:nvPr/>
            </p:nvSpPr>
            <p:spPr>
              <a:xfrm>
                <a:off x="0" y="-47625"/>
                <a:ext cx="1039378" cy="25632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782" name="Google Shape;782;p25"/>
            <p:cNvSpPr txBox="1"/>
            <p:nvPr/>
          </p:nvSpPr>
          <p:spPr>
            <a:xfrm>
              <a:off x="187927" y="169605"/>
              <a:ext cx="4913760" cy="545022"/>
            </a:xfrm>
            <a:prstGeom prst="rect">
              <a:avLst/>
            </a:prstGeom>
            <a:noFill/>
            <a:ln>
              <a:noFill/>
            </a:ln>
          </p:spPr>
          <p:txBody>
            <a:bodyPr anchorCtr="0" anchor="t" bIns="0" lIns="0" spcFirstLastPara="1" rIns="0" wrap="square" tIns="0">
              <a:spAutoFit/>
            </a:bodyPr>
            <a:lstStyle/>
            <a:p>
              <a:pPr indent="0" lvl="0" marL="0" marR="0" rtl="0" algn="ctr">
                <a:lnSpc>
                  <a:spcPct val="145791"/>
                </a:lnSpc>
                <a:spcBef>
                  <a:spcPts val="0"/>
                </a:spcBef>
                <a:spcAft>
                  <a:spcPts val="0"/>
                </a:spcAft>
                <a:buNone/>
              </a:pPr>
              <a:r>
                <a:rPr b="1" lang="en-US" sz="2400">
                  <a:solidFill>
                    <a:srgbClr val="FDFDFD"/>
                  </a:solidFill>
                  <a:latin typeface="Times New Roman"/>
                  <a:ea typeface="Times New Roman"/>
                  <a:cs typeface="Times New Roman"/>
                  <a:sym typeface="Times New Roman"/>
                </a:rPr>
                <a:t>CHÍNH SÁCH BÁN HÀNG</a:t>
              </a:r>
              <a:endParaRPr/>
            </a:p>
          </p:txBody>
        </p:sp>
      </p:grpSp>
      <p:sp>
        <p:nvSpPr>
          <p:cNvPr id="783" name="Google Shape;783;p25"/>
          <p:cNvSpPr txBox="1"/>
          <p:nvPr/>
        </p:nvSpPr>
        <p:spPr>
          <a:xfrm>
            <a:off x="467262" y="541304"/>
            <a:ext cx="16372938" cy="769441"/>
          </a:xfrm>
          <a:prstGeom prst="rect">
            <a:avLst/>
          </a:prstGeom>
          <a:noFill/>
          <a:ln>
            <a:noFill/>
          </a:ln>
        </p:spPr>
        <p:txBody>
          <a:bodyPr anchorCtr="0" anchor="t" bIns="0" lIns="0" spcFirstLastPara="1" rIns="0" wrap="square" tIns="0">
            <a:spAutoFit/>
          </a:bodyPr>
          <a:lstStyle/>
          <a:p>
            <a:pPr indent="0" lvl="1" marL="0" marR="0" rtl="0" algn="l">
              <a:lnSpc>
                <a:spcPct val="136020"/>
              </a:lnSpc>
              <a:spcBef>
                <a:spcPts val="0"/>
              </a:spcBef>
              <a:spcAft>
                <a:spcPts val="0"/>
              </a:spcAft>
              <a:buNone/>
            </a:pPr>
            <a:r>
              <a:rPr b="1" i="0" lang="en-US" sz="4800" u="none" cap="none" strike="noStrike">
                <a:solidFill>
                  <a:srgbClr val="004B97"/>
                </a:solidFill>
                <a:latin typeface="Times New Roman"/>
                <a:ea typeface="Times New Roman"/>
                <a:cs typeface="Times New Roman"/>
                <a:sym typeface="Times New Roman"/>
              </a:rPr>
              <a:t>ĐIỂM VƯỢT TRỘI CỦA M6</a:t>
            </a:r>
            <a:endParaRPr b="1" i="0" sz="4800" u="none" cap="none" strike="noStrike">
              <a:solidFill>
                <a:srgbClr val="004B97"/>
              </a:solidFill>
              <a:latin typeface="Times New Roman"/>
              <a:ea typeface="Times New Roman"/>
              <a:cs typeface="Times New Roman"/>
              <a:sym typeface="Times New Roman"/>
            </a:endParaRPr>
          </a:p>
        </p:txBody>
      </p:sp>
      <p:sp>
        <p:nvSpPr>
          <p:cNvPr id="784" name="Google Shape;784;p25"/>
          <p:cNvSpPr txBox="1"/>
          <p:nvPr/>
        </p:nvSpPr>
        <p:spPr>
          <a:xfrm>
            <a:off x="309735" y="3021468"/>
            <a:ext cx="3935527" cy="2808461"/>
          </a:xfrm>
          <a:prstGeom prst="rect">
            <a:avLst/>
          </a:prstGeom>
          <a:noFill/>
          <a:ln>
            <a:noFill/>
          </a:ln>
        </p:spPr>
        <p:txBody>
          <a:bodyPr anchorCtr="0" anchor="t" bIns="0" lIns="0" spcFirstLastPara="1" rIns="0" wrap="square" tIns="0">
            <a:spAutoFit/>
          </a:bodyPr>
          <a:lstStyle/>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Sản phẩm xuất xứ Việt Nam, là niềm tự hào dân tộc, góp phần xây dựng thương hiệu quốc gia.</a:t>
            </a:r>
            <a:endParaRPr/>
          </a:p>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Thúc đẩy kinh tế trong nước, giảm phụ thuộc vào hang nhập khẩu.</a:t>
            </a:r>
            <a:endParaRPr b="0" i="0" sz="2200" u="none" cap="none" strike="noStrike">
              <a:solidFill>
                <a:srgbClr val="000000"/>
              </a:solidFill>
              <a:latin typeface="Times New Roman"/>
              <a:ea typeface="Times New Roman"/>
              <a:cs typeface="Times New Roman"/>
              <a:sym typeface="Times New Roman"/>
            </a:endParaRPr>
          </a:p>
        </p:txBody>
      </p:sp>
      <p:sp>
        <p:nvSpPr>
          <p:cNvPr id="785" name="Google Shape;785;p25"/>
          <p:cNvSpPr txBox="1"/>
          <p:nvPr/>
        </p:nvSpPr>
        <p:spPr>
          <a:xfrm>
            <a:off x="4581961" y="2927772"/>
            <a:ext cx="4052759" cy="3620991"/>
          </a:xfrm>
          <a:prstGeom prst="rect">
            <a:avLst/>
          </a:prstGeom>
          <a:noFill/>
          <a:ln>
            <a:noFill/>
          </a:ln>
        </p:spPr>
        <p:txBody>
          <a:bodyPr anchorCtr="0" anchor="t" bIns="0" lIns="0" spcFirstLastPara="1" rIns="0" wrap="square" tIns="0">
            <a:spAutoFit/>
          </a:bodyPr>
          <a:lstStyle/>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Không chỉ là sản xuất tại Việt Nam, mà đây còn là thiết kế, sáng tạo và làm chủ công nghệ tại Việt Nam.</a:t>
            </a:r>
            <a:endParaRPr/>
          </a:p>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Tăng giá trị gia tăng trong nước, thúc đẩy đổi mới sáng tạo và làm chủ công nghệ.</a:t>
            </a:r>
            <a:endParaRPr/>
          </a:p>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Khẳng định thương hiệu và năng lực Việt Nam.</a:t>
            </a:r>
            <a:endParaRPr/>
          </a:p>
        </p:txBody>
      </p:sp>
      <p:sp>
        <p:nvSpPr>
          <p:cNvPr id="786" name="Google Shape;786;p25"/>
          <p:cNvSpPr txBox="1"/>
          <p:nvPr/>
        </p:nvSpPr>
        <p:spPr>
          <a:xfrm>
            <a:off x="9087077" y="3019226"/>
            <a:ext cx="4137657" cy="4027256"/>
          </a:xfrm>
          <a:prstGeom prst="rect">
            <a:avLst/>
          </a:prstGeom>
          <a:noFill/>
          <a:ln>
            <a:noFill/>
          </a:ln>
        </p:spPr>
        <p:txBody>
          <a:bodyPr anchorCtr="0" anchor="t" bIns="0" lIns="0" spcFirstLastPara="1" rIns="0" wrap="square" tIns="0">
            <a:spAutoFit/>
          </a:bodyPr>
          <a:lstStyle/>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 Nằm trong nhóm các Sản phẩm công nghệ chiến lược, ưu tiên triển khai ngay: AI Camera xử lý tại biên (Tại Phiên họp lần thứ tư của Ban Chỉ đạo của Chính phủ).</a:t>
            </a:r>
            <a:endParaRPr/>
          </a:p>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Sản phẩm là kết quả của sự nghiên cứu, phối hợp với BCA, có khả năng đọc các trường dữ liệu trong CCCD, kết nói dữ liệu quốc gia về dân cư.</a:t>
            </a:r>
            <a:endParaRPr/>
          </a:p>
        </p:txBody>
      </p:sp>
      <p:sp>
        <p:nvSpPr>
          <p:cNvPr id="787" name="Google Shape;787;p25"/>
          <p:cNvSpPr txBox="1"/>
          <p:nvPr/>
        </p:nvSpPr>
        <p:spPr>
          <a:xfrm>
            <a:off x="13707491" y="3019227"/>
            <a:ext cx="3742309" cy="3620991"/>
          </a:xfrm>
          <a:prstGeom prst="rect">
            <a:avLst/>
          </a:prstGeom>
          <a:noFill/>
          <a:ln>
            <a:noFill/>
          </a:ln>
        </p:spPr>
        <p:txBody>
          <a:bodyPr anchorCtr="0" anchor="t" bIns="0" lIns="0" spcFirstLastPara="1" rIns="0" wrap="square" tIns="0">
            <a:spAutoFit/>
          </a:bodyPr>
          <a:lstStyle/>
          <a:p>
            <a:pPr indent="-194311" lvl="1" marL="388622" marR="0" rtl="0" algn="l">
              <a:lnSpc>
                <a:spcPct val="120000"/>
              </a:lnSpc>
              <a:spcBef>
                <a:spcPts val="0"/>
              </a:spcBef>
              <a:spcAft>
                <a:spcPts val="0"/>
              </a:spcAft>
              <a:buClr>
                <a:schemeClr val="lt1"/>
              </a:buClr>
              <a:buSzPts val="2200"/>
              <a:buFont typeface="Arial"/>
              <a:buChar char="•"/>
            </a:pPr>
            <a:r>
              <a:rPr b="0" i="0" lang="en-US" sz="2200" u="none" cap="none" strike="noStrike">
                <a:solidFill>
                  <a:schemeClr val="lt1"/>
                </a:solidFill>
                <a:latin typeface="Times New Roman"/>
                <a:ea typeface="Times New Roman"/>
                <a:cs typeface="Times New Roman"/>
                <a:sym typeface="Times New Roman"/>
              </a:rPr>
              <a:t>Đem đến các giải pháp được “thiết kế” dành riêng từng đối tượng khách hàng. </a:t>
            </a:r>
            <a:endParaRPr/>
          </a:p>
          <a:p>
            <a:pPr indent="-194311" lvl="1" marL="388622" marR="0" rtl="0" algn="l">
              <a:lnSpc>
                <a:spcPct val="120000"/>
              </a:lnSpc>
              <a:spcBef>
                <a:spcPts val="0"/>
              </a:spcBef>
              <a:spcAft>
                <a:spcPts val="0"/>
              </a:spcAft>
              <a:buClr>
                <a:schemeClr val="lt1"/>
              </a:buClr>
              <a:buSzPts val="2200"/>
              <a:buFont typeface="Arial"/>
              <a:buChar char="•"/>
            </a:pPr>
            <a:r>
              <a:rPr b="0" i="0" lang="en-US" sz="2200" u="none" cap="none" strike="noStrike">
                <a:solidFill>
                  <a:schemeClr val="lt1"/>
                </a:solidFill>
                <a:latin typeface="Times New Roman"/>
                <a:ea typeface="Times New Roman"/>
                <a:cs typeface="Times New Roman"/>
                <a:sym typeface="Times New Roman"/>
              </a:rPr>
              <a:t>Hỗ trợ kỹ thuật, dịch vụ bảo hành nhanh chóng, linh kiện thay thế luôn sẵn sàng.</a:t>
            </a:r>
            <a:endParaRPr/>
          </a:p>
          <a:p>
            <a:pPr indent="-194311" lvl="1" marL="388622" marR="0" rtl="0" algn="l">
              <a:lnSpc>
                <a:spcPct val="120000"/>
              </a:lnSpc>
              <a:spcBef>
                <a:spcPts val="0"/>
              </a:spcBef>
              <a:spcAft>
                <a:spcPts val="0"/>
              </a:spcAft>
              <a:buClr>
                <a:schemeClr val="lt1"/>
              </a:buClr>
              <a:buSzPts val="2200"/>
              <a:buFont typeface="Arial"/>
              <a:buChar char="•"/>
            </a:pPr>
            <a:r>
              <a:rPr b="0" i="0" lang="en-US" sz="2200" u="none" cap="none" strike="noStrike">
                <a:solidFill>
                  <a:schemeClr val="lt1"/>
                </a:solidFill>
                <a:latin typeface="Times New Roman"/>
                <a:ea typeface="Times New Roman"/>
                <a:cs typeface="Times New Roman"/>
                <a:sym typeface="Times New Roman"/>
              </a:rPr>
              <a:t>Hỗ trợ khách hàng mở rộng hệ thống hoặc tích hợp với hệ thống có sẵn.</a:t>
            </a:r>
            <a:endParaRPr/>
          </a:p>
        </p:txBody>
      </p:sp>
      <p:pic>
        <p:nvPicPr>
          <p:cNvPr id="788" name="Google Shape;788;p25"/>
          <p:cNvPicPr preferRelativeResize="0"/>
          <p:nvPr/>
        </p:nvPicPr>
        <p:blipFill rotWithShape="1">
          <a:blip r:embed="rId3">
            <a:alphaModFix/>
          </a:blip>
          <a:srcRect b="0" l="0" r="0" t="0"/>
          <a:stretch/>
        </p:blipFill>
        <p:spPr>
          <a:xfrm>
            <a:off x="4996183" y="7303053"/>
            <a:ext cx="3657600" cy="2437448"/>
          </a:xfrm>
          <a:prstGeom prst="roundRect">
            <a:avLst>
              <a:gd fmla="val 4167" name="adj"/>
            </a:avLst>
          </a:prstGeom>
          <a:solidFill>
            <a:srgbClr val="FFFFFF"/>
          </a:solidFill>
          <a:ln cap="sq" cmpd="sng" w="76200">
            <a:solidFill>
              <a:srgbClr val="EAEAEA"/>
            </a:solidFill>
            <a:prstDash val="solid"/>
            <a:miter lim="800000"/>
            <a:headEnd len="sm" w="sm" type="none"/>
            <a:tailEnd len="sm" w="sm" type="none"/>
          </a:ln>
          <a:effectLst>
            <a:reflection blurRad="0" dir="5400000" dist="5000" endA="0" endPos="28000" kx="0" rotWithShape="0" algn="bl" stA="33000" stPos="0" sy="-100000" ky="0"/>
          </a:effectLst>
        </p:spPr>
      </p:pic>
      <p:pic>
        <p:nvPicPr>
          <p:cNvPr id="789" name="Google Shape;789;p25"/>
          <p:cNvPicPr preferRelativeResize="0"/>
          <p:nvPr/>
        </p:nvPicPr>
        <p:blipFill rotWithShape="1">
          <a:blip r:embed="rId4">
            <a:alphaModFix/>
          </a:blip>
          <a:srcRect b="0" l="0" r="0" t="0"/>
          <a:stretch/>
        </p:blipFill>
        <p:spPr>
          <a:xfrm>
            <a:off x="587661" y="7303053"/>
            <a:ext cx="3657601" cy="2437448"/>
          </a:xfrm>
          <a:prstGeom prst="roundRect">
            <a:avLst>
              <a:gd fmla="val 4167" name="adj"/>
            </a:avLst>
          </a:prstGeom>
          <a:solidFill>
            <a:srgbClr val="FFFFFF"/>
          </a:solidFill>
          <a:ln cap="sq" cmpd="sng" w="76200">
            <a:solidFill>
              <a:srgbClr val="EAEAEA"/>
            </a:solidFill>
            <a:prstDash val="solid"/>
            <a:miter lim="800000"/>
            <a:headEnd len="sm" w="sm" type="none"/>
            <a:tailEnd len="sm" w="sm" type="none"/>
          </a:ln>
          <a:effectLst>
            <a:reflection blurRad="0" dir="5400000" dist="5000" endA="0" endPos="28000" kx="0" rotWithShape="0" algn="bl" stA="33000" stPos="0" sy="-100000" ky="0"/>
          </a:effectLst>
        </p:spPr>
      </p:pic>
      <p:pic>
        <p:nvPicPr>
          <p:cNvPr descr="Không có mô tả ảnh." id="790" name="Google Shape;790;p25"/>
          <p:cNvPicPr preferRelativeResize="0"/>
          <p:nvPr/>
        </p:nvPicPr>
        <p:blipFill rotWithShape="1">
          <a:blip r:embed="rId5">
            <a:alphaModFix/>
          </a:blip>
          <a:srcRect b="0" l="0" r="0" t="0"/>
          <a:stretch/>
        </p:blipFill>
        <p:spPr>
          <a:xfrm>
            <a:off x="13929914" y="7303053"/>
            <a:ext cx="3886273" cy="2437448"/>
          </a:xfrm>
          <a:prstGeom prst="roundRect">
            <a:avLst>
              <a:gd fmla="val 4167" name="adj"/>
            </a:avLst>
          </a:prstGeom>
          <a:solidFill>
            <a:srgbClr val="FFFFFF"/>
          </a:solidFill>
          <a:ln cap="sq" cmpd="sng" w="76200">
            <a:solidFill>
              <a:srgbClr val="EAEAEA"/>
            </a:solidFill>
            <a:prstDash val="solid"/>
            <a:miter lim="800000"/>
            <a:headEnd len="sm" w="sm" type="none"/>
            <a:tailEnd len="sm" w="sm" type="none"/>
          </a:ln>
          <a:effectLst>
            <a:reflection blurRad="0" dir="5400000" dist="5000" endA="0" endPos="28000" kx="0" rotWithShape="0" algn="bl" stA="33000" stPos="0" sy="-100000" ky="0"/>
          </a:effectLst>
        </p:spPr>
      </p:pic>
      <p:pic>
        <p:nvPicPr>
          <p:cNvPr descr="Khánh thành nhà máy MK Vision và MK Hi-tek - Ảnh 1." id="791" name="Google Shape;791;p25"/>
          <p:cNvPicPr preferRelativeResize="0"/>
          <p:nvPr/>
        </p:nvPicPr>
        <p:blipFill rotWithShape="1">
          <a:blip r:embed="rId6">
            <a:alphaModFix/>
          </a:blip>
          <a:srcRect b="0" l="0" r="0" t="0"/>
          <a:stretch/>
        </p:blipFill>
        <p:spPr>
          <a:xfrm>
            <a:off x="9380791" y="7303053"/>
            <a:ext cx="3898251" cy="2437448"/>
          </a:xfrm>
          <a:prstGeom prst="roundRect">
            <a:avLst>
              <a:gd fmla="val 4167" name="adj"/>
            </a:avLst>
          </a:prstGeom>
          <a:solidFill>
            <a:srgbClr val="FFFFFF"/>
          </a:solidFill>
          <a:ln cap="sq" cmpd="sng" w="76200">
            <a:solidFill>
              <a:srgbClr val="EAEAEA"/>
            </a:solidFill>
            <a:prstDash val="solid"/>
            <a:miter lim="800000"/>
            <a:headEnd len="sm" w="sm" type="none"/>
            <a:tailEnd len="sm" w="sm" type="none"/>
          </a:ln>
          <a:effectLst>
            <a:reflection blurRad="0" dir="5400000" dist="5000" endA="0" endPos="28000" kx="0" rotWithShape="0" algn="bl" stA="33000" stPos="0" sy="-100000" ky="0"/>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26"/>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mt="60000"/>
            </a:blip>
            <a:stretch>
              <a:fillRect b="-37007" l="-1514" r="-31644" t="0"/>
            </a:stretch>
          </a:blipFill>
          <a:ln>
            <a:noFill/>
          </a:ln>
        </p:spPr>
      </p:sp>
      <p:grpSp>
        <p:nvGrpSpPr>
          <p:cNvPr id="797" name="Google Shape;797;p26"/>
          <p:cNvGrpSpPr/>
          <p:nvPr/>
        </p:nvGrpSpPr>
        <p:grpSpPr>
          <a:xfrm>
            <a:off x="10314331" y="8276693"/>
            <a:ext cx="8057634" cy="8057634"/>
            <a:chOff x="0" y="0"/>
            <a:chExt cx="812800" cy="812800"/>
          </a:xfrm>
        </p:grpSpPr>
        <p:sp>
          <p:nvSpPr>
            <p:cNvPr id="798" name="Google Shape;798;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sp>
        <p:nvSpPr>
          <p:cNvPr id="800" name="Google Shape;800;p26"/>
          <p:cNvSpPr/>
          <p:nvPr/>
        </p:nvSpPr>
        <p:spPr>
          <a:xfrm>
            <a:off x="15616615" y="7760542"/>
            <a:ext cx="3628368" cy="3623787"/>
          </a:xfrm>
          <a:custGeom>
            <a:rect b="b" l="l" r="r" t="t"/>
            <a:pathLst>
              <a:path extrusionOk="0" h="3623787" w="3628368">
                <a:moveTo>
                  <a:pt x="0" y="0"/>
                </a:moveTo>
                <a:lnTo>
                  <a:pt x="3628368" y="0"/>
                </a:lnTo>
                <a:lnTo>
                  <a:pt x="3628368" y="3623787"/>
                </a:lnTo>
                <a:lnTo>
                  <a:pt x="0" y="3623787"/>
                </a:lnTo>
                <a:lnTo>
                  <a:pt x="0" y="0"/>
                </a:lnTo>
                <a:close/>
              </a:path>
            </a:pathLst>
          </a:custGeom>
          <a:blipFill rotWithShape="1">
            <a:blip r:embed="rId4">
              <a:alphaModFix/>
            </a:blip>
            <a:stretch>
              <a:fillRect b="0" l="0" r="0" t="0"/>
            </a:stretch>
          </a:blipFill>
          <a:ln>
            <a:noFill/>
          </a:ln>
        </p:spPr>
      </p:sp>
      <p:sp>
        <p:nvSpPr>
          <p:cNvPr id="801" name="Google Shape;801;p26"/>
          <p:cNvSpPr txBox="1"/>
          <p:nvPr/>
        </p:nvSpPr>
        <p:spPr>
          <a:xfrm>
            <a:off x="4114800" y="3917846"/>
            <a:ext cx="8952555" cy="827727"/>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1" lang="en-US" sz="4499">
                <a:solidFill>
                  <a:srgbClr val="16418E"/>
                </a:solidFill>
                <a:latin typeface="Times New Roman"/>
                <a:ea typeface="Times New Roman"/>
                <a:cs typeface="Times New Roman"/>
                <a:sym typeface="Times New Roman"/>
              </a:rPr>
              <a:t>GIỚI THIỆU VỀ MK VISION</a:t>
            </a:r>
            <a:endParaRPr/>
          </a:p>
        </p:txBody>
      </p:sp>
      <p:sp>
        <p:nvSpPr>
          <p:cNvPr id="802" name="Google Shape;802;p26"/>
          <p:cNvSpPr/>
          <p:nvPr/>
        </p:nvSpPr>
        <p:spPr>
          <a:xfrm>
            <a:off x="2209800" y="3435166"/>
            <a:ext cx="1905000" cy="1793085"/>
          </a:xfrm>
          <a:custGeom>
            <a:rect b="b" l="l" r="r" t="t"/>
            <a:pathLst>
              <a:path extrusionOk="0" h="1089975" w="1089975">
                <a:moveTo>
                  <a:pt x="0" y="0"/>
                </a:moveTo>
                <a:lnTo>
                  <a:pt x="1089975" y="0"/>
                </a:lnTo>
                <a:lnTo>
                  <a:pt x="1089975" y="1089976"/>
                </a:lnTo>
                <a:lnTo>
                  <a:pt x="0" y="1089976"/>
                </a:lnTo>
                <a:lnTo>
                  <a:pt x="0" y="0"/>
                </a:lnTo>
                <a:close/>
              </a:path>
            </a:pathLst>
          </a:custGeom>
          <a:blipFill rotWithShape="1">
            <a:blip r:embed="rId5">
              <a:alphaModFix/>
            </a:blip>
            <a:stretch>
              <a:fillRect b="-285" l="0" r="-1509" t="-285"/>
            </a:stretch>
          </a:blipFill>
          <a:ln>
            <a:noFill/>
          </a:ln>
        </p:spPr>
      </p:sp>
      <p:pic>
        <p:nvPicPr>
          <p:cNvPr id="803" name="Google Shape;803;p26"/>
          <p:cNvPicPr preferRelativeResize="0"/>
          <p:nvPr/>
        </p:nvPicPr>
        <p:blipFill rotWithShape="1">
          <a:blip r:embed="rId6">
            <a:alphaModFix/>
          </a:blip>
          <a:srcRect b="0" l="0" r="0" t="0"/>
          <a:stretch/>
        </p:blipFill>
        <p:spPr>
          <a:xfrm>
            <a:off x="15849600" y="189027"/>
            <a:ext cx="2263962" cy="80043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27"/>
          <p:cNvSpPr/>
          <p:nvPr/>
        </p:nvSpPr>
        <p:spPr>
          <a:xfrm>
            <a:off x="-2496704" y="7872991"/>
            <a:ext cx="6348994" cy="6340978"/>
          </a:xfrm>
          <a:custGeom>
            <a:rect b="b" l="l" r="r" t="t"/>
            <a:pathLst>
              <a:path extrusionOk="0" h="6340978" w="6348994">
                <a:moveTo>
                  <a:pt x="0" y="0"/>
                </a:moveTo>
                <a:lnTo>
                  <a:pt x="6348994" y="0"/>
                </a:lnTo>
                <a:lnTo>
                  <a:pt x="6348994" y="6340977"/>
                </a:lnTo>
                <a:lnTo>
                  <a:pt x="0" y="6340977"/>
                </a:lnTo>
                <a:lnTo>
                  <a:pt x="0" y="0"/>
                </a:lnTo>
                <a:close/>
              </a:path>
            </a:pathLst>
          </a:custGeom>
          <a:blipFill rotWithShape="1">
            <a:blip r:embed="rId3">
              <a:alphaModFix/>
            </a:blip>
            <a:stretch>
              <a:fillRect b="0" l="0" r="0" t="0"/>
            </a:stretch>
          </a:blipFill>
          <a:ln>
            <a:noFill/>
          </a:ln>
        </p:spPr>
      </p:sp>
      <p:sp>
        <p:nvSpPr>
          <p:cNvPr id="809" name="Google Shape;809;p27"/>
          <p:cNvSpPr txBox="1"/>
          <p:nvPr/>
        </p:nvSpPr>
        <p:spPr>
          <a:xfrm>
            <a:off x="17271380" y="9210675"/>
            <a:ext cx="128240" cy="3293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FFFFFF"/>
                </a:solidFill>
                <a:latin typeface="Times New Roman"/>
                <a:ea typeface="Times New Roman"/>
                <a:cs typeface="Times New Roman"/>
                <a:sym typeface="Times New Roman"/>
              </a:rPr>
              <a:t>4</a:t>
            </a:r>
            <a:endParaRPr/>
          </a:p>
        </p:txBody>
      </p:sp>
      <p:sp>
        <p:nvSpPr>
          <p:cNvPr id="810" name="Google Shape;810;p27"/>
          <p:cNvSpPr txBox="1"/>
          <p:nvPr/>
        </p:nvSpPr>
        <p:spPr>
          <a:xfrm>
            <a:off x="688755" y="568566"/>
            <a:ext cx="8079918" cy="761362"/>
          </a:xfrm>
          <a:prstGeom prst="rect">
            <a:avLst/>
          </a:prstGeom>
          <a:noFill/>
          <a:ln>
            <a:noFill/>
          </a:ln>
        </p:spPr>
        <p:txBody>
          <a:bodyPr anchorCtr="0" anchor="t" bIns="0" lIns="0" spcFirstLastPara="1" rIns="0" wrap="square" tIns="0">
            <a:spAutoFit/>
          </a:bodyPr>
          <a:lstStyle/>
          <a:p>
            <a:pPr indent="0" lvl="1" marL="0" marR="0" rtl="0" algn="l">
              <a:lnSpc>
                <a:spcPct val="139987"/>
              </a:lnSpc>
              <a:spcBef>
                <a:spcPts val="0"/>
              </a:spcBef>
              <a:spcAft>
                <a:spcPts val="0"/>
              </a:spcAft>
              <a:buNone/>
            </a:pPr>
            <a:r>
              <a:rPr b="1" i="0" lang="en-US" sz="4664" u="none" cap="none" strike="noStrike">
                <a:solidFill>
                  <a:srgbClr val="004B97"/>
                </a:solidFill>
                <a:latin typeface="Times New Roman"/>
                <a:ea typeface="Times New Roman"/>
                <a:cs typeface="Times New Roman"/>
                <a:sym typeface="Times New Roman"/>
              </a:rPr>
              <a:t>GIỚI THIỆU </a:t>
            </a:r>
            <a:r>
              <a:rPr b="1" i="0" lang="en-US" sz="4499" u="none" cap="none" strike="noStrike">
                <a:solidFill>
                  <a:srgbClr val="16418E"/>
                </a:solidFill>
                <a:latin typeface="Times New Roman"/>
                <a:ea typeface="Times New Roman"/>
                <a:cs typeface="Times New Roman"/>
                <a:sym typeface="Times New Roman"/>
              </a:rPr>
              <a:t>VỀ</a:t>
            </a:r>
            <a:r>
              <a:rPr b="1" i="0" lang="en-US" sz="4664" u="none" cap="none" strike="noStrike">
                <a:solidFill>
                  <a:srgbClr val="004B97"/>
                </a:solidFill>
                <a:latin typeface="Times New Roman"/>
                <a:ea typeface="Times New Roman"/>
                <a:cs typeface="Times New Roman"/>
                <a:sym typeface="Times New Roman"/>
              </a:rPr>
              <a:t> MK VISION</a:t>
            </a:r>
            <a:endParaRPr/>
          </a:p>
        </p:txBody>
      </p:sp>
      <p:sp>
        <p:nvSpPr>
          <p:cNvPr id="811" name="Google Shape;811;p27"/>
          <p:cNvSpPr txBox="1"/>
          <p:nvPr/>
        </p:nvSpPr>
        <p:spPr>
          <a:xfrm>
            <a:off x="688755" y="2019300"/>
            <a:ext cx="10284045" cy="6505755"/>
          </a:xfrm>
          <a:prstGeom prst="rect">
            <a:avLst/>
          </a:prstGeom>
          <a:noFill/>
          <a:ln>
            <a:noFill/>
          </a:ln>
        </p:spPr>
        <p:txBody>
          <a:bodyPr anchorCtr="0" anchor="t" bIns="0" lIns="0" spcFirstLastPara="1" rIns="0" wrap="square" tIns="0">
            <a:spAutoFit/>
          </a:bodyPr>
          <a:lstStyle/>
          <a:p>
            <a:pPr indent="0" lvl="0" marL="0" marR="0" rtl="0" algn="just">
              <a:lnSpc>
                <a:spcPct val="144964"/>
              </a:lnSpc>
              <a:spcBef>
                <a:spcPts val="0"/>
              </a:spcBef>
              <a:spcAft>
                <a:spcPts val="0"/>
              </a:spcAft>
              <a:buNone/>
            </a:pPr>
            <a:r>
              <a:rPr lang="en-US" sz="2800">
                <a:solidFill>
                  <a:srgbClr val="000000"/>
                </a:solidFill>
                <a:latin typeface="Times New Roman"/>
                <a:ea typeface="Times New Roman"/>
                <a:cs typeface="Times New Roman"/>
                <a:sym typeface="Times New Roman"/>
              </a:rPr>
              <a:t>Công ty Cổ phần MK Vision là thành viên của MK Group. Trải qua 25 năm xây dựng và phát triển, MK Group cùng các công ty thành viên đã không ngừng phát huy thế mạnh trong việc làm chủ các công nghệ lõi và phát triển các trụ cột sản xuất kinh doanh.</a:t>
            </a:r>
            <a:endParaRPr/>
          </a:p>
          <a:p>
            <a:pPr indent="0" lvl="0" marL="0" marR="0" rtl="0" algn="just">
              <a:lnSpc>
                <a:spcPct val="144964"/>
              </a:lnSpc>
              <a:spcBef>
                <a:spcPts val="1200"/>
              </a:spcBef>
              <a:spcAft>
                <a:spcPts val="0"/>
              </a:spcAft>
              <a:buNone/>
            </a:pPr>
            <a:r>
              <a:rPr lang="en-US" sz="2800">
                <a:solidFill>
                  <a:srgbClr val="000000"/>
                </a:solidFill>
                <a:latin typeface="Times New Roman"/>
                <a:ea typeface="Times New Roman"/>
                <a:cs typeface="Times New Roman"/>
                <a:sym typeface="Times New Roman"/>
              </a:rPr>
              <a:t>Nhà máy nghiên cứu phát triển và sản xuất AI Camera của MK Vision thành lập ngày 09/07/2020.</a:t>
            </a:r>
            <a:endParaRPr/>
          </a:p>
          <a:p>
            <a:pPr indent="0" lvl="0" marL="0" marR="0" rtl="0" algn="just">
              <a:lnSpc>
                <a:spcPct val="144964"/>
              </a:lnSpc>
              <a:spcBef>
                <a:spcPts val="1200"/>
              </a:spcBef>
              <a:spcAft>
                <a:spcPts val="0"/>
              </a:spcAft>
              <a:buNone/>
            </a:pPr>
            <a:r>
              <a:rPr lang="en-US" sz="2800">
                <a:solidFill>
                  <a:srgbClr val="000000"/>
                </a:solidFill>
                <a:latin typeface="Times New Roman"/>
                <a:ea typeface="Times New Roman"/>
                <a:cs typeface="Times New Roman"/>
                <a:sym typeface="Times New Roman"/>
              </a:rPr>
              <a:t>Công suất lên tới 59.000 thiết bị/năm</a:t>
            </a:r>
            <a:endParaRPr sz="2800">
              <a:solidFill>
                <a:srgbClr val="000000"/>
              </a:solidFill>
              <a:latin typeface="Times New Roman"/>
              <a:ea typeface="Times New Roman"/>
              <a:cs typeface="Times New Roman"/>
              <a:sym typeface="Times New Roman"/>
            </a:endParaRPr>
          </a:p>
          <a:p>
            <a:pPr indent="0" lvl="0" marL="0" marR="0" rtl="0" algn="just">
              <a:lnSpc>
                <a:spcPct val="144964"/>
              </a:lnSpc>
              <a:spcBef>
                <a:spcPts val="1200"/>
              </a:spcBef>
              <a:spcAft>
                <a:spcPts val="0"/>
              </a:spcAft>
              <a:buNone/>
            </a:pPr>
            <a:r>
              <a:rPr lang="en-US" sz="2800">
                <a:solidFill>
                  <a:srgbClr val="000000"/>
                </a:solidFill>
                <a:latin typeface="Times New Roman"/>
                <a:ea typeface="Times New Roman"/>
                <a:cs typeface="Times New Roman"/>
                <a:sym typeface="Times New Roman"/>
              </a:rPr>
              <a:t>Toàn bộ quy trình sản xuất đều thực hiện tại Việt Nam</a:t>
            </a:r>
            <a:endParaRPr/>
          </a:p>
          <a:p>
            <a:pPr indent="0" lvl="0" marL="0" marR="0" rtl="0" algn="just">
              <a:lnSpc>
                <a:spcPct val="144964"/>
              </a:lnSpc>
              <a:spcBef>
                <a:spcPts val="1200"/>
              </a:spcBef>
              <a:spcAft>
                <a:spcPts val="0"/>
              </a:spcAft>
              <a:buNone/>
            </a:pPr>
            <a:r>
              <a:rPr lang="en-US" sz="2800">
                <a:solidFill>
                  <a:srgbClr val="000000"/>
                </a:solidFill>
                <a:latin typeface="Times New Roman"/>
                <a:ea typeface="Times New Roman"/>
                <a:cs typeface="Times New Roman"/>
                <a:sym typeface="Times New Roman"/>
              </a:rPr>
              <a:t>Công nghệ lõi đều thuộc sở hữu và quản lý của MK Vision</a:t>
            </a:r>
            <a:endParaRPr/>
          </a:p>
          <a:p>
            <a:pPr indent="0" lvl="0" marL="0" marR="0" rtl="0" algn="just">
              <a:lnSpc>
                <a:spcPct val="144964"/>
              </a:lnSpc>
              <a:spcBef>
                <a:spcPts val="1200"/>
              </a:spcBef>
              <a:spcAft>
                <a:spcPts val="0"/>
              </a:spcAft>
              <a:buNone/>
            </a:pPr>
            <a:r>
              <a:rPr lang="en-US" sz="2800">
                <a:solidFill>
                  <a:srgbClr val="000000"/>
                </a:solidFill>
                <a:latin typeface="Times New Roman"/>
                <a:ea typeface="Times New Roman"/>
                <a:cs typeface="Times New Roman"/>
                <a:sym typeface="Times New Roman"/>
              </a:rPr>
              <a:t>Địa chỉ nhà máy: Lô C-1B, Khu CN Thăng Long Vĩnh Phúc, xã Bình Xuyên, Phú Thọ, Việt Nam.</a:t>
            </a:r>
            <a:endParaRPr/>
          </a:p>
        </p:txBody>
      </p:sp>
      <p:pic>
        <p:nvPicPr>
          <p:cNvPr id="812" name="Google Shape;812;p27"/>
          <p:cNvPicPr preferRelativeResize="0"/>
          <p:nvPr/>
        </p:nvPicPr>
        <p:blipFill rotWithShape="1">
          <a:blip r:embed="rId4">
            <a:alphaModFix/>
          </a:blip>
          <a:srcRect b="0" l="0" r="0" t="0"/>
          <a:stretch/>
        </p:blipFill>
        <p:spPr>
          <a:xfrm>
            <a:off x="15849600" y="189027"/>
            <a:ext cx="2263962" cy="800433"/>
          </a:xfrm>
          <a:prstGeom prst="rect">
            <a:avLst/>
          </a:prstGeom>
          <a:noFill/>
          <a:ln>
            <a:noFill/>
          </a:ln>
        </p:spPr>
      </p:pic>
      <p:pic>
        <p:nvPicPr>
          <p:cNvPr descr="Giới thiệu MK VISION" id="813" name="Google Shape;813;p27"/>
          <p:cNvPicPr preferRelativeResize="0"/>
          <p:nvPr/>
        </p:nvPicPr>
        <p:blipFill rotWithShape="1">
          <a:blip r:embed="rId5">
            <a:alphaModFix/>
          </a:blip>
          <a:srcRect b="0" l="0" r="0" t="0"/>
          <a:stretch/>
        </p:blipFill>
        <p:spPr>
          <a:xfrm>
            <a:off x="11692311" y="1485900"/>
            <a:ext cx="5913560" cy="3326378"/>
          </a:xfrm>
          <a:prstGeom prst="rect">
            <a:avLst/>
          </a:prstGeom>
          <a:noFill/>
          <a:ln>
            <a:noFill/>
          </a:ln>
          <a:effectLst>
            <a:outerShdw blurRad="190500" rotWithShape="0" algn="tl">
              <a:srgbClr val="000000">
                <a:alpha val="69804"/>
              </a:srgbClr>
            </a:outerShdw>
          </a:effectLst>
        </p:spPr>
      </p:pic>
      <p:pic>
        <p:nvPicPr>
          <p:cNvPr id="814" name="Google Shape;814;p27"/>
          <p:cNvPicPr preferRelativeResize="0"/>
          <p:nvPr/>
        </p:nvPicPr>
        <p:blipFill rotWithShape="1">
          <a:blip r:embed="rId6">
            <a:alphaModFix/>
          </a:blip>
          <a:srcRect b="0" l="0" r="0" t="0"/>
          <a:stretch/>
        </p:blipFill>
        <p:spPr>
          <a:xfrm>
            <a:off x="11698937" y="5092492"/>
            <a:ext cx="5913560" cy="4306665"/>
          </a:xfrm>
          <a:prstGeom prst="rect">
            <a:avLst/>
          </a:prstGeom>
          <a:noFill/>
          <a:ln>
            <a:noFill/>
          </a:ln>
          <a:effectLst>
            <a:outerShdw blurRad="190500" rotWithShape="0" algn="tl">
              <a:srgbClr val="000000">
                <a:alpha val="69804"/>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grpSp>
        <p:nvGrpSpPr>
          <p:cNvPr id="819" name="Google Shape;819;p28"/>
          <p:cNvGrpSpPr/>
          <p:nvPr/>
        </p:nvGrpSpPr>
        <p:grpSpPr>
          <a:xfrm>
            <a:off x="-2308451" y="-3169495"/>
            <a:ext cx="8057634" cy="8057634"/>
            <a:chOff x="0" y="0"/>
            <a:chExt cx="812800" cy="812800"/>
          </a:xfrm>
        </p:grpSpPr>
        <p:sp>
          <p:nvSpPr>
            <p:cNvPr id="820" name="Google Shape;820;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C25F">
                <a:alpha val="5725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3295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822" name="Google Shape;822;p28"/>
          <p:cNvGrpSpPr/>
          <p:nvPr/>
        </p:nvGrpSpPr>
        <p:grpSpPr>
          <a:xfrm>
            <a:off x="13079093" y="1155551"/>
            <a:ext cx="8057634" cy="8057634"/>
            <a:chOff x="0" y="0"/>
            <a:chExt cx="812800" cy="812800"/>
          </a:xfrm>
        </p:grpSpPr>
        <p:sp>
          <p:nvSpPr>
            <p:cNvPr id="823" name="Google Shape;823;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3295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825" name="Google Shape;825;p28"/>
          <p:cNvGrpSpPr/>
          <p:nvPr/>
        </p:nvGrpSpPr>
        <p:grpSpPr>
          <a:xfrm>
            <a:off x="467262" y="1765223"/>
            <a:ext cx="3882540" cy="973215"/>
            <a:chOff x="0" y="-241102"/>
            <a:chExt cx="5176720" cy="1297621"/>
          </a:xfrm>
        </p:grpSpPr>
        <p:grpSp>
          <p:nvGrpSpPr>
            <p:cNvPr id="826" name="Google Shape;826;p28"/>
            <p:cNvGrpSpPr/>
            <p:nvPr/>
          </p:nvGrpSpPr>
          <p:grpSpPr>
            <a:xfrm>
              <a:off x="0" y="-241102"/>
              <a:ext cx="5176720" cy="1297621"/>
              <a:chOff x="0" y="-47625"/>
              <a:chExt cx="1022562" cy="256320"/>
            </a:xfrm>
          </p:grpSpPr>
          <p:sp>
            <p:nvSpPr>
              <p:cNvPr id="827" name="Google Shape;827;p28"/>
              <p:cNvSpPr/>
              <p:nvPr/>
            </p:nvSpPr>
            <p:spPr>
              <a:xfrm>
                <a:off x="0" y="0"/>
                <a:ext cx="1022562" cy="208695"/>
              </a:xfrm>
              <a:custGeom>
                <a:rect b="b" l="l" r="r" t="t"/>
                <a:pathLst>
                  <a:path extrusionOk="0" h="208695" w="1022562">
                    <a:moveTo>
                      <a:pt x="0" y="0"/>
                    </a:moveTo>
                    <a:lnTo>
                      <a:pt x="1022562" y="0"/>
                    </a:lnTo>
                    <a:lnTo>
                      <a:pt x="1022562" y="208695"/>
                    </a:lnTo>
                    <a:lnTo>
                      <a:pt x="0" y="208695"/>
                    </a:lnTo>
                    <a:close/>
                  </a:path>
                </a:pathLst>
              </a:custGeom>
              <a:solidFill>
                <a:srgbClr val="16418E"/>
              </a:solidFill>
              <a:ln>
                <a:noFill/>
              </a:ln>
            </p:spPr>
          </p:sp>
          <p:sp>
            <p:nvSpPr>
              <p:cNvPr id="828" name="Google Shape;828;p28"/>
              <p:cNvSpPr txBox="1"/>
              <p:nvPr/>
            </p:nvSpPr>
            <p:spPr>
              <a:xfrm>
                <a:off x="0" y="-47625"/>
                <a:ext cx="1022562" cy="25632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829" name="Google Shape;829;p28"/>
            <p:cNvSpPr txBox="1"/>
            <p:nvPr/>
          </p:nvSpPr>
          <p:spPr>
            <a:xfrm>
              <a:off x="241209" y="221341"/>
              <a:ext cx="4694603" cy="545021"/>
            </a:xfrm>
            <a:prstGeom prst="rect">
              <a:avLst/>
            </a:prstGeom>
            <a:noFill/>
            <a:ln>
              <a:noFill/>
            </a:ln>
          </p:spPr>
          <p:txBody>
            <a:bodyPr anchorCtr="0" anchor="t" bIns="0" lIns="0" spcFirstLastPara="1" rIns="0" wrap="square" tIns="0">
              <a:spAutoFit/>
            </a:bodyPr>
            <a:lstStyle/>
            <a:p>
              <a:pPr indent="0" lvl="0" marL="0" marR="0" rtl="0" algn="ctr">
                <a:lnSpc>
                  <a:spcPct val="145791"/>
                </a:lnSpc>
                <a:spcBef>
                  <a:spcPts val="0"/>
                </a:spcBef>
                <a:spcAft>
                  <a:spcPts val="0"/>
                </a:spcAft>
                <a:buNone/>
              </a:pPr>
              <a:r>
                <a:rPr b="1" lang="en-US" sz="2400">
                  <a:solidFill>
                    <a:srgbClr val="FDFDFD"/>
                  </a:solidFill>
                  <a:latin typeface="Times New Roman"/>
                  <a:ea typeface="Times New Roman"/>
                  <a:cs typeface="Times New Roman"/>
                  <a:sym typeface="Times New Roman"/>
                </a:rPr>
                <a:t>TỰ CHỦ CÔNG NGHỆ</a:t>
              </a:r>
              <a:endParaRPr/>
            </a:p>
          </p:txBody>
        </p:sp>
      </p:grpSp>
      <p:grpSp>
        <p:nvGrpSpPr>
          <p:cNvPr id="830" name="Google Shape;830;p28"/>
          <p:cNvGrpSpPr/>
          <p:nvPr/>
        </p:nvGrpSpPr>
        <p:grpSpPr>
          <a:xfrm>
            <a:off x="4841845" y="1765223"/>
            <a:ext cx="3922410" cy="973215"/>
            <a:chOff x="0" y="-241102"/>
            <a:chExt cx="5229880" cy="1297621"/>
          </a:xfrm>
        </p:grpSpPr>
        <p:grpSp>
          <p:nvGrpSpPr>
            <p:cNvPr id="831" name="Google Shape;831;p28"/>
            <p:cNvGrpSpPr/>
            <p:nvPr/>
          </p:nvGrpSpPr>
          <p:grpSpPr>
            <a:xfrm>
              <a:off x="0" y="-241102"/>
              <a:ext cx="5229880" cy="1297621"/>
              <a:chOff x="0" y="-47625"/>
              <a:chExt cx="1033063" cy="256320"/>
            </a:xfrm>
          </p:grpSpPr>
          <p:sp>
            <p:nvSpPr>
              <p:cNvPr id="832" name="Google Shape;832;p28"/>
              <p:cNvSpPr/>
              <p:nvPr/>
            </p:nvSpPr>
            <p:spPr>
              <a:xfrm>
                <a:off x="0" y="0"/>
                <a:ext cx="1033063" cy="208695"/>
              </a:xfrm>
              <a:custGeom>
                <a:rect b="b" l="l" r="r" t="t"/>
                <a:pathLst>
                  <a:path extrusionOk="0" h="208695" w="1033063">
                    <a:moveTo>
                      <a:pt x="0" y="0"/>
                    </a:moveTo>
                    <a:lnTo>
                      <a:pt x="1033063" y="0"/>
                    </a:lnTo>
                    <a:lnTo>
                      <a:pt x="1033063" y="208695"/>
                    </a:lnTo>
                    <a:lnTo>
                      <a:pt x="0" y="208695"/>
                    </a:lnTo>
                    <a:close/>
                  </a:path>
                </a:pathLst>
              </a:custGeom>
              <a:solidFill>
                <a:srgbClr val="16418E"/>
              </a:solidFill>
              <a:ln>
                <a:noFill/>
              </a:ln>
            </p:spPr>
          </p:sp>
          <p:sp>
            <p:nvSpPr>
              <p:cNvPr id="833" name="Google Shape;833;p28"/>
              <p:cNvSpPr txBox="1"/>
              <p:nvPr/>
            </p:nvSpPr>
            <p:spPr>
              <a:xfrm>
                <a:off x="0" y="-47625"/>
                <a:ext cx="1033063" cy="25632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834" name="Google Shape;834;p28"/>
            <p:cNvSpPr txBox="1"/>
            <p:nvPr/>
          </p:nvSpPr>
          <p:spPr>
            <a:xfrm>
              <a:off x="196065" y="221341"/>
              <a:ext cx="4837751" cy="545021"/>
            </a:xfrm>
            <a:prstGeom prst="rect">
              <a:avLst/>
            </a:prstGeom>
            <a:noFill/>
            <a:ln>
              <a:noFill/>
            </a:ln>
          </p:spPr>
          <p:txBody>
            <a:bodyPr anchorCtr="0" anchor="t" bIns="0" lIns="0" spcFirstLastPara="1" rIns="0" wrap="square" tIns="0">
              <a:spAutoFit/>
            </a:bodyPr>
            <a:lstStyle/>
            <a:p>
              <a:pPr indent="0" lvl="0" marL="0" marR="0" rtl="0" algn="ctr">
                <a:lnSpc>
                  <a:spcPct val="145791"/>
                </a:lnSpc>
                <a:spcBef>
                  <a:spcPts val="0"/>
                </a:spcBef>
                <a:spcAft>
                  <a:spcPts val="0"/>
                </a:spcAft>
                <a:buNone/>
              </a:pPr>
              <a:r>
                <a:rPr b="1" lang="en-US" sz="2400">
                  <a:solidFill>
                    <a:srgbClr val="FDFDFD"/>
                  </a:solidFill>
                  <a:latin typeface="Times New Roman"/>
                  <a:ea typeface="Times New Roman"/>
                  <a:cs typeface="Times New Roman"/>
                  <a:sym typeface="Times New Roman"/>
                </a:rPr>
                <a:t>TỰ CƯỜNG SẢN XUẤT</a:t>
              </a:r>
              <a:endParaRPr/>
            </a:p>
          </p:txBody>
        </p:sp>
      </p:grpSp>
      <p:grpSp>
        <p:nvGrpSpPr>
          <p:cNvPr id="835" name="Google Shape;835;p28"/>
          <p:cNvGrpSpPr/>
          <p:nvPr/>
        </p:nvGrpSpPr>
        <p:grpSpPr>
          <a:xfrm>
            <a:off x="9259555" y="1747784"/>
            <a:ext cx="3946388" cy="973215"/>
            <a:chOff x="0" y="-241102"/>
            <a:chExt cx="5261850" cy="1297621"/>
          </a:xfrm>
        </p:grpSpPr>
        <p:grpSp>
          <p:nvGrpSpPr>
            <p:cNvPr id="836" name="Google Shape;836;p28"/>
            <p:cNvGrpSpPr/>
            <p:nvPr/>
          </p:nvGrpSpPr>
          <p:grpSpPr>
            <a:xfrm>
              <a:off x="0" y="-241102"/>
              <a:ext cx="5261850" cy="1297621"/>
              <a:chOff x="0" y="-47625"/>
              <a:chExt cx="1039378" cy="256320"/>
            </a:xfrm>
          </p:grpSpPr>
          <p:sp>
            <p:nvSpPr>
              <p:cNvPr id="837" name="Google Shape;837;p28"/>
              <p:cNvSpPr/>
              <p:nvPr/>
            </p:nvSpPr>
            <p:spPr>
              <a:xfrm>
                <a:off x="0" y="0"/>
                <a:ext cx="1039378" cy="208695"/>
              </a:xfrm>
              <a:custGeom>
                <a:rect b="b" l="l" r="r" t="t"/>
                <a:pathLst>
                  <a:path extrusionOk="0" h="208695" w="1039378">
                    <a:moveTo>
                      <a:pt x="0" y="0"/>
                    </a:moveTo>
                    <a:lnTo>
                      <a:pt x="1039378" y="0"/>
                    </a:lnTo>
                    <a:lnTo>
                      <a:pt x="1039378" y="208695"/>
                    </a:lnTo>
                    <a:lnTo>
                      <a:pt x="0" y="208695"/>
                    </a:lnTo>
                    <a:close/>
                  </a:path>
                </a:pathLst>
              </a:custGeom>
              <a:solidFill>
                <a:srgbClr val="16418E"/>
              </a:solidFill>
              <a:ln>
                <a:noFill/>
              </a:ln>
            </p:spPr>
          </p:sp>
          <p:sp>
            <p:nvSpPr>
              <p:cNvPr id="838" name="Google Shape;838;p28"/>
              <p:cNvSpPr txBox="1"/>
              <p:nvPr/>
            </p:nvSpPr>
            <p:spPr>
              <a:xfrm>
                <a:off x="0" y="-47625"/>
                <a:ext cx="1039378" cy="25632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839" name="Google Shape;839;p28"/>
            <p:cNvSpPr txBox="1"/>
            <p:nvPr/>
          </p:nvSpPr>
          <p:spPr>
            <a:xfrm>
              <a:off x="516403" y="221341"/>
              <a:ext cx="4232319" cy="545021"/>
            </a:xfrm>
            <a:prstGeom prst="rect">
              <a:avLst/>
            </a:prstGeom>
            <a:noFill/>
            <a:ln>
              <a:noFill/>
            </a:ln>
          </p:spPr>
          <p:txBody>
            <a:bodyPr anchorCtr="0" anchor="t" bIns="0" lIns="0" spcFirstLastPara="1" rIns="0" wrap="square" tIns="0">
              <a:spAutoFit/>
            </a:bodyPr>
            <a:lstStyle/>
            <a:p>
              <a:pPr indent="0" lvl="0" marL="0" marR="0" rtl="0" algn="ctr">
                <a:lnSpc>
                  <a:spcPct val="145791"/>
                </a:lnSpc>
                <a:spcBef>
                  <a:spcPts val="0"/>
                </a:spcBef>
                <a:spcAft>
                  <a:spcPts val="0"/>
                </a:spcAft>
                <a:buNone/>
              </a:pPr>
              <a:r>
                <a:rPr b="1" lang="en-US" sz="2400">
                  <a:solidFill>
                    <a:srgbClr val="FDFDFD"/>
                  </a:solidFill>
                  <a:latin typeface="Times New Roman"/>
                  <a:ea typeface="Times New Roman"/>
                  <a:cs typeface="Times New Roman"/>
                  <a:sym typeface="Times New Roman"/>
                </a:rPr>
                <a:t>ĐỔI MỚI SÁNG TẠO</a:t>
              </a:r>
              <a:endParaRPr/>
            </a:p>
          </p:txBody>
        </p:sp>
      </p:grpSp>
      <p:grpSp>
        <p:nvGrpSpPr>
          <p:cNvPr id="840" name="Google Shape;840;p28"/>
          <p:cNvGrpSpPr/>
          <p:nvPr/>
        </p:nvGrpSpPr>
        <p:grpSpPr>
          <a:xfrm>
            <a:off x="13701242" y="1765223"/>
            <a:ext cx="3946388" cy="973215"/>
            <a:chOff x="0" y="-241102"/>
            <a:chExt cx="5261850" cy="1297621"/>
          </a:xfrm>
        </p:grpSpPr>
        <p:grpSp>
          <p:nvGrpSpPr>
            <p:cNvPr id="841" name="Google Shape;841;p28"/>
            <p:cNvGrpSpPr/>
            <p:nvPr/>
          </p:nvGrpSpPr>
          <p:grpSpPr>
            <a:xfrm>
              <a:off x="0" y="-241102"/>
              <a:ext cx="5261850" cy="1297621"/>
              <a:chOff x="0" y="-47625"/>
              <a:chExt cx="1039378" cy="256320"/>
            </a:xfrm>
          </p:grpSpPr>
          <p:sp>
            <p:nvSpPr>
              <p:cNvPr id="842" name="Google Shape;842;p28"/>
              <p:cNvSpPr/>
              <p:nvPr/>
            </p:nvSpPr>
            <p:spPr>
              <a:xfrm>
                <a:off x="0" y="0"/>
                <a:ext cx="1039378" cy="208695"/>
              </a:xfrm>
              <a:custGeom>
                <a:rect b="b" l="l" r="r" t="t"/>
                <a:pathLst>
                  <a:path extrusionOk="0" h="208695" w="1039378">
                    <a:moveTo>
                      <a:pt x="0" y="0"/>
                    </a:moveTo>
                    <a:lnTo>
                      <a:pt x="1039378" y="0"/>
                    </a:lnTo>
                    <a:lnTo>
                      <a:pt x="1039378" y="208695"/>
                    </a:lnTo>
                    <a:lnTo>
                      <a:pt x="0" y="208695"/>
                    </a:lnTo>
                    <a:close/>
                  </a:path>
                </a:pathLst>
              </a:custGeom>
              <a:solidFill>
                <a:srgbClr val="16418E"/>
              </a:solidFill>
              <a:ln>
                <a:noFill/>
              </a:ln>
            </p:spPr>
          </p:sp>
          <p:sp>
            <p:nvSpPr>
              <p:cNvPr id="843" name="Google Shape;843;p28"/>
              <p:cNvSpPr txBox="1"/>
              <p:nvPr/>
            </p:nvSpPr>
            <p:spPr>
              <a:xfrm>
                <a:off x="0" y="-47625"/>
                <a:ext cx="1039378" cy="25632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844" name="Google Shape;844;p28"/>
            <p:cNvSpPr txBox="1"/>
            <p:nvPr/>
          </p:nvSpPr>
          <p:spPr>
            <a:xfrm>
              <a:off x="516403" y="221341"/>
              <a:ext cx="4232319" cy="545021"/>
            </a:xfrm>
            <a:prstGeom prst="rect">
              <a:avLst/>
            </a:prstGeom>
            <a:noFill/>
            <a:ln>
              <a:noFill/>
            </a:ln>
          </p:spPr>
          <p:txBody>
            <a:bodyPr anchorCtr="0" anchor="t" bIns="0" lIns="0" spcFirstLastPara="1" rIns="0" wrap="square" tIns="0">
              <a:spAutoFit/>
            </a:bodyPr>
            <a:lstStyle/>
            <a:p>
              <a:pPr indent="0" lvl="0" marL="0" marR="0" rtl="0" algn="ctr">
                <a:lnSpc>
                  <a:spcPct val="145791"/>
                </a:lnSpc>
                <a:spcBef>
                  <a:spcPts val="0"/>
                </a:spcBef>
                <a:spcAft>
                  <a:spcPts val="0"/>
                </a:spcAft>
                <a:buNone/>
              </a:pPr>
              <a:r>
                <a:rPr b="1" lang="en-US" sz="2400">
                  <a:solidFill>
                    <a:srgbClr val="FDFDFD"/>
                  </a:solidFill>
                  <a:latin typeface="Times New Roman"/>
                  <a:ea typeface="Times New Roman"/>
                  <a:cs typeface="Times New Roman"/>
                  <a:sym typeface="Times New Roman"/>
                </a:rPr>
                <a:t>HIỆU QUẢ KINH TẾ</a:t>
              </a:r>
              <a:endParaRPr/>
            </a:p>
          </p:txBody>
        </p:sp>
      </p:grpSp>
      <p:sp>
        <p:nvSpPr>
          <p:cNvPr id="845" name="Google Shape;845;p28"/>
          <p:cNvSpPr/>
          <p:nvPr/>
        </p:nvSpPr>
        <p:spPr>
          <a:xfrm>
            <a:off x="206495" y="5801153"/>
            <a:ext cx="8937505" cy="4058897"/>
          </a:xfrm>
          <a:custGeom>
            <a:rect b="b" l="l" r="r" t="t"/>
            <a:pathLst>
              <a:path extrusionOk="0" h="4058897" w="8937505">
                <a:moveTo>
                  <a:pt x="0" y="0"/>
                </a:moveTo>
                <a:lnTo>
                  <a:pt x="8937505" y="0"/>
                </a:lnTo>
                <a:lnTo>
                  <a:pt x="8937505" y="4058897"/>
                </a:lnTo>
                <a:lnTo>
                  <a:pt x="0" y="4058897"/>
                </a:lnTo>
                <a:lnTo>
                  <a:pt x="0" y="0"/>
                </a:lnTo>
                <a:close/>
              </a:path>
            </a:pathLst>
          </a:custGeom>
          <a:blipFill rotWithShape="1">
            <a:blip r:embed="rId3">
              <a:alphaModFix/>
            </a:blip>
            <a:stretch>
              <a:fillRect b="0" l="0" r="0" t="0"/>
            </a:stretch>
          </a:blipFill>
          <a:ln>
            <a:noFill/>
          </a:ln>
        </p:spPr>
      </p:sp>
      <p:sp>
        <p:nvSpPr>
          <p:cNvPr id="846" name="Google Shape;846;p28"/>
          <p:cNvSpPr/>
          <p:nvPr/>
        </p:nvSpPr>
        <p:spPr>
          <a:xfrm>
            <a:off x="9309874" y="5801153"/>
            <a:ext cx="8782737" cy="4058897"/>
          </a:xfrm>
          <a:custGeom>
            <a:rect b="b" l="l" r="r" t="t"/>
            <a:pathLst>
              <a:path extrusionOk="0" h="4058897" w="8782737">
                <a:moveTo>
                  <a:pt x="0" y="0"/>
                </a:moveTo>
                <a:lnTo>
                  <a:pt x="8782737" y="0"/>
                </a:lnTo>
                <a:lnTo>
                  <a:pt x="8782737" y="4058897"/>
                </a:lnTo>
                <a:lnTo>
                  <a:pt x="0" y="4058897"/>
                </a:lnTo>
                <a:lnTo>
                  <a:pt x="0" y="0"/>
                </a:lnTo>
                <a:close/>
              </a:path>
            </a:pathLst>
          </a:custGeom>
          <a:blipFill rotWithShape="1">
            <a:blip r:embed="rId4">
              <a:alphaModFix/>
            </a:blip>
            <a:stretch>
              <a:fillRect b="-14825" l="0" r="0" t="-22697"/>
            </a:stretch>
          </a:blipFill>
          <a:ln>
            <a:noFill/>
          </a:ln>
        </p:spPr>
      </p:sp>
      <p:sp>
        <p:nvSpPr>
          <p:cNvPr id="847" name="Google Shape;847;p28"/>
          <p:cNvSpPr txBox="1"/>
          <p:nvPr/>
        </p:nvSpPr>
        <p:spPr>
          <a:xfrm>
            <a:off x="467262" y="541304"/>
            <a:ext cx="14620338" cy="769441"/>
          </a:xfrm>
          <a:prstGeom prst="rect">
            <a:avLst/>
          </a:prstGeom>
          <a:noFill/>
          <a:ln>
            <a:noFill/>
          </a:ln>
        </p:spPr>
        <p:txBody>
          <a:bodyPr anchorCtr="0" anchor="t" bIns="0" lIns="0" spcFirstLastPara="1" rIns="0" wrap="square" tIns="0">
            <a:spAutoFit/>
          </a:bodyPr>
          <a:lstStyle/>
          <a:p>
            <a:pPr indent="0" lvl="1" marL="0" marR="0" rtl="0" algn="l">
              <a:lnSpc>
                <a:spcPct val="136020"/>
              </a:lnSpc>
              <a:spcBef>
                <a:spcPts val="0"/>
              </a:spcBef>
              <a:spcAft>
                <a:spcPts val="0"/>
              </a:spcAft>
              <a:buNone/>
            </a:pPr>
            <a:r>
              <a:rPr b="1" i="0" lang="en-US" sz="4800" u="none" cap="none" strike="noStrike">
                <a:solidFill>
                  <a:srgbClr val="004B97"/>
                </a:solidFill>
                <a:latin typeface="Times New Roman"/>
                <a:ea typeface="Times New Roman"/>
                <a:cs typeface="Times New Roman"/>
                <a:sym typeface="Times New Roman"/>
              </a:rPr>
              <a:t>THẾ </a:t>
            </a:r>
            <a:r>
              <a:rPr b="1" i="0" lang="en-US" sz="4800" u="none" cap="none" strike="noStrike">
                <a:solidFill>
                  <a:srgbClr val="16418E"/>
                </a:solidFill>
                <a:latin typeface="Times New Roman"/>
                <a:ea typeface="Times New Roman"/>
                <a:cs typeface="Times New Roman"/>
                <a:sym typeface="Times New Roman"/>
              </a:rPr>
              <a:t>MẠNH</a:t>
            </a:r>
            <a:r>
              <a:rPr b="1" i="0" lang="en-US" sz="4800" u="none" cap="none" strike="noStrike">
                <a:solidFill>
                  <a:srgbClr val="004B97"/>
                </a:solidFill>
                <a:latin typeface="Times New Roman"/>
                <a:ea typeface="Times New Roman"/>
                <a:cs typeface="Times New Roman"/>
                <a:sym typeface="Times New Roman"/>
              </a:rPr>
              <a:t> CỦA MK </a:t>
            </a:r>
            <a:r>
              <a:rPr b="1" i="0" lang="en-US" sz="4800" u="none" cap="none" strike="noStrike">
                <a:solidFill>
                  <a:srgbClr val="16418E"/>
                </a:solidFill>
                <a:latin typeface="Times New Roman"/>
                <a:ea typeface="Times New Roman"/>
                <a:cs typeface="Times New Roman"/>
                <a:sym typeface="Times New Roman"/>
              </a:rPr>
              <a:t>GROUP VÀ MK VISION</a:t>
            </a:r>
            <a:r>
              <a:rPr b="1" i="0" lang="en-US" sz="4800" u="none" cap="none" strike="noStrike">
                <a:solidFill>
                  <a:srgbClr val="004B97"/>
                </a:solidFill>
                <a:latin typeface="Times New Roman"/>
                <a:ea typeface="Times New Roman"/>
                <a:cs typeface="Times New Roman"/>
                <a:sym typeface="Times New Roman"/>
              </a:rPr>
              <a:t> </a:t>
            </a:r>
            <a:endParaRPr/>
          </a:p>
        </p:txBody>
      </p:sp>
      <p:sp>
        <p:nvSpPr>
          <p:cNvPr id="848" name="Google Shape;848;p28"/>
          <p:cNvSpPr txBox="1"/>
          <p:nvPr/>
        </p:nvSpPr>
        <p:spPr>
          <a:xfrm>
            <a:off x="284633" y="2969229"/>
            <a:ext cx="4110291" cy="2808461"/>
          </a:xfrm>
          <a:prstGeom prst="rect">
            <a:avLst/>
          </a:prstGeom>
          <a:noFill/>
          <a:ln>
            <a:noFill/>
          </a:ln>
        </p:spPr>
        <p:txBody>
          <a:bodyPr anchorCtr="0" anchor="t" bIns="0" lIns="0" spcFirstLastPara="1" rIns="0" wrap="square" tIns="0">
            <a:spAutoFit/>
          </a:bodyPr>
          <a:lstStyle/>
          <a:p>
            <a:pPr indent="-194311" lvl="1" marL="388622" marR="0" rtl="0" algn="l">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Hệ điều hành chip riêng MK Lotus.</a:t>
            </a:r>
            <a:endParaRPr/>
          </a:p>
          <a:p>
            <a:pPr indent="-194311" lvl="1" marL="388622" marR="0" rtl="0" algn="l">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Công nghệ xử lý tại biên (AI on Edge).</a:t>
            </a:r>
            <a:endParaRPr/>
          </a:p>
          <a:p>
            <a:pPr indent="-194311" lvl="1" marL="388622" marR="0" rtl="0" algn="l">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Công nghệ so khớp dữ liệu sinh trắc học trên thẻ (Match-on-Card).</a:t>
            </a:r>
            <a:endParaRPr/>
          </a:p>
        </p:txBody>
      </p:sp>
      <p:sp>
        <p:nvSpPr>
          <p:cNvPr id="849" name="Google Shape;849;p28"/>
          <p:cNvSpPr txBox="1"/>
          <p:nvPr/>
        </p:nvSpPr>
        <p:spPr>
          <a:xfrm>
            <a:off x="4804027" y="3067511"/>
            <a:ext cx="3857734" cy="2402196"/>
          </a:xfrm>
          <a:prstGeom prst="rect">
            <a:avLst/>
          </a:prstGeom>
          <a:noFill/>
          <a:ln>
            <a:noFill/>
          </a:ln>
        </p:spPr>
        <p:txBody>
          <a:bodyPr anchorCtr="0" anchor="t" bIns="0" lIns="0" spcFirstLastPara="1" rIns="0" wrap="square" tIns="0">
            <a:spAutoFit/>
          </a:bodyPr>
          <a:lstStyle/>
          <a:p>
            <a:pPr indent="-194311" lvl="1" marL="388622" marR="0" rtl="0" algn="l">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1 nhà máy sản xuất AI Camera.</a:t>
            </a:r>
            <a:endParaRPr/>
          </a:p>
          <a:p>
            <a:pPr indent="-194311" lvl="1" marL="388622" marR="0" rtl="0" algn="l">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1 nhà máy sản xuất thiết bị công nghệ cao.</a:t>
            </a:r>
            <a:endParaRPr/>
          </a:p>
          <a:p>
            <a:pPr indent="-194311" lvl="1" marL="388622" marR="0" rtl="0" algn="l">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2 nhà máy sản xuất thẻ thông minh.</a:t>
            </a:r>
            <a:endParaRPr/>
          </a:p>
        </p:txBody>
      </p:sp>
      <p:sp>
        <p:nvSpPr>
          <p:cNvPr id="850" name="Google Shape;850;p28"/>
          <p:cNvSpPr txBox="1"/>
          <p:nvPr/>
        </p:nvSpPr>
        <p:spPr>
          <a:xfrm>
            <a:off x="9201785" y="3067511"/>
            <a:ext cx="3886273" cy="1589666"/>
          </a:xfrm>
          <a:prstGeom prst="rect">
            <a:avLst/>
          </a:prstGeom>
          <a:noFill/>
          <a:ln>
            <a:noFill/>
          </a:ln>
        </p:spPr>
        <p:txBody>
          <a:bodyPr anchorCtr="0" anchor="t" bIns="0" lIns="0" spcFirstLastPara="1" rIns="0" wrap="square" tIns="0">
            <a:spAutoFit/>
          </a:bodyPr>
          <a:lstStyle/>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Tích hợp vào hạ tầng hiện có của cơ sở lắp đặt.</a:t>
            </a:r>
            <a:endParaRPr/>
          </a:p>
          <a:p>
            <a:pPr indent="-194311" lvl="1" marL="388622" marR="0" rtl="0" algn="just">
              <a:lnSpc>
                <a:spcPct val="120000"/>
              </a:lnSpc>
              <a:spcBef>
                <a:spcPts val="0"/>
              </a:spcBef>
              <a:spcAft>
                <a:spcPts val="0"/>
              </a:spcAft>
              <a:buClr>
                <a:srgbClr val="000000"/>
              </a:buClr>
              <a:buSzPts val="2200"/>
              <a:buFont typeface="Arial"/>
              <a:buChar char="•"/>
            </a:pPr>
            <a:r>
              <a:rPr b="0" i="0" lang="en-US" sz="2200" u="none" cap="none" strike="noStrike">
                <a:solidFill>
                  <a:srgbClr val="000000"/>
                </a:solidFill>
                <a:latin typeface="Times New Roman"/>
                <a:ea typeface="Times New Roman"/>
                <a:cs typeface="Times New Roman"/>
                <a:sym typeface="Times New Roman"/>
              </a:rPr>
              <a:t>Cải tiến thiết bị - giải pháp theo yêu cầu thực tế.</a:t>
            </a:r>
            <a:endParaRPr/>
          </a:p>
        </p:txBody>
      </p:sp>
      <p:sp>
        <p:nvSpPr>
          <p:cNvPr id="851" name="Google Shape;851;p28"/>
          <p:cNvSpPr txBox="1"/>
          <p:nvPr/>
        </p:nvSpPr>
        <p:spPr>
          <a:xfrm>
            <a:off x="13652473" y="2960605"/>
            <a:ext cx="3886273" cy="2435860"/>
          </a:xfrm>
          <a:prstGeom prst="rect">
            <a:avLst/>
          </a:prstGeom>
          <a:noFill/>
          <a:ln>
            <a:noFill/>
          </a:ln>
        </p:spPr>
        <p:txBody>
          <a:bodyPr anchorCtr="0" anchor="t" bIns="0" lIns="0" spcFirstLastPara="1" rIns="0" wrap="square" tIns="0">
            <a:spAutoFit/>
          </a:bodyPr>
          <a:lstStyle/>
          <a:p>
            <a:pPr indent="-194311" lvl="1" marL="388622" marR="0" rtl="0" algn="just">
              <a:lnSpc>
                <a:spcPct val="120000"/>
              </a:lnSpc>
              <a:spcBef>
                <a:spcPts val="0"/>
              </a:spcBef>
              <a:spcAft>
                <a:spcPts val="0"/>
              </a:spcAft>
              <a:buClr>
                <a:schemeClr val="lt1"/>
              </a:buClr>
              <a:buSzPts val="2200"/>
              <a:buFont typeface="Arial"/>
              <a:buChar char="•"/>
            </a:pPr>
            <a:r>
              <a:rPr b="0" i="0" lang="en-US" sz="2200" u="none" cap="none" strike="noStrike">
                <a:solidFill>
                  <a:schemeClr val="lt1"/>
                </a:solidFill>
                <a:latin typeface="Times New Roman"/>
                <a:ea typeface="Times New Roman"/>
                <a:cs typeface="Times New Roman"/>
                <a:sym typeface="Times New Roman"/>
              </a:rPr>
              <a:t>Đa dạng hóa sản phẩm và dịch vụ.</a:t>
            </a:r>
            <a:endParaRPr/>
          </a:p>
          <a:p>
            <a:pPr indent="-194311" lvl="1" marL="388622" marR="0" rtl="0" algn="just">
              <a:lnSpc>
                <a:spcPct val="120000"/>
              </a:lnSpc>
              <a:spcBef>
                <a:spcPts val="0"/>
              </a:spcBef>
              <a:spcAft>
                <a:spcPts val="0"/>
              </a:spcAft>
              <a:buClr>
                <a:schemeClr val="lt1"/>
              </a:buClr>
              <a:buSzPts val="2200"/>
              <a:buFont typeface="Arial"/>
              <a:buChar char="•"/>
            </a:pPr>
            <a:r>
              <a:rPr b="0" i="0" lang="en-US" sz="2200" u="none" cap="none" strike="noStrike">
                <a:solidFill>
                  <a:schemeClr val="lt1"/>
                </a:solidFill>
                <a:latin typeface="Times New Roman"/>
                <a:ea typeface="Times New Roman"/>
                <a:cs typeface="Times New Roman"/>
                <a:sym typeface="Times New Roman"/>
              </a:rPr>
              <a:t>Đảm bảo tăng trưởng dài hạn, cân bằng lợi ích kinh tế - xã hội.</a:t>
            </a:r>
            <a:endParaRPr/>
          </a:p>
          <a:p>
            <a:pPr indent="-194311" lvl="1" marL="388622" marR="0" rtl="0" algn="just">
              <a:lnSpc>
                <a:spcPct val="120000"/>
              </a:lnSpc>
              <a:spcBef>
                <a:spcPts val="0"/>
              </a:spcBef>
              <a:spcAft>
                <a:spcPts val="0"/>
              </a:spcAft>
              <a:buClr>
                <a:schemeClr val="lt1"/>
              </a:buClr>
              <a:buSzPts val="2200"/>
              <a:buFont typeface="Arial"/>
              <a:buChar char="•"/>
            </a:pPr>
            <a:r>
              <a:rPr b="0" i="0" lang="en-US" sz="2200" u="none" cap="none" strike="noStrike">
                <a:solidFill>
                  <a:schemeClr val="lt1"/>
                </a:solidFill>
                <a:latin typeface="Times New Roman"/>
                <a:ea typeface="Times New Roman"/>
                <a:cs typeface="Times New Roman"/>
                <a:sym typeface="Times New Roman"/>
              </a:rPr>
              <a:t>Mở rộng thị trường quốc tế.</a:t>
            </a:r>
            <a:endParaRPr/>
          </a:p>
        </p:txBody>
      </p:sp>
      <p:pic>
        <p:nvPicPr>
          <p:cNvPr id="852" name="Google Shape;852;p28"/>
          <p:cNvPicPr preferRelativeResize="0"/>
          <p:nvPr/>
        </p:nvPicPr>
        <p:blipFill rotWithShape="1">
          <a:blip r:embed="rId5">
            <a:alphaModFix/>
          </a:blip>
          <a:srcRect b="0" l="0" r="0" t="0"/>
          <a:stretch/>
        </p:blipFill>
        <p:spPr>
          <a:xfrm>
            <a:off x="15849600" y="189027"/>
            <a:ext cx="2263962" cy="80043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