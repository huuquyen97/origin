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 ContentType="image/tif"/>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3"/>
  </p:notesMasterIdLst>
  <p:handoutMasterIdLst>
    <p:handoutMasterId r:id="rId24"/>
  </p:handoutMasterIdLst>
  <p:sldIdLst>
    <p:sldId id="256" r:id="rId5"/>
    <p:sldId id="257" r:id="rId6"/>
    <p:sldId id="260" r:id="rId7"/>
    <p:sldId id="261" r:id="rId8"/>
    <p:sldId id="262" r:id="rId9"/>
    <p:sldId id="263" r:id="rId10"/>
    <p:sldId id="264" r:id="rId11"/>
    <p:sldId id="265" r:id="rId12"/>
    <p:sldId id="266" r:id="rId13"/>
    <p:sldId id="294" r:id="rId14"/>
    <p:sldId id="297" r:id="rId15"/>
    <p:sldId id="295" r:id="rId16"/>
    <p:sldId id="296" r:id="rId17"/>
    <p:sldId id="267" r:id="rId18"/>
    <p:sldId id="268" r:id="rId19"/>
    <p:sldId id="293" r:id="rId20"/>
    <p:sldId id="298" r:id="rId21"/>
    <p:sldId id="292"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9301"/>
    <a:srgbClr val="01B19F"/>
    <a:srgbClr val="1CA390"/>
    <a:srgbClr val="4A64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C73D5A-D5ED-4453-B919-3E795B16DFA9}" v="7" dt="2021-12-22T03:16:22.548"/>
    <p1510:client id="{306E07B7-43D8-7545-8296-1182C3A40A82}" v="3" dt="2021-12-17T10:47:14.317"/>
    <p1510:client id="{4572AF8A-475D-46F7-9071-DB821274AAFD}" v="2" dt="2021-12-21T00:36:00.649"/>
    <p1510:client id="{DA025264-9C58-46AF-B9F3-EAB88295F0D3}" v="3" dt="2021-12-21T07:23:53.517"/>
    <p1510:client id="{DC71666A-FF7F-487A-8E07-290439C243A3}" v="338" dt="2021-12-21T00:33:13.80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 Doan" userId="S::sondoan@pavana.tech::b2b501f3-15cc-4a3a-9da1-e4a1520528cc" providerId="AD" clId="Web-{4572AF8A-475D-46F7-9071-DB821274AAFD}"/>
    <pc:docChg chg="modSld">
      <pc:chgData name="Son Doan" userId="S::sondoan@pavana.tech::b2b501f3-15cc-4a3a-9da1-e4a1520528cc" providerId="AD" clId="Web-{4572AF8A-475D-46F7-9071-DB821274AAFD}" dt="2021-12-21T00:36:00.649" v="1" actId="20577"/>
      <pc:docMkLst>
        <pc:docMk/>
      </pc:docMkLst>
      <pc:sldChg chg="modSp">
        <pc:chgData name="Son Doan" userId="S::sondoan@pavana.tech::b2b501f3-15cc-4a3a-9da1-e4a1520528cc" providerId="AD" clId="Web-{4572AF8A-475D-46F7-9071-DB821274AAFD}" dt="2021-12-21T00:36:00.649" v="1" actId="20577"/>
        <pc:sldMkLst>
          <pc:docMk/>
          <pc:sldMk cId="1409533119" sldId="292"/>
        </pc:sldMkLst>
        <pc:spChg chg="mod">
          <ac:chgData name="Son Doan" userId="S::sondoan@pavana.tech::b2b501f3-15cc-4a3a-9da1-e4a1520528cc" providerId="AD" clId="Web-{4572AF8A-475D-46F7-9071-DB821274AAFD}" dt="2021-12-21T00:36:00.649" v="1" actId="20577"/>
          <ac:spMkLst>
            <pc:docMk/>
            <pc:sldMk cId="1409533119" sldId="292"/>
            <ac:spMk id="127" creationId="{00000000-0000-0000-0000-000000000000}"/>
          </ac:spMkLst>
        </pc:spChg>
      </pc:sldChg>
    </pc:docChg>
  </pc:docChgLst>
  <pc:docChgLst>
    <pc:chgData name="Ando An" userId="707b7904-6e7e-4321-ac31-2af7a222fbc6" providerId="ADAL" clId="{306E07B7-43D8-7545-8296-1182C3A40A82}"/>
    <pc:docChg chg="undo custSel modSld">
      <pc:chgData name="Ando An" userId="707b7904-6e7e-4321-ac31-2af7a222fbc6" providerId="ADAL" clId="{306E07B7-43D8-7545-8296-1182C3A40A82}" dt="2021-12-17T10:47:48.237" v="70" actId="20577"/>
      <pc:docMkLst>
        <pc:docMk/>
      </pc:docMkLst>
      <pc:sldChg chg="addSp delSp modSp mod">
        <pc:chgData name="Ando An" userId="707b7904-6e7e-4321-ac31-2af7a222fbc6" providerId="ADAL" clId="{306E07B7-43D8-7545-8296-1182C3A40A82}" dt="2021-12-17T10:47:48.237" v="70" actId="20577"/>
        <pc:sldMkLst>
          <pc:docMk/>
          <pc:sldMk cId="0" sldId="256"/>
        </pc:sldMkLst>
        <pc:spChg chg="mod">
          <ac:chgData name="Ando An" userId="707b7904-6e7e-4321-ac31-2af7a222fbc6" providerId="ADAL" clId="{306E07B7-43D8-7545-8296-1182C3A40A82}" dt="2021-12-17T10:46:39.717" v="1" actId="27803"/>
          <ac:spMkLst>
            <pc:docMk/>
            <pc:sldMk cId="0" sldId="256"/>
            <ac:spMk id="4" creationId="{87050794-7193-E547-827E-017AFB3B59E1}"/>
          </ac:spMkLst>
        </pc:spChg>
        <pc:spChg chg="mod">
          <ac:chgData name="Ando An" userId="707b7904-6e7e-4321-ac31-2af7a222fbc6" providerId="ADAL" clId="{306E07B7-43D8-7545-8296-1182C3A40A82}" dt="2021-12-17T10:46:39.717" v="1" actId="27803"/>
          <ac:spMkLst>
            <pc:docMk/>
            <pc:sldMk cId="0" sldId="256"/>
            <ac:spMk id="5" creationId="{4CB1D612-2CCB-A045-BAEB-AA9E42D64151}"/>
          </ac:spMkLst>
        </pc:spChg>
        <pc:spChg chg="mod">
          <ac:chgData name="Ando An" userId="707b7904-6e7e-4321-ac31-2af7a222fbc6" providerId="ADAL" clId="{306E07B7-43D8-7545-8296-1182C3A40A82}" dt="2021-12-17T10:46:39.717" v="1" actId="27803"/>
          <ac:spMkLst>
            <pc:docMk/>
            <pc:sldMk cId="0" sldId="256"/>
            <ac:spMk id="6" creationId="{9CE04790-1572-FE4A-BC78-D4357D98FFB1}"/>
          </ac:spMkLst>
        </pc:spChg>
        <pc:spChg chg="mod">
          <ac:chgData name="Ando An" userId="707b7904-6e7e-4321-ac31-2af7a222fbc6" providerId="ADAL" clId="{306E07B7-43D8-7545-8296-1182C3A40A82}" dt="2021-12-17T10:47:30.413" v="19" actId="207"/>
          <ac:spMkLst>
            <pc:docMk/>
            <pc:sldMk cId="0" sldId="256"/>
            <ac:spMk id="8" creationId="{F6A7FD9E-E87E-084D-8FF9-D61ECC4DED69}"/>
          </ac:spMkLst>
        </pc:spChg>
        <pc:spChg chg="mod">
          <ac:chgData name="Ando An" userId="707b7904-6e7e-4321-ac31-2af7a222fbc6" providerId="ADAL" clId="{306E07B7-43D8-7545-8296-1182C3A40A82}" dt="2021-12-17T10:47:25.359" v="18" actId="207"/>
          <ac:spMkLst>
            <pc:docMk/>
            <pc:sldMk cId="0" sldId="256"/>
            <ac:spMk id="9" creationId="{A536ACE3-7A55-0648-B1CF-F37E5BC7F53D}"/>
          </ac:spMkLst>
        </pc:spChg>
        <pc:spChg chg="mod">
          <ac:chgData name="Ando An" userId="707b7904-6e7e-4321-ac31-2af7a222fbc6" providerId="ADAL" clId="{306E07B7-43D8-7545-8296-1182C3A40A82}" dt="2021-12-17T10:47:25.359" v="18" actId="207"/>
          <ac:spMkLst>
            <pc:docMk/>
            <pc:sldMk cId="0" sldId="256"/>
            <ac:spMk id="10" creationId="{716AEB06-0F82-0946-8496-5422B306CDEC}"/>
          </ac:spMkLst>
        </pc:spChg>
        <pc:spChg chg="mod">
          <ac:chgData name="Ando An" userId="707b7904-6e7e-4321-ac31-2af7a222fbc6" providerId="ADAL" clId="{306E07B7-43D8-7545-8296-1182C3A40A82}" dt="2021-12-17T10:47:48.237" v="70" actId="20577"/>
          <ac:spMkLst>
            <pc:docMk/>
            <pc:sldMk cId="0" sldId="256"/>
            <ac:spMk id="128" creationId="{00000000-0000-0000-0000-000000000000}"/>
          </ac:spMkLst>
        </pc:spChg>
        <pc:grpChg chg="add del mod">
          <ac:chgData name="Ando An" userId="707b7904-6e7e-4321-ac31-2af7a222fbc6" providerId="ADAL" clId="{306E07B7-43D8-7545-8296-1182C3A40A82}" dt="2021-12-17T10:46:39.717" v="1" actId="27803"/>
          <ac:grpSpMkLst>
            <pc:docMk/>
            <pc:sldMk cId="0" sldId="256"/>
            <ac:grpSpMk id="2" creationId="{68F324EC-6CAE-DB4C-9DE3-1EA07B08C6CF}"/>
          </ac:grpSpMkLst>
        </pc:grpChg>
        <pc:grpChg chg="del mod">
          <ac:chgData name="Ando An" userId="707b7904-6e7e-4321-ac31-2af7a222fbc6" providerId="ADAL" clId="{306E07B7-43D8-7545-8296-1182C3A40A82}" dt="2021-12-17T10:47:14.317" v="16" actId="27803"/>
          <ac:grpSpMkLst>
            <pc:docMk/>
            <pc:sldMk cId="0" sldId="256"/>
            <ac:grpSpMk id="7" creationId="{93747345-71AC-9F49-9056-DF77EEFEDB4A}"/>
          </ac:grpSpMkLst>
        </pc:grpChg>
        <pc:picChg chg="add del mod">
          <ac:chgData name="Ando An" userId="707b7904-6e7e-4321-ac31-2af7a222fbc6" providerId="ADAL" clId="{306E07B7-43D8-7545-8296-1182C3A40A82}" dt="2021-12-17T10:47:14.317" v="16" actId="27803"/>
          <ac:picMkLst>
            <pc:docMk/>
            <pc:sldMk cId="0" sldId="256"/>
            <ac:picMk id="3" creationId="{564A0421-5233-478E-AAAB-0F99D2DD07FF}"/>
          </ac:picMkLst>
        </pc:picChg>
      </pc:sldChg>
    </pc:docChg>
  </pc:docChgLst>
  <pc:docChgLst>
    <pc:chgData name="Ngoc Nguyen" userId="S::ngocnguyen@pavana.tech::e03c9eb8-f362-4297-b48f-b74b4b07ab53" providerId="AD" clId="Web-{06C73D5A-D5ED-4453-B919-3E795B16DFA9}"/>
    <pc:docChg chg="modSld">
      <pc:chgData name="Ngoc Nguyen" userId="S::ngocnguyen@pavana.tech::e03c9eb8-f362-4297-b48f-b74b4b07ab53" providerId="AD" clId="Web-{06C73D5A-D5ED-4453-B919-3E795B16DFA9}" dt="2021-12-22T03:16:22.548" v="5" actId="1076"/>
      <pc:docMkLst>
        <pc:docMk/>
      </pc:docMkLst>
      <pc:sldChg chg="modSp">
        <pc:chgData name="Ngoc Nguyen" userId="S::ngocnguyen@pavana.tech::e03c9eb8-f362-4297-b48f-b74b4b07ab53" providerId="AD" clId="Web-{06C73D5A-D5ED-4453-B919-3E795B16DFA9}" dt="2021-12-22T03:15:26.343" v="2" actId="1076"/>
        <pc:sldMkLst>
          <pc:docMk/>
          <pc:sldMk cId="0" sldId="257"/>
        </pc:sldMkLst>
        <pc:spChg chg="mod">
          <ac:chgData name="Ngoc Nguyen" userId="S::ngocnguyen@pavana.tech::e03c9eb8-f362-4297-b48f-b74b4b07ab53" providerId="AD" clId="Web-{06C73D5A-D5ED-4453-B919-3E795B16DFA9}" dt="2021-12-22T03:15:26.343" v="2" actId="1076"/>
          <ac:spMkLst>
            <pc:docMk/>
            <pc:sldMk cId="0" sldId="257"/>
            <ac:spMk id="139" creationId="{00000000-0000-0000-0000-000000000000}"/>
          </ac:spMkLst>
        </pc:spChg>
      </pc:sldChg>
      <pc:sldChg chg="modSp">
        <pc:chgData name="Ngoc Nguyen" userId="S::ngocnguyen@pavana.tech::e03c9eb8-f362-4297-b48f-b74b4b07ab53" providerId="AD" clId="Web-{06C73D5A-D5ED-4453-B919-3E795B16DFA9}" dt="2021-12-22T03:16:22.548" v="5" actId="1076"/>
        <pc:sldMkLst>
          <pc:docMk/>
          <pc:sldMk cId="2773167745" sldId="296"/>
        </pc:sldMkLst>
        <pc:spChg chg="mod">
          <ac:chgData name="Ngoc Nguyen" userId="S::ngocnguyen@pavana.tech::e03c9eb8-f362-4297-b48f-b74b4b07ab53" providerId="AD" clId="Web-{06C73D5A-D5ED-4453-B919-3E795B16DFA9}" dt="2021-12-22T03:16:22.548" v="5" actId="1076"/>
          <ac:spMkLst>
            <pc:docMk/>
            <pc:sldMk cId="2773167745" sldId="296"/>
            <ac:spMk id="44" creationId="{4966E13A-B155-4310-AA0E-48FE93532AFD}"/>
          </ac:spMkLst>
        </pc:spChg>
      </pc:sldChg>
    </pc:docChg>
  </pc:docChgLst>
  <pc:docChgLst>
    <pc:chgData name="Phuong Nguyen" userId="S::phuongnguyen@pavana.tech::9beaa079-a8d3-4bd7-962d-cac59cb14752" providerId="AD" clId="Web-{DA025264-9C58-46AF-B9F3-EAB88295F0D3}"/>
    <pc:docChg chg="modSld">
      <pc:chgData name="Phuong Nguyen" userId="S::phuongnguyen@pavana.tech::9beaa079-a8d3-4bd7-962d-cac59cb14752" providerId="AD" clId="Web-{DA025264-9C58-46AF-B9F3-EAB88295F0D3}" dt="2021-12-21T07:23:52.563" v="0" actId="20577"/>
      <pc:docMkLst>
        <pc:docMk/>
      </pc:docMkLst>
      <pc:sldChg chg="modSp">
        <pc:chgData name="Phuong Nguyen" userId="S::phuongnguyen@pavana.tech::9beaa079-a8d3-4bd7-962d-cac59cb14752" providerId="AD" clId="Web-{DA025264-9C58-46AF-B9F3-EAB88295F0D3}" dt="2021-12-21T07:23:52.563" v="0" actId="20577"/>
        <pc:sldMkLst>
          <pc:docMk/>
          <pc:sldMk cId="2773167745" sldId="296"/>
        </pc:sldMkLst>
        <pc:spChg chg="mod">
          <ac:chgData name="Phuong Nguyen" userId="S::phuongnguyen@pavana.tech::9beaa079-a8d3-4bd7-962d-cac59cb14752" providerId="AD" clId="Web-{DA025264-9C58-46AF-B9F3-EAB88295F0D3}" dt="2021-12-21T07:23:52.563" v="0" actId="20577"/>
          <ac:spMkLst>
            <pc:docMk/>
            <pc:sldMk cId="2773167745" sldId="296"/>
            <ac:spMk id="41" creationId="{057D2BCB-03A5-4A25-99CF-1084FFFD5A8E}"/>
          </ac:spMkLst>
        </pc:spChg>
      </pc:sldChg>
    </pc:docChg>
  </pc:docChgLst>
  <pc:docChgLst>
    <pc:chgData name="Son Doan" userId="S::sondoan@pavana.tech::b2b501f3-15cc-4a3a-9da1-e4a1520528cc" providerId="AD" clId="Web-{DC71666A-FF7F-487A-8E07-290439C243A3}"/>
    <pc:docChg chg="addSld modSld">
      <pc:chgData name="Son Doan" userId="S::sondoan@pavana.tech::b2b501f3-15cc-4a3a-9da1-e4a1520528cc" providerId="AD" clId="Web-{DC71666A-FF7F-487A-8E07-290439C243A3}" dt="2021-12-21T00:33:13.800" v="334" actId="1076"/>
      <pc:docMkLst>
        <pc:docMk/>
      </pc:docMkLst>
      <pc:sldChg chg="addSp delSp modSp add replId">
        <pc:chgData name="Son Doan" userId="S::sondoan@pavana.tech::b2b501f3-15cc-4a3a-9da1-e4a1520528cc" providerId="AD" clId="Web-{DC71666A-FF7F-487A-8E07-290439C243A3}" dt="2021-12-21T00:33:13.800" v="334" actId="1076"/>
        <pc:sldMkLst>
          <pc:docMk/>
          <pc:sldMk cId="3057251361" sldId="298"/>
        </pc:sldMkLst>
        <pc:spChg chg="add mod">
          <ac:chgData name="Son Doan" userId="S::sondoan@pavana.tech::b2b501f3-15cc-4a3a-9da1-e4a1520528cc" providerId="AD" clId="Web-{DC71666A-FF7F-487A-8E07-290439C243A3}" dt="2021-12-21T00:32:54.816" v="328" actId="1076"/>
          <ac:spMkLst>
            <pc:docMk/>
            <pc:sldMk cId="3057251361" sldId="298"/>
            <ac:spMk id="4" creationId="{8C5FABA7-12C4-4A46-819C-FC9B528E0DCA}"/>
          </ac:spMkLst>
        </pc:spChg>
        <pc:spChg chg="del">
          <ac:chgData name="Son Doan" userId="S::sondoan@pavana.tech::b2b501f3-15cc-4a3a-9da1-e4a1520528cc" providerId="AD" clId="Web-{DC71666A-FF7F-487A-8E07-290439C243A3}" dt="2021-12-21T00:29:40.984" v="16"/>
          <ac:spMkLst>
            <pc:docMk/>
            <pc:sldMk cId="3057251361" sldId="298"/>
            <ac:spMk id="7" creationId="{49F163CF-58A3-0E46-940D-BBF4617077A6}"/>
          </ac:spMkLst>
        </pc:spChg>
        <pc:spChg chg="del mod">
          <ac:chgData name="Son Doan" userId="S::sondoan@pavana.tech::b2b501f3-15cc-4a3a-9da1-e4a1520528cc" providerId="AD" clId="Web-{DC71666A-FF7F-487A-8E07-290439C243A3}" dt="2021-12-21T00:29:43.390" v="19"/>
          <ac:spMkLst>
            <pc:docMk/>
            <pc:sldMk cId="3057251361" sldId="298"/>
            <ac:spMk id="23" creationId="{959A6F73-E16F-B649-B178-4B41F02FFC6E}"/>
          </ac:spMkLst>
        </pc:spChg>
        <pc:spChg chg="del">
          <ac:chgData name="Son Doan" userId="S::sondoan@pavana.tech::b2b501f3-15cc-4a3a-9da1-e4a1520528cc" providerId="AD" clId="Web-{DC71666A-FF7F-487A-8E07-290439C243A3}" dt="2021-12-21T00:29:45.968" v="20"/>
          <ac:spMkLst>
            <pc:docMk/>
            <pc:sldMk cId="3057251361" sldId="298"/>
            <ac:spMk id="24" creationId="{AAAFE84F-67A7-AC49-9CE7-D5B6CA678A2C}"/>
          </ac:spMkLst>
        </pc:spChg>
        <pc:spChg chg="mod">
          <ac:chgData name="Son Doan" userId="S::sondoan@pavana.tech::b2b501f3-15cc-4a3a-9da1-e4a1520528cc" providerId="AD" clId="Web-{DC71666A-FF7F-487A-8E07-290439C243A3}" dt="2021-12-21T00:33:13.800" v="334" actId="1076"/>
          <ac:spMkLst>
            <pc:docMk/>
            <pc:sldMk cId="3057251361" sldId="298"/>
            <ac:spMk id="396" creationId="{00000000-0000-0000-0000-000000000000}"/>
          </ac:spMkLst>
        </pc:spChg>
        <pc:picChg chg="add mod">
          <ac:chgData name="Son Doan" userId="S::sondoan@pavana.tech::b2b501f3-15cc-4a3a-9da1-e4a1520528cc" providerId="AD" clId="Web-{DC71666A-FF7F-487A-8E07-290439C243A3}" dt="2021-12-21T00:30:13.797" v="26" actId="1076"/>
          <ac:picMkLst>
            <pc:docMk/>
            <pc:sldMk cId="3057251361" sldId="298"/>
            <ac:picMk id="2" creationId="{8DF03997-BE97-47D9-8B4E-32072D0B5B28}"/>
          </ac:picMkLst>
        </pc:picChg>
        <pc:picChg chg="del">
          <ac:chgData name="Son Doan" userId="S::sondoan@pavana.tech::b2b501f3-15cc-4a3a-9da1-e4a1520528cc" providerId="AD" clId="Web-{DC71666A-FF7F-487A-8E07-290439C243A3}" dt="2021-12-21T00:29:36.531" v="13"/>
          <ac:picMkLst>
            <pc:docMk/>
            <pc:sldMk cId="3057251361" sldId="298"/>
            <ac:picMk id="3" creationId="{33C34F0A-18D9-5D4A-AF8D-5C4A506122CC}"/>
          </ac:picMkLst>
        </pc:picChg>
        <pc:picChg chg="del">
          <ac:chgData name="Son Doan" userId="S::sondoan@pavana.tech::b2b501f3-15cc-4a3a-9da1-e4a1520528cc" providerId="AD" clId="Web-{DC71666A-FF7F-487A-8E07-290439C243A3}" dt="2021-12-21T00:29:40.984" v="17"/>
          <ac:picMkLst>
            <pc:docMk/>
            <pc:sldMk cId="3057251361" sldId="298"/>
            <ac:picMk id="13" creationId="{27A92D0C-7430-4FB2-B556-4B16EE6C9F23}"/>
          </ac:picMkLst>
        </pc:picChg>
        <pc:picChg chg="del">
          <ac:chgData name="Son Doan" userId="S::sondoan@pavana.tech::b2b501f3-15cc-4a3a-9da1-e4a1520528cc" providerId="AD" clId="Web-{DC71666A-FF7F-487A-8E07-290439C243A3}" dt="2021-12-21T00:29:40.984" v="15"/>
          <ac:picMkLst>
            <pc:docMk/>
            <pc:sldMk cId="3057251361" sldId="298"/>
            <ac:picMk id="14" creationId="{5AAF336C-E27C-4572-8E5E-8C6DE27244F5}"/>
          </ac:picMkLst>
        </pc:picChg>
        <pc:picChg chg="del">
          <ac:chgData name="Son Doan" userId="S::sondoan@pavana.tech::b2b501f3-15cc-4a3a-9da1-e4a1520528cc" providerId="AD" clId="Web-{DC71666A-FF7F-487A-8E07-290439C243A3}" dt="2021-12-21T00:29:40.984" v="14"/>
          <ac:picMkLst>
            <pc:docMk/>
            <pc:sldMk cId="3057251361" sldId="298"/>
            <ac:picMk id="15"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B7D763-392A-AA46-AC36-7392342E79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ADAA65F3-63B7-A249-B0D3-C78198ED545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F01FF2-3FD5-014F-8AFD-EA3A294FFC65}" type="datetimeFigureOut">
              <a:t>12/21/2021</a:t>
            </a:fld>
            <a:endParaRPr lang="en-VN"/>
          </a:p>
        </p:txBody>
      </p:sp>
      <p:sp>
        <p:nvSpPr>
          <p:cNvPr id="4" name="Footer Placeholder 3">
            <a:extLst>
              <a:ext uri="{FF2B5EF4-FFF2-40B4-BE49-F238E27FC236}">
                <a16:creationId xmlns:a16="http://schemas.microsoft.com/office/drawing/2014/main" id="{C6822926-3437-7244-82D0-797CDFF7992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B4FF98A2-EB3F-A741-A565-8ACA9C917A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9D82B6-682F-B74D-BFE7-866A1A81D5C8}" type="slidenum">
              <a:t>‹#›</a:t>
            </a:fld>
            <a:endParaRPr lang="en-VN"/>
          </a:p>
        </p:txBody>
      </p:sp>
    </p:spTree>
    <p:extLst>
      <p:ext uri="{BB962C8B-B14F-4D97-AF65-F5344CB8AC3E}">
        <p14:creationId xmlns:p14="http://schemas.microsoft.com/office/powerpoint/2010/main" val="10027818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4" name="Shape 124"/>
          <p:cNvSpPr>
            <a:spLocks noGrp="1" noRot="1" noChangeAspect="1"/>
          </p:cNvSpPr>
          <p:nvPr>
            <p:ph type="sldImg"/>
          </p:nvPr>
        </p:nvSpPr>
        <p:spPr>
          <a:xfrm>
            <a:off x="1143000" y="685800"/>
            <a:ext cx="4572000" cy="3429000"/>
          </a:xfrm>
          <a:prstGeom prst="rect">
            <a:avLst/>
          </a:prstGeom>
        </p:spPr>
        <p:txBody>
          <a:bodyPr/>
          <a:lstStyle/>
          <a:p>
            <a:endParaRPr/>
          </a:p>
        </p:txBody>
      </p:sp>
      <p:sp>
        <p:nvSpPr>
          <p:cNvPr id="125" name="Shape 12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7432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VN"/>
          </a:p>
        </p:txBody>
      </p:sp>
    </p:spTree>
    <p:extLst>
      <p:ext uri="{BB962C8B-B14F-4D97-AF65-F5344CB8AC3E}">
        <p14:creationId xmlns:p14="http://schemas.microsoft.com/office/powerpoint/2010/main" val="3944663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reserve="1">
  <p:cSld name="1_Section header">
    <p:bg>
      <p:bgPr>
        <a:solidFill>
          <a:srgbClr val="01B19F"/>
        </a:solidFill>
        <a:effectLst/>
      </p:bgPr>
    </p:bg>
    <p:spTree>
      <p:nvGrpSpPr>
        <p:cNvPr id="1" name="Shape 34"/>
        <p:cNvGrpSpPr/>
        <p:nvPr/>
      </p:nvGrpSpPr>
      <p:grpSpPr>
        <a:xfrm>
          <a:off x="0" y="0"/>
          <a:ext cx="0" cy="0"/>
          <a:chOff x="0" y="0"/>
          <a:chExt cx="0" cy="0"/>
        </a:xfrm>
      </p:grpSpPr>
      <p:grpSp>
        <p:nvGrpSpPr>
          <p:cNvPr id="35" name="Google Shape;35;p4"/>
          <p:cNvGrpSpPr/>
          <p:nvPr userDrawn="1"/>
        </p:nvGrpSpPr>
        <p:grpSpPr>
          <a:xfrm>
            <a:off x="2214380" y="3176683"/>
            <a:ext cx="1988701" cy="122203"/>
            <a:chOff x="4580561" y="2589004"/>
            <a:chExt cx="1064464" cy="25200"/>
          </a:xfrm>
        </p:grpSpPr>
        <p:sp>
          <p:nvSpPr>
            <p:cNvPr id="36" name="Google Shape;36;p4"/>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533">
                <a:latin typeface="Nunito Sans" pitchFamily="2" charset="0"/>
              </a:endParaRPr>
            </a:p>
          </p:txBody>
        </p:sp>
        <p:sp>
          <p:nvSpPr>
            <p:cNvPr id="37" name="Google Shape;37;p4"/>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533">
                <a:latin typeface="Nunito Sans" pitchFamily="2" charset="0"/>
              </a:endParaRPr>
            </a:p>
          </p:txBody>
        </p:sp>
      </p:grpSp>
      <p:sp>
        <p:nvSpPr>
          <p:cNvPr id="38" name="Google Shape;38;p4"/>
          <p:cNvSpPr txBox="1">
            <a:spLocks noGrp="1"/>
          </p:cNvSpPr>
          <p:nvPr>
            <p:ph type="title"/>
          </p:nvPr>
        </p:nvSpPr>
        <p:spPr>
          <a:xfrm>
            <a:off x="1945200" y="3526533"/>
            <a:ext cx="20502400" cy="4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None/>
              <a:defRPr sz="9600" b="1">
                <a:solidFill>
                  <a:schemeClr val="lt1"/>
                </a:solidFill>
                <a:latin typeface="Nunito Sans" pitchFamily="2" charset="0"/>
              </a:defRPr>
            </a:lvl1pPr>
            <a:lvl2pPr lvl="1">
              <a:spcBef>
                <a:spcPts val="0"/>
              </a:spcBef>
              <a:spcAft>
                <a:spcPts val="0"/>
              </a:spcAft>
              <a:buClr>
                <a:schemeClr val="lt1"/>
              </a:buClr>
              <a:buSzPts val="3600"/>
              <a:buNone/>
              <a:defRPr sz="9600">
                <a:solidFill>
                  <a:schemeClr val="lt1"/>
                </a:solidFill>
              </a:defRPr>
            </a:lvl2pPr>
            <a:lvl3pPr lvl="2">
              <a:spcBef>
                <a:spcPts val="0"/>
              </a:spcBef>
              <a:spcAft>
                <a:spcPts val="0"/>
              </a:spcAft>
              <a:buClr>
                <a:schemeClr val="lt1"/>
              </a:buClr>
              <a:buSzPts val="3600"/>
              <a:buNone/>
              <a:defRPr sz="9600">
                <a:solidFill>
                  <a:schemeClr val="lt1"/>
                </a:solidFill>
              </a:defRPr>
            </a:lvl3pPr>
            <a:lvl4pPr lvl="3">
              <a:spcBef>
                <a:spcPts val="0"/>
              </a:spcBef>
              <a:spcAft>
                <a:spcPts val="0"/>
              </a:spcAft>
              <a:buClr>
                <a:schemeClr val="lt1"/>
              </a:buClr>
              <a:buSzPts val="3600"/>
              <a:buNone/>
              <a:defRPr sz="9600">
                <a:solidFill>
                  <a:schemeClr val="lt1"/>
                </a:solidFill>
              </a:defRPr>
            </a:lvl4pPr>
            <a:lvl5pPr lvl="4">
              <a:spcBef>
                <a:spcPts val="0"/>
              </a:spcBef>
              <a:spcAft>
                <a:spcPts val="0"/>
              </a:spcAft>
              <a:buClr>
                <a:schemeClr val="lt1"/>
              </a:buClr>
              <a:buSzPts val="3600"/>
              <a:buNone/>
              <a:defRPr sz="9600">
                <a:solidFill>
                  <a:schemeClr val="lt1"/>
                </a:solidFill>
              </a:defRPr>
            </a:lvl5pPr>
            <a:lvl6pPr lvl="5">
              <a:spcBef>
                <a:spcPts val="0"/>
              </a:spcBef>
              <a:spcAft>
                <a:spcPts val="0"/>
              </a:spcAft>
              <a:buClr>
                <a:schemeClr val="lt1"/>
              </a:buClr>
              <a:buSzPts val="3600"/>
              <a:buNone/>
              <a:defRPr sz="9600">
                <a:solidFill>
                  <a:schemeClr val="lt1"/>
                </a:solidFill>
              </a:defRPr>
            </a:lvl6pPr>
            <a:lvl7pPr lvl="6">
              <a:spcBef>
                <a:spcPts val="0"/>
              </a:spcBef>
              <a:spcAft>
                <a:spcPts val="0"/>
              </a:spcAft>
              <a:buClr>
                <a:schemeClr val="lt1"/>
              </a:buClr>
              <a:buSzPts val="3600"/>
              <a:buNone/>
              <a:defRPr sz="9600">
                <a:solidFill>
                  <a:schemeClr val="lt1"/>
                </a:solidFill>
              </a:defRPr>
            </a:lvl7pPr>
            <a:lvl8pPr lvl="7">
              <a:spcBef>
                <a:spcPts val="0"/>
              </a:spcBef>
              <a:spcAft>
                <a:spcPts val="0"/>
              </a:spcAft>
              <a:buClr>
                <a:schemeClr val="lt1"/>
              </a:buClr>
              <a:buSzPts val="3600"/>
              <a:buNone/>
              <a:defRPr sz="9600">
                <a:solidFill>
                  <a:schemeClr val="lt1"/>
                </a:solidFill>
              </a:defRPr>
            </a:lvl8pPr>
            <a:lvl9pPr lvl="8">
              <a:spcBef>
                <a:spcPts val="0"/>
              </a:spcBef>
              <a:spcAft>
                <a:spcPts val="0"/>
              </a:spcAft>
              <a:buClr>
                <a:schemeClr val="lt1"/>
              </a:buClr>
              <a:buSzPts val="3600"/>
              <a:buNone/>
              <a:defRPr sz="9600">
                <a:solidFill>
                  <a:schemeClr val="lt1"/>
                </a:solidFill>
              </a:defRPr>
            </a:lvl9pPr>
          </a:lstStyle>
          <a:p>
            <a:r>
              <a:rPr lang="en-US"/>
              <a:t>Click to edit Master title style</a:t>
            </a:r>
            <a:endParaRPr/>
          </a:p>
        </p:txBody>
      </p:sp>
      <p:sp>
        <p:nvSpPr>
          <p:cNvPr id="39" name="Google Shape;39;p4"/>
          <p:cNvSpPr txBox="1">
            <a:spLocks noGrp="1"/>
          </p:cNvSpPr>
          <p:nvPr>
            <p:ph type="sldNum" idx="12"/>
          </p:nvPr>
        </p:nvSpPr>
        <p:spPr>
          <a:xfrm>
            <a:off x="22763472" y="12666269"/>
            <a:ext cx="1463200" cy="1049600"/>
          </a:xfrm>
          <a:prstGeom prst="rect">
            <a:avLst/>
          </a:prstGeom>
        </p:spPr>
        <p:txBody>
          <a:bodyPr spcFirstLastPara="1" wrap="square" lIns="91425" tIns="91425" rIns="91425" bIns="91425" anchor="ctr" anchorCtr="0">
            <a:noAutofit/>
          </a:bodyPr>
          <a:lstStyle>
            <a:lvl1pPr lvl="0">
              <a:buNone/>
              <a:defRPr>
                <a:solidFill>
                  <a:schemeClr val="lt1"/>
                </a:solidFill>
                <a:latin typeface="Nunito Sans" pitchFamily="2" charset="0"/>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122356429"/>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_alt1" preserve="1">
  <p:cSld name="Section header_alt1">
    <p:bg>
      <p:bgRef idx="1001">
        <a:schemeClr val="bg2"/>
      </p:bgRef>
    </p:bg>
    <p:spTree>
      <p:nvGrpSpPr>
        <p:cNvPr id="1" name="Shape 162"/>
        <p:cNvGrpSpPr/>
        <p:nvPr/>
      </p:nvGrpSpPr>
      <p:grpSpPr>
        <a:xfrm>
          <a:off x="0" y="0"/>
          <a:ext cx="0" cy="0"/>
          <a:chOff x="0" y="0"/>
          <a:chExt cx="0" cy="0"/>
        </a:xfrm>
      </p:grpSpPr>
      <p:sp>
        <p:nvSpPr>
          <p:cNvPr id="166" name="Google Shape;166;p17"/>
          <p:cNvSpPr txBox="1">
            <a:spLocks noGrp="1"/>
          </p:cNvSpPr>
          <p:nvPr>
            <p:ph type="title"/>
          </p:nvPr>
        </p:nvSpPr>
        <p:spPr>
          <a:xfrm>
            <a:off x="1945200" y="3526533"/>
            <a:ext cx="20502400" cy="4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600"/>
              <a:buNone/>
              <a:defRPr sz="9600" b="1">
                <a:solidFill>
                  <a:schemeClr val="bg2">
                    <a:lumMod val="90000"/>
                    <a:lumOff val="10000"/>
                  </a:schemeClr>
                </a:solidFill>
                <a:latin typeface="Nunito Sans" pitchFamily="2" charset="0"/>
              </a:defRPr>
            </a:lvl1pPr>
            <a:lvl2pPr lvl="1" rtl="0">
              <a:spcBef>
                <a:spcPts val="0"/>
              </a:spcBef>
              <a:spcAft>
                <a:spcPts val="0"/>
              </a:spcAft>
              <a:buClr>
                <a:schemeClr val="lt1"/>
              </a:buClr>
              <a:buSzPts val="3600"/>
              <a:buNone/>
              <a:defRPr sz="9600">
                <a:solidFill>
                  <a:schemeClr val="lt1"/>
                </a:solidFill>
              </a:defRPr>
            </a:lvl2pPr>
            <a:lvl3pPr lvl="2" rtl="0">
              <a:spcBef>
                <a:spcPts val="0"/>
              </a:spcBef>
              <a:spcAft>
                <a:spcPts val="0"/>
              </a:spcAft>
              <a:buClr>
                <a:schemeClr val="lt1"/>
              </a:buClr>
              <a:buSzPts val="3600"/>
              <a:buNone/>
              <a:defRPr sz="9600">
                <a:solidFill>
                  <a:schemeClr val="lt1"/>
                </a:solidFill>
              </a:defRPr>
            </a:lvl3pPr>
            <a:lvl4pPr lvl="3" rtl="0">
              <a:spcBef>
                <a:spcPts val="0"/>
              </a:spcBef>
              <a:spcAft>
                <a:spcPts val="0"/>
              </a:spcAft>
              <a:buClr>
                <a:schemeClr val="lt1"/>
              </a:buClr>
              <a:buSzPts val="3600"/>
              <a:buNone/>
              <a:defRPr sz="9600">
                <a:solidFill>
                  <a:schemeClr val="lt1"/>
                </a:solidFill>
              </a:defRPr>
            </a:lvl4pPr>
            <a:lvl5pPr lvl="4" rtl="0">
              <a:spcBef>
                <a:spcPts val="0"/>
              </a:spcBef>
              <a:spcAft>
                <a:spcPts val="0"/>
              </a:spcAft>
              <a:buClr>
                <a:schemeClr val="lt1"/>
              </a:buClr>
              <a:buSzPts val="3600"/>
              <a:buNone/>
              <a:defRPr sz="9600">
                <a:solidFill>
                  <a:schemeClr val="lt1"/>
                </a:solidFill>
              </a:defRPr>
            </a:lvl5pPr>
            <a:lvl6pPr lvl="5" rtl="0">
              <a:spcBef>
                <a:spcPts val="0"/>
              </a:spcBef>
              <a:spcAft>
                <a:spcPts val="0"/>
              </a:spcAft>
              <a:buClr>
                <a:schemeClr val="lt1"/>
              </a:buClr>
              <a:buSzPts val="3600"/>
              <a:buNone/>
              <a:defRPr sz="9600">
                <a:solidFill>
                  <a:schemeClr val="lt1"/>
                </a:solidFill>
              </a:defRPr>
            </a:lvl6pPr>
            <a:lvl7pPr lvl="6" rtl="0">
              <a:spcBef>
                <a:spcPts val="0"/>
              </a:spcBef>
              <a:spcAft>
                <a:spcPts val="0"/>
              </a:spcAft>
              <a:buClr>
                <a:schemeClr val="lt1"/>
              </a:buClr>
              <a:buSzPts val="3600"/>
              <a:buNone/>
              <a:defRPr sz="9600">
                <a:solidFill>
                  <a:schemeClr val="lt1"/>
                </a:solidFill>
              </a:defRPr>
            </a:lvl7pPr>
            <a:lvl8pPr lvl="7" rtl="0">
              <a:spcBef>
                <a:spcPts val="0"/>
              </a:spcBef>
              <a:spcAft>
                <a:spcPts val="0"/>
              </a:spcAft>
              <a:buClr>
                <a:schemeClr val="lt1"/>
              </a:buClr>
              <a:buSzPts val="3600"/>
              <a:buNone/>
              <a:defRPr sz="9600">
                <a:solidFill>
                  <a:schemeClr val="lt1"/>
                </a:solidFill>
              </a:defRPr>
            </a:lvl8pPr>
            <a:lvl9pPr lvl="8" rtl="0">
              <a:spcBef>
                <a:spcPts val="0"/>
              </a:spcBef>
              <a:spcAft>
                <a:spcPts val="0"/>
              </a:spcAft>
              <a:buClr>
                <a:schemeClr val="lt1"/>
              </a:buClr>
              <a:buSzPts val="3600"/>
              <a:buNone/>
              <a:defRPr sz="9600">
                <a:solidFill>
                  <a:schemeClr val="lt1"/>
                </a:solidFill>
              </a:defRPr>
            </a:lvl9pPr>
          </a:lstStyle>
          <a:p>
            <a:r>
              <a:rPr lang="en-US"/>
              <a:t>Click to edit Master title style</a:t>
            </a:r>
            <a:endParaRPr/>
          </a:p>
        </p:txBody>
      </p:sp>
      <p:sp>
        <p:nvSpPr>
          <p:cNvPr id="167" name="Google Shape;167;p17"/>
          <p:cNvSpPr txBox="1">
            <a:spLocks noGrp="1"/>
          </p:cNvSpPr>
          <p:nvPr>
            <p:ph type="sldNum" idx="12"/>
          </p:nvPr>
        </p:nvSpPr>
        <p:spPr>
          <a:xfrm>
            <a:off x="22763472" y="12666269"/>
            <a:ext cx="1463200" cy="1049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algn="r"/>
            <a:fld id="{00000000-1234-1234-1234-123412341234}" type="slidenum">
              <a:rPr lang="en-GB"/>
              <a:pPr algn="r"/>
              <a:t>‹#›</a:t>
            </a:fld>
            <a:endParaRPr lang="en-GB"/>
          </a:p>
        </p:txBody>
      </p:sp>
      <p:grpSp>
        <p:nvGrpSpPr>
          <p:cNvPr id="7" name="Google Shape;75;p8">
            <a:extLst>
              <a:ext uri="{FF2B5EF4-FFF2-40B4-BE49-F238E27FC236}">
                <a16:creationId xmlns:a16="http://schemas.microsoft.com/office/drawing/2014/main" id="{CA88E4F5-8376-4500-ABB1-BDCCEFEC0604}"/>
              </a:ext>
            </a:extLst>
          </p:cNvPr>
          <p:cNvGrpSpPr/>
          <p:nvPr userDrawn="1"/>
        </p:nvGrpSpPr>
        <p:grpSpPr>
          <a:xfrm>
            <a:off x="2214380" y="3176683"/>
            <a:ext cx="1988701" cy="122203"/>
            <a:chOff x="4580561" y="2589004"/>
            <a:chExt cx="1064464" cy="25200"/>
          </a:xfrm>
        </p:grpSpPr>
        <p:sp>
          <p:nvSpPr>
            <p:cNvPr id="8" name="Google Shape;76;p8">
              <a:extLst>
                <a:ext uri="{FF2B5EF4-FFF2-40B4-BE49-F238E27FC236}">
                  <a16:creationId xmlns:a16="http://schemas.microsoft.com/office/drawing/2014/main" id="{A4310BED-63AB-4245-89A8-CE115E11752B}"/>
                </a:ext>
              </a:extLst>
            </p:cNvPr>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533"/>
            </a:p>
          </p:txBody>
        </p:sp>
        <p:sp>
          <p:nvSpPr>
            <p:cNvPr id="9" name="Google Shape;77;p8">
              <a:extLst>
                <a:ext uri="{FF2B5EF4-FFF2-40B4-BE49-F238E27FC236}">
                  <a16:creationId xmlns:a16="http://schemas.microsoft.com/office/drawing/2014/main" id="{AA35889D-8F1E-45BD-AF4E-D2BFC5CA19C5}"/>
                </a:ext>
              </a:extLst>
            </p:cNvPr>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533"/>
            </a:p>
          </p:txBody>
        </p:sp>
      </p:grpSp>
    </p:spTree>
    <p:extLst>
      <p:ext uri="{BB962C8B-B14F-4D97-AF65-F5344CB8AC3E}">
        <p14:creationId xmlns:p14="http://schemas.microsoft.com/office/powerpoint/2010/main" val="1054107744"/>
      </p:ext>
    </p:extLst>
  </p:cSld>
  <p:clrMapOvr>
    <a:overrideClrMapping bg1="lt1" tx1="dk1" bg2="lt2" tx2="dk2" accent1="accent1" accent2="accent2" accent3="accent3" accent4="accent4" accent5="accent5" accent6="accent6" hlink="hlink" folHlink="folHlink"/>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cSld name="Title &amp; Subtitle">
    <p:bg>
      <p:bgPr>
        <a:solidFill>
          <a:srgbClr val="01B19F"/>
        </a:solidFill>
        <a:effectLst/>
      </p:bgPr>
    </p:bg>
    <p:spTree>
      <p:nvGrpSpPr>
        <p:cNvPr id="1" name=""/>
        <p:cNvGrpSpPr/>
        <p:nvPr/>
      </p:nvGrpSpPr>
      <p:grpSpPr>
        <a:xfrm>
          <a:off x="0" y="0"/>
          <a:ext cx="0" cy="0"/>
          <a:chOff x="0" y="0"/>
          <a:chExt cx="0" cy="0"/>
        </a:xfrm>
      </p:grpSpPr>
      <p:sp>
        <p:nvSpPr>
          <p:cNvPr id="20" name="Title Text"/>
          <p:cNvSpPr txBox="1">
            <a:spLocks noGrp="1"/>
          </p:cNvSpPr>
          <p:nvPr>
            <p:ph type="title"/>
          </p:nvPr>
        </p:nvSpPr>
        <p:spPr>
          <a:xfrm>
            <a:off x="3238500" y="4332927"/>
            <a:ext cx="14465300" cy="2362201"/>
          </a:xfrm>
          <a:prstGeom prst="rect">
            <a:avLst/>
          </a:prstGeom>
        </p:spPr>
        <p:txBody>
          <a:bodyPr anchor="ctr"/>
          <a:lstStyle>
            <a:lvl1pPr>
              <a:defRPr>
                <a:solidFill>
                  <a:srgbClr val="FFFFFF"/>
                </a:solidFill>
              </a:defRPr>
            </a:lvl1pPr>
          </a:lstStyle>
          <a:p>
            <a:r>
              <a:t>Title Text</a:t>
            </a:r>
          </a:p>
        </p:txBody>
      </p:sp>
      <p:sp>
        <p:nvSpPr>
          <p:cNvPr id="21" name="Body Level One…"/>
          <p:cNvSpPr txBox="1">
            <a:spLocks noGrp="1"/>
          </p:cNvSpPr>
          <p:nvPr>
            <p:ph type="body" sz="quarter" idx="1"/>
          </p:nvPr>
        </p:nvSpPr>
        <p:spPr>
          <a:xfrm>
            <a:off x="3365500" y="6744737"/>
            <a:ext cx="14211300" cy="4648201"/>
          </a:xfrm>
          <a:prstGeom prst="rect">
            <a:avLst/>
          </a:prstGeom>
        </p:spPr>
        <p:txBody>
          <a:bodyPr/>
          <a:lstStyle>
            <a:lvl1pPr marL="0" indent="0">
              <a:spcBef>
                <a:spcPts val="0"/>
              </a:spcBef>
              <a:buSzTx/>
              <a:buNone/>
              <a:defRPr sz="5000">
                <a:solidFill>
                  <a:srgbClr val="FFFFFF"/>
                </a:solidFill>
              </a:defRPr>
            </a:lvl1pPr>
            <a:lvl2pPr marL="0" indent="0">
              <a:spcBef>
                <a:spcPts val="0"/>
              </a:spcBef>
              <a:buSzTx/>
              <a:buNone/>
              <a:defRPr sz="5000">
                <a:solidFill>
                  <a:srgbClr val="FFFFFF"/>
                </a:solidFill>
              </a:defRPr>
            </a:lvl2pPr>
            <a:lvl3pPr marL="0" indent="0">
              <a:spcBef>
                <a:spcPts val="0"/>
              </a:spcBef>
              <a:buSzTx/>
              <a:buNone/>
              <a:defRPr sz="5000">
                <a:solidFill>
                  <a:srgbClr val="FFFFFF"/>
                </a:solidFill>
              </a:defRPr>
            </a:lvl3pPr>
            <a:lvl4pPr marL="0" indent="0">
              <a:spcBef>
                <a:spcPts val="0"/>
              </a:spcBef>
              <a:buSzTx/>
              <a:buNone/>
              <a:defRPr sz="5000">
                <a:solidFill>
                  <a:srgbClr val="FFFFFF"/>
                </a:solidFill>
              </a:defRPr>
            </a:lvl4pPr>
            <a:lvl5pPr marL="0" indent="0">
              <a:spcBef>
                <a:spcPts val="0"/>
              </a:spcBef>
              <a:buSzTx/>
              <a:buNone/>
              <a:defRPr sz="50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xfrm>
            <a:off x="11954103" y="13073062"/>
            <a:ext cx="466269" cy="477671"/>
          </a:xfrm>
          <a:prstGeom prst="rect">
            <a:avLst/>
          </a:prstGeom>
        </p:spPr>
        <p:txBody>
          <a:bodyPr/>
          <a:lstStyle>
            <a:lvl1pPr>
              <a:defRPr sz="2200">
                <a:solidFill>
                  <a:srgbClr val="000000"/>
                </a:solidFill>
                <a:latin typeface="Helvetica Neue Thin"/>
                <a:ea typeface="Helvetica Neue Thin"/>
                <a:cs typeface="Helvetica Neue Thin"/>
                <a:sym typeface="Helvetica Neue Thin"/>
              </a:defRPr>
            </a:lvl1pPr>
          </a:lstStyle>
          <a:p>
            <a:fld id="{86CB4B4D-7CA3-9044-876B-883B54F8677D}" type="slidenum">
              <a:t>‹#›</a:t>
            </a:fld>
            <a:endParaRPr/>
          </a:p>
        </p:txBody>
      </p:sp>
      <p:grpSp>
        <p:nvGrpSpPr>
          <p:cNvPr id="8" name="Google Shape;35;p4">
            <a:extLst>
              <a:ext uri="{FF2B5EF4-FFF2-40B4-BE49-F238E27FC236}">
                <a16:creationId xmlns:a16="http://schemas.microsoft.com/office/drawing/2014/main" id="{3A8EABDA-F1E0-5443-8DA7-D8A579D2C57E}"/>
              </a:ext>
            </a:extLst>
          </p:cNvPr>
          <p:cNvGrpSpPr/>
          <p:nvPr userDrawn="1"/>
        </p:nvGrpSpPr>
        <p:grpSpPr>
          <a:xfrm>
            <a:off x="830392" y="1191256"/>
            <a:ext cx="745763" cy="45826"/>
            <a:chOff x="4580561" y="2589004"/>
            <a:chExt cx="1064464" cy="25200"/>
          </a:xfrm>
        </p:grpSpPr>
        <p:sp>
          <p:nvSpPr>
            <p:cNvPr id="9" name="Google Shape;36;p4">
              <a:extLst>
                <a:ext uri="{FF2B5EF4-FFF2-40B4-BE49-F238E27FC236}">
                  <a16:creationId xmlns:a16="http://schemas.microsoft.com/office/drawing/2014/main" id="{D9751C61-A7D7-AA4F-868D-4868783DBC82}"/>
                </a:ext>
              </a:extLst>
            </p:cNvPr>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Sans" pitchFamily="2" charset="0"/>
              </a:endParaRPr>
            </a:p>
          </p:txBody>
        </p:sp>
        <p:sp>
          <p:nvSpPr>
            <p:cNvPr id="10" name="Google Shape;37;p4">
              <a:extLst>
                <a:ext uri="{FF2B5EF4-FFF2-40B4-BE49-F238E27FC236}">
                  <a16:creationId xmlns:a16="http://schemas.microsoft.com/office/drawing/2014/main" id="{FA69D3F4-C5B1-464C-A125-38BCF3085536}"/>
                </a:ext>
              </a:extLst>
            </p:cNvPr>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Sans" pitchFamily="2" charset="0"/>
              </a:endParaRPr>
            </a:p>
          </p:txBody>
        </p:sp>
      </p:gr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itle + Text 2">
    <p:spTree>
      <p:nvGrpSpPr>
        <p:cNvPr id="1" name=""/>
        <p:cNvGrpSpPr/>
        <p:nvPr/>
      </p:nvGrpSpPr>
      <p:grpSpPr>
        <a:xfrm>
          <a:off x="0" y="0"/>
          <a:ext cx="0" cy="0"/>
          <a:chOff x="0" y="0"/>
          <a:chExt cx="0" cy="0"/>
        </a:xfrm>
      </p:grpSpPr>
      <p:sp>
        <p:nvSpPr>
          <p:cNvPr id="49" name="Rectangle"/>
          <p:cNvSpPr/>
          <p:nvPr/>
        </p:nvSpPr>
        <p:spPr>
          <a:xfrm>
            <a:off x="-8467" y="13345484"/>
            <a:ext cx="24400934" cy="374750"/>
          </a:xfrm>
          <a:prstGeom prst="rect">
            <a:avLst/>
          </a:prstGeom>
          <a:solidFill>
            <a:srgbClr val="1CA390"/>
          </a:solidFill>
          <a:ln w="12700">
            <a:miter lim="400000"/>
          </a:ln>
        </p:spPr>
        <p:txBody>
          <a:bodyPr lIns="0" tIns="0" rIns="0" bIns="0" anchor="ctr"/>
          <a:lstStyle/>
          <a:p>
            <a:pPr defTabSz="825500">
              <a:defRPr b="0">
                <a:solidFill>
                  <a:srgbClr val="1BADBA"/>
                </a:solidFill>
                <a:latin typeface="+mn-lt"/>
                <a:ea typeface="+mn-ea"/>
                <a:cs typeface="+mn-cs"/>
                <a:sym typeface="Helvetica Neue Medium"/>
              </a:defRPr>
            </a:pPr>
            <a:endParaRPr/>
          </a:p>
        </p:txBody>
      </p:sp>
      <p:sp>
        <p:nvSpPr>
          <p:cNvPr id="50" name="Title Text"/>
          <p:cNvSpPr txBox="1">
            <a:spLocks noGrp="1"/>
          </p:cNvSpPr>
          <p:nvPr>
            <p:ph type="title"/>
          </p:nvPr>
        </p:nvSpPr>
        <p:spPr>
          <a:prstGeom prst="rect">
            <a:avLst/>
          </a:prstGeom>
        </p:spPr>
        <p:txBody>
          <a:bodyPr/>
          <a:lstStyle>
            <a:lvl1pPr>
              <a:defRPr>
                <a:solidFill>
                  <a:schemeClr val="accent4">
                    <a:hueOff val="-1081314"/>
                    <a:satOff val="4338"/>
                    <a:lumOff val="-8931"/>
                  </a:schemeClr>
                </a:solidFill>
                <a:latin typeface="Helvetica Neue"/>
                <a:ea typeface="Helvetica Neue"/>
                <a:cs typeface="Helvetica Neue"/>
                <a:sym typeface="Helvetica Neue"/>
              </a:defRPr>
            </a:lvl1pPr>
          </a:lstStyle>
          <a:p>
            <a:r>
              <a:t>Title Text</a:t>
            </a:r>
          </a:p>
        </p:txBody>
      </p:sp>
      <p:sp>
        <p:nvSpPr>
          <p:cNvPr id="51" name="Body Level One…"/>
          <p:cNvSpPr txBox="1">
            <a:spLocks noGrp="1"/>
          </p:cNvSpPr>
          <p:nvPr>
            <p:ph type="body" idx="1"/>
          </p:nvPr>
        </p:nvSpPr>
        <p:spPr>
          <a:xfrm>
            <a:off x="1270000" y="2540000"/>
            <a:ext cx="21018500" cy="82550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2" name="Copyright © 2021 Vupoint Solutions"/>
          <p:cNvSpPr txBox="1"/>
          <p:nvPr/>
        </p:nvSpPr>
        <p:spPr>
          <a:xfrm>
            <a:off x="63500" y="13340303"/>
            <a:ext cx="2125581" cy="359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algn="l" defTabSz="457200">
              <a:defRPr sz="1400" b="0">
                <a:solidFill>
                  <a:srgbClr val="FFFFFF"/>
                </a:solidFill>
              </a:defRPr>
            </a:lvl1pPr>
          </a:lstStyle>
          <a:p>
            <a:r>
              <a:t>Copyright © 2021 </a:t>
            </a:r>
            <a:r>
              <a:rPr lang="en-US"/>
              <a:t>CUVO</a:t>
            </a:r>
            <a:endParaRPr/>
          </a:p>
        </p:txBody>
      </p:sp>
      <p:sp>
        <p:nvSpPr>
          <p:cNvPr id="53" name="Confidential"/>
          <p:cNvSpPr txBox="1"/>
          <p:nvPr/>
        </p:nvSpPr>
        <p:spPr>
          <a:xfrm>
            <a:off x="11638419" y="13349610"/>
            <a:ext cx="1107162" cy="3410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algn="l" defTabSz="457200">
              <a:defRPr sz="1400" b="0">
                <a:solidFill>
                  <a:srgbClr val="FFFFFF"/>
                </a:solidFill>
              </a:defRPr>
            </a:lvl1pPr>
          </a:lstStyle>
          <a:p>
            <a:r>
              <a:t>Confidential</a:t>
            </a:r>
          </a:p>
        </p:txBody>
      </p:sp>
      <p:sp>
        <p:nvSpPr>
          <p:cNvPr id="54"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3" name="Picture 2" descr="Logo&#10;&#10;Description automatically generated">
            <a:extLst>
              <a:ext uri="{FF2B5EF4-FFF2-40B4-BE49-F238E27FC236}">
                <a16:creationId xmlns:a16="http://schemas.microsoft.com/office/drawing/2014/main" id="{D6307EE4-2A62-8549-95B9-206097CC565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2307550" y="768350"/>
            <a:ext cx="1612900" cy="546100"/>
          </a:xfrm>
          <a:prstGeom prst="rect">
            <a:avLst/>
          </a:prstGeom>
        </p:spPr>
      </p:pic>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Plain">
    <p:spTree>
      <p:nvGrpSpPr>
        <p:cNvPr id="1" name=""/>
        <p:cNvGrpSpPr/>
        <p:nvPr/>
      </p:nvGrpSpPr>
      <p:grpSpPr>
        <a:xfrm>
          <a:off x="0" y="0"/>
          <a:ext cx="0" cy="0"/>
          <a:chOff x="0" y="0"/>
          <a:chExt cx="0" cy="0"/>
        </a:xfrm>
      </p:grpSpPr>
      <p:sp>
        <p:nvSpPr>
          <p:cNvPr id="63" name="Rectangle"/>
          <p:cNvSpPr/>
          <p:nvPr/>
        </p:nvSpPr>
        <p:spPr>
          <a:xfrm>
            <a:off x="-8467" y="13345484"/>
            <a:ext cx="24400934" cy="374750"/>
          </a:xfrm>
          <a:prstGeom prst="rect">
            <a:avLst/>
          </a:prstGeom>
          <a:solidFill>
            <a:srgbClr val="1CA390"/>
          </a:solidFill>
          <a:ln w="12700">
            <a:miter lim="400000"/>
          </a:ln>
        </p:spPr>
        <p:txBody>
          <a:bodyPr lIns="0" tIns="0" rIns="0" bIns="0" anchor="ctr"/>
          <a:lstStyle/>
          <a:p>
            <a:pPr defTabSz="825500">
              <a:defRPr b="0">
                <a:solidFill>
                  <a:srgbClr val="1BADBA"/>
                </a:solidFill>
                <a:latin typeface="+mn-lt"/>
                <a:ea typeface="+mn-ea"/>
                <a:cs typeface="+mn-cs"/>
                <a:sym typeface="Helvetica Neue Medium"/>
              </a:defRPr>
            </a:pPr>
            <a:endParaRPr/>
          </a:p>
        </p:txBody>
      </p:sp>
      <p:sp>
        <p:nvSpPr>
          <p:cNvPr id="64" name="Title Text"/>
          <p:cNvSpPr txBox="1">
            <a:spLocks noGrp="1"/>
          </p:cNvSpPr>
          <p:nvPr>
            <p:ph type="title"/>
          </p:nvPr>
        </p:nvSpPr>
        <p:spPr>
          <a:prstGeom prst="rect">
            <a:avLst/>
          </a:prstGeom>
        </p:spPr>
        <p:txBody>
          <a:bodyPr/>
          <a:lstStyle>
            <a:lvl1pPr>
              <a:defRPr>
                <a:solidFill>
                  <a:schemeClr val="accent4">
                    <a:hueOff val="-1081314"/>
                    <a:satOff val="4338"/>
                    <a:lumOff val="-8931"/>
                  </a:schemeClr>
                </a:solidFill>
                <a:latin typeface="Helvetica Neue"/>
                <a:ea typeface="Helvetica Neue"/>
                <a:cs typeface="Helvetica Neue"/>
                <a:sym typeface="Helvetica Neue"/>
              </a:defRPr>
            </a:lvl1pPr>
          </a:lstStyle>
          <a:p>
            <a:r>
              <a:t>Title Text</a:t>
            </a:r>
          </a:p>
        </p:txBody>
      </p:sp>
      <p:sp>
        <p:nvSpPr>
          <p:cNvPr id="65" name="Copyright © 2021 Vupoint Solutions"/>
          <p:cNvSpPr txBox="1"/>
          <p:nvPr/>
        </p:nvSpPr>
        <p:spPr>
          <a:xfrm>
            <a:off x="63500" y="13340303"/>
            <a:ext cx="2125581" cy="359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algn="l" defTabSz="457200">
              <a:defRPr sz="1400" b="0">
                <a:solidFill>
                  <a:srgbClr val="FFFFFF"/>
                </a:solidFill>
              </a:defRPr>
            </a:lvl1pPr>
          </a:lstStyle>
          <a:p>
            <a:r>
              <a:t>Copyright © 2021 </a:t>
            </a:r>
            <a:r>
              <a:rPr lang="en-US"/>
              <a:t>CUVO</a:t>
            </a:r>
            <a:endParaRPr/>
          </a:p>
        </p:txBody>
      </p:sp>
      <p:sp>
        <p:nvSpPr>
          <p:cNvPr id="66" name="Confidential"/>
          <p:cNvSpPr txBox="1"/>
          <p:nvPr/>
        </p:nvSpPr>
        <p:spPr>
          <a:xfrm>
            <a:off x="11638419" y="13349610"/>
            <a:ext cx="1107162" cy="3410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algn="l" defTabSz="457200">
              <a:defRPr sz="1400" b="0">
                <a:solidFill>
                  <a:srgbClr val="FFFFFF"/>
                </a:solidFill>
              </a:defRPr>
            </a:lvl1pPr>
          </a:lstStyle>
          <a:p>
            <a:r>
              <a:t>Confidential</a:t>
            </a:r>
          </a:p>
        </p:txBody>
      </p:sp>
      <p:sp>
        <p:nvSpPr>
          <p:cNvPr id="67"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3" name="Picture 2" descr="Logo&#10;&#10;Description automatically generated">
            <a:extLst>
              <a:ext uri="{FF2B5EF4-FFF2-40B4-BE49-F238E27FC236}">
                <a16:creationId xmlns:a16="http://schemas.microsoft.com/office/drawing/2014/main" id="{40F23BD6-CEF0-0E4F-BCF8-C358FA93052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2347825" y="768350"/>
            <a:ext cx="1612900" cy="546100"/>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PIC CONTENT 2">
    <p:spTree>
      <p:nvGrpSpPr>
        <p:cNvPr id="1" name=""/>
        <p:cNvGrpSpPr/>
        <p:nvPr/>
      </p:nvGrpSpPr>
      <p:grpSpPr>
        <a:xfrm>
          <a:off x="0" y="0"/>
          <a:ext cx="0" cy="0"/>
          <a:chOff x="0" y="0"/>
          <a:chExt cx="0" cy="0"/>
        </a:xfrm>
      </p:grpSpPr>
      <p:sp>
        <p:nvSpPr>
          <p:cNvPr id="95" name="Rectangle 5"/>
          <p:cNvSpPr/>
          <p:nvPr/>
        </p:nvSpPr>
        <p:spPr>
          <a:xfrm>
            <a:off x="1" y="0"/>
            <a:ext cx="1143000" cy="13716000"/>
          </a:xfrm>
          <a:prstGeom prst="rect">
            <a:avLst/>
          </a:prstGeom>
          <a:solidFill>
            <a:srgbClr val="10545A"/>
          </a:solidFill>
          <a:ln w="12700">
            <a:miter lim="400000"/>
          </a:ln>
        </p:spPr>
        <p:txBody>
          <a:bodyPr tIns="91439" bIns="91439" anchor="ctr"/>
          <a:lstStyle/>
          <a:p>
            <a:pPr defTabSz="1828800">
              <a:defRPr sz="3600" b="0">
                <a:solidFill>
                  <a:srgbClr val="FFFFFF"/>
                </a:solidFill>
                <a:latin typeface="Calibri"/>
                <a:ea typeface="Calibri"/>
                <a:cs typeface="Calibri"/>
                <a:sym typeface="Calibri"/>
              </a:defRPr>
            </a:pPr>
            <a:endParaRPr/>
          </a:p>
        </p:txBody>
      </p:sp>
      <p:sp>
        <p:nvSpPr>
          <p:cNvPr id="96" name="Rectangle: Rounded Corners 2"/>
          <p:cNvSpPr/>
          <p:nvPr/>
        </p:nvSpPr>
        <p:spPr>
          <a:xfrm rot="2700000">
            <a:off x="644331" y="825761"/>
            <a:ext cx="1037429" cy="1045029"/>
          </a:xfrm>
          <a:prstGeom prst="roundRect">
            <a:avLst>
              <a:gd name="adj" fmla="val 16667"/>
            </a:avLst>
          </a:prstGeom>
          <a:solidFill>
            <a:srgbClr val="10545A"/>
          </a:solidFill>
          <a:ln w="25400">
            <a:solidFill>
              <a:srgbClr val="E7E6E6"/>
            </a:solidFill>
            <a:miter/>
          </a:ln>
          <a:effectLst>
            <a:outerShdw blurRad="254000" dist="101600" dir="5400000" rotWithShape="0">
              <a:srgbClr val="000000">
                <a:alpha val="91000"/>
              </a:srgbClr>
            </a:outerShdw>
          </a:effectLst>
        </p:spPr>
        <p:txBody>
          <a:bodyPr tIns="91439" bIns="91439" anchor="ctr"/>
          <a:lstStyle/>
          <a:p>
            <a:pPr defTabSz="1828800">
              <a:defRPr sz="3600" b="0">
                <a:solidFill>
                  <a:srgbClr val="FFFFFF"/>
                </a:solidFill>
                <a:latin typeface="Calibri"/>
                <a:ea typeface="Calibri"/>
                <a:cs typeface="Calibri"/>
                <a:sym typeface="Calibri"/>
              </a:defRPr>
            </a:pPr>
            <a:endParaRPr/>
          </a:p>
        </p:txBody>
      </p:sp>
      <p:sp>
        <p:nvSpPr>
          <p:cNvPr id="97" name="Right Triangle 11"/>
          <p:cNvSpPr/>
          <p:nvPr/>
        </p:nvSpPr>
        <p:spPr>
          <a:xfrm rot="10800000">
            <a:off x="22685829" y="-1"/>
            <a:ext cx="1698171" cy="16981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9AA1AE"/>
          </a:solidFill>
          <a:ln w="12700">
            <a:miter lim="400000"/>
          </a:ln>
        </p:spPr>
        <p:txBody>
          <a:bodyPr tIns="91439" bIns="91439" anchor="ctr"/>
          <a:lstStyle/>
          <a:p>
            <a:pPr defTabSz="1828800">
              <a:defRPr sz="3600" b="0">
                <a:solidFill>
                  <a:srgbClr val="FFFFFF"/>
                </a:solidFill>
                <a:latin typeface="Calibri"/>
                <a:ea typeface="Calibri"/>
                <a:cs typeface="Calibri"/>
                <a:sym typeface="Calibri"/>
              </a:defRPr>
            </a:pPr>
            <a:endParaRPr/>
          </a:p>
        </p:txBody>
      </p:sp>
      <p:sp>
        <p:nvSpPr>
          <p:cNvPr id="98" name="Picture Placeholder 2"/>
          <p:cNvSpPr>
            <a:spLocks noGrp="1"/>
          </p:cNvSpPr>
          <p:nvPr>
            <p:ph type="pic" idx="21"/>
          </p:nvPr>
        </p:nvSpPr>
        <p:spPr>
          <a:xfrm>
            <a:off x="8713282" y="3011997"/>
            <a:ext cx="15968569" cy="12680922"/>
          </a:xfrm>
          <a:prstGeom prst="rect">
            <a:avLst/>
          </a:prstGeom>
        </p:spPr>
        <p:txBody>
          <a:bodyPr lIns="91439" tIns="45719" rIns="91439" bIns="45719">
            <a:noAutofit/>
          </a:bodyPr>
          <a:lstStyle/>
          <a:p>
            <a:endParaRPr/>
          </a:p>
        </p:txBody>
      </p:sp>
      <p:sp>
        <p:nvSpPr>
          <p:cNvPr id="99" name="Rectangle 8"/>
          <p:cNvSpPr txBox="1">
            <a:spLocks noGrp="1"/>
          </p:cNvSpPr>
          <p:nvPr>
            <p:ph type="body" sz="quarter" idx="22"/>
          </p:nvPr>
        </p:nvSpPr>
        <p:spPr>
          <a:xfrm>
            <a:off x="2161257" y="710735"/>
            <a:ext cx="7603675" cy="1078876"/>
          </a:xfrm>
          <a:prstGeom prst="rect">
            <a:avLst/>
          </a:prstGeom>
        </p:spPr>
        <p:txBody>
          <a:bodyPr lIns="91439" tIns="91439" rIns="91439" bIns="91439">
            <a:spAutoFit/>
          </a:bodyPr>
          <a:lstStyle>
            <a:lvl1pPr marL="0" indent="0" defTabSz="1828800">
              <a:spcBef>
                <a:spcPts val="0"/>
              </a:spcBef>
              <a:buSzTx/>
              <a:buNone/>
              <a:defRPr sz="7000" b="1">
                <a:solidFill>
                  <a:srgbClr val="2D3847"/>
                </a:solidFill>
                <a:latin typeface="Calibri"/>
                <a:ea typeface="Calibri"/>
                <a:cs typeface="Calibri"/>
                <a:sym typeface="Calibri"/>
              </a:defRPr>
            </a:lvl1pPr>
          </a:lstStyle>
          <a:p>
            <a:r>
              <a:t>Subject</a:t>
            </a:r>
          </a:p>
        </p:txBody>
      </p:sp>
      <p:sp>
        <p:nvSpPr>
          <p:cNvPr id="100" name="Rectangle 10"/>
          <p:cNvSpPr txBox="1">
            <a:spLocks noGrp="1"/>
          </p:cNvSpPr>
          <p:nvPr>
            <p:ph type="body" sz="quarter" idx="23"/>
          </p:nvPr>
        </p:nvSpPr>
        <p:spPr>
          <a:xfrm>
            <a:off x="2159000" y="2079185"/>
            <a:ext cx="17257187" cy="722755"/>
          </a:xfrm>
          <a:prstGeom prst="rect">
            <a:avLst/>
          </a:prstGeom>
        </p:spPr>
        <p:txBody>
          <a:bodyPr lIns="91439" tIns="91439" rIns="91439" bIns="91439">
            <a:spAutoFit/>
          </a:bodyPr>
          <a:lstStyle>
            <a:lvl1pPr marL="0" indent="0" defTabSz="914400">
              <a:lnSpc>
                <a:spcPct val="120000"/>
              </a:lnSpc>
              <a:spcBef>
                <a:spcPts val="2000"/>
              </a:spcBef>
              <a:buSzTx/>
              <a:buNone/>
              <a:defRPr sz="4300">
                <a:solidFill>
                  <a:srgbClr val="000000"/>
                </a:solidFill>
                <a:latin typeface="Calibri"/>
                <a:ea typeface="Calibri"/>
                <a:cs typeface="Calibri"/>
                <a:sym typeface="Calibri"/>
              </a:defRPr>
            </a:lvl1pPr>
          </a:lstStyle>
          <a:p>
            <a:r>
              <a:t>Introduction</a:t>
            </a:r>
          </a:p>
        </p:txBody>
      </p:sp>
      <p:sp>
        <p:nvSpPr>
          <p:cNvPr id="101" name="Slide Number"/>
          <p:cNvSpPr txBox="1">
            <a:spLocks noGrp="1"/>
          </p:cNvSpPr>
          <p:nvPr>
            <p:ph type="sldNum" sz="quarter" idx="2"/>
          </p:nvPr>
        </p:nvSpPr>
        <p:spPr>
          <a:xfrm>
            <a:off x="11959031" y="13081000"/>
            <a:ext cx="453238" cy="461059"/>
          </a:xfrm>
          <a:prstGeom prst="rect">
            <a:avLst/>
          </a:prstGeom>
        </p:spPr>
        <p:txBody>
          <a:bodyPr lIns="50800" tIns="50800" rIns="50800" bIns="50800"/>
          <a:lstStyle>
            <a:lvl1pPr defTabSz="825500">
              <a:defRPr sz="2400">
                <a:solidFill>
                  <a:srgbClr val="000000"/>
                </a:solidFill>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108" name="Title Text"/>
          <p:cNvSpPr txBox="1">
            <a:spLocks noGrp="1"/>
          </p:cNvSpPr>
          <p:nvPr>
            <p:ph type="title"/>
          </p:nvPr>
        </p:nvSpPr>
        <p:spPr>
          <a:xfrm>
            <a:off x="1778000" y="2298700"/>
            <a:ext cx="20828000" cy="4648200"/>
          </a:xfrm>
          <a:prstGeom prst="rect">
            <a:avLst/>
          </a:prstGeom>
        </p:spPr>
        <p:txBody>
          <a:bodyPr lIns="50800" tIns="50800" rIns="50800" bIns="50800" anchor="b"/>
          <a:lstStyle>
            <a:lvl1pPr algn="ctr" defTabSz="825500">
              <a:defRPr sz="11200">
                <a:solidFill>
                  <a:srgbClr val="000000"/>
                </a:solidFill>
                <a:latin typeface="+mn-lt"/>
                <a:ea typeface="+mn-ea"/>
                <a:cs typeface="+mn-cs"/>
                <a:sym typeface="Helvetica Neue Medium"/>
              </a:defRPr>
            </a:lvl1pPr>
          </a:lstStyle>
          <a:p>
            <a:r>
              <a:t>Title Text</a:t>
            </a:r>
          </a:p>
        </p:txBody>
      </p:sp>
      <p:sp>
        <p:nvSpPr>
          <p:cNvPr id="109" name="Body Level One…"/>
          <p:cNvSpPr txBox="1">
            <a:spLocks noGrp="1"/>
          </p:cNvSpPr>
          <p:nvPr>
            <p:ph type="body" sz="quarter" idx="1"/>
          </p:nvPr>
        </p:nvSpPr>
        <p:spPr>
          <a:xfrm>
            <a:off x="1778000" y="7073900"/>
            <a:ext cx="20828000" cy="1587500"/>
          </a:xfrm>
          <a:prstGeom prst="rect">
            <a:avLst/>
          </a:prstGeom>
        </p:spPr>
        <p:txBody>
          <a:bodyPr lIns="50800" tIns="50800" rIns="50800" bIns="50800"/>
          <a:lstStyle>
            <a:lvl1pPr marL="0" indent="0" algn="ctr" defTabSz="825500">
              <a:spcBef>
                <a:spcPts val="0"/>
              </a:spcBef>
              <a:buSzTx/>
              <a:buNone/>
              <a:defRPr sz="5400">
                <a:solidFill>
                  <a:srgbClr val="000000"/>
                </a:solidFill>
                <a:latin typeface="Helvetica Neue"/>
                <a:ea typeface="Helvetica Neue"/>
                <a:cs typeface="Helvetica Neue"/>
                <a:sym typeface="Helvetica Neue"/>
              </a:defRPr>
            </a:lvl1pPr>
            <a:lvl2pPr marL="0" indent="0" algn="ctr" defTabSz="825500">
              <a:spcBef>
                <a:spcPts val="0"/>
              </a:spcBef>
              <a:buSzTx/>
              <a:buNone/>
              <a:defRPr sz="5400">
                <a:solidFill>
                  <a:srgbClr val="000000"/>
                </a:solidFill>
                <a:latin typeface="Helvetica Neue"/>
                <a:ea typeface="Helvetica Neue"/>
                <a:cs typeface="Helvetica Neue"/>
                <a:sym typeface="Helvetica Neue"/>
              </a:defRPr>
            </a:lvl2pPr>
            <a:lvl3pPr marL="0" indent="0" algn="ctr" defTabSz="825500">
              <a:spcBef>
                <a:spcPts val="0"/>
              </a:spcBef>
              <a:buSzTx/>
              <a:buNone/>
              <a:defRPr sz="5400">
                <a:solidFill>
                  <a:srgbClr val="000000"/>
                </a:solidFill>
                <a:latin typeface="Helvetica Neue"/>
                <a:ea typeface="Helvetica Neue"/>
                <a:cs typeface="Helvetica Neue"/>
                <a:sym typeface="Helvetica Neue"/>
              </a:defRPr>
            </a:lvl3pPr>
            <a:lvl4pPr marL="0" indent="0" algn="ctr" defTabSz="825500">
              <a:spcBef>
                <a:spcPts val="0"/>
              </a:spcBef>
              <a:buSzTx/>
              <a:buNone/>
              <a:defRPr sz="5400">
                <a:solidFill>
                  <a:srgbClr val="000000"/>
                </a:solidFill>
                <a:latin typeface="Helvetica Neue"/>
                <a:ea typeface="Helvetica Neue"/>
                <a:cs typeface="Helvetica Neue"/>
                <a:sym typeface="Helvetica Neue"/>
              </a:defRPr>
            </a:lvl4pPr>
            <a:lvl5pPr marL="0" indent="0" algn="ctr" defTabSz="825500">
              <a:spcBef>
                <a:spcPts val="0"/>
              </a:spcBef>
              <a:buSzTx/>
              <a:buNone/>
              <a:defRPr sz="5400">
                <a:solidFill>
                  <a:srgbClr val="000000"/>
                </a:solidFill>
                <a:latin typeface="Helvetica Neue"/>
                <a:ea typeface="Helvetica Neue"/>
                <a:cs typeface="Helvetica Neue"/>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110" name="Slide Number"/>
          <p:cNvSpPr txBox="1">
            <a:spLocks noGrp="1"/>
          </p:cNvSpPr>
          <p:nvPr>
            <p:ph type="sldNum" sz="quarter" idx="2"/>
          </p:nvPr>
        </p:nvSpPr>
        <p:spPr>
          <a:xfrm>
            <a:off x="11959031" y="13081000"/>
            <a:ext cx="453238" cy="461059"/>
          </a:xfrm>
          <a:prstGeom prst="rect">
            <a:avLst/>
          </a:prstGeom>
        </p:spPr>
        <p:txBody>
          <a:bodyPr lIns="50800" tIns="50800" rIns="50800" bIns="50800"/>
          <a:lstStyle>
            <a:lvl1pPr defTabSz="825500">
              <a:defRPr sz="2400">
                <a:solidFill>
                  <a:srgbClr val="000000"/>
                </a:solidFill>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117" name="Title Text"/>
          <p:cNvSpPr txBox="1">
            <a:spLocks noGrp="1"/>
          </p:cNvSpPr>
          <p:nvPr>
            <p:ph type="title"/>
          </p:nvPr>
        </p:nvSpPr>
        <p:spPr>
          <a:xfrm>
            <a:off x="4387453" y="357187"/>
            <a:ext cx="15609094" cy="3036095"/>
          </a:xfrm>
          <a:prstGeom prst="rect">
            <a:avLst/>
          </a:prstGeom>
        </p:spPr>
        <p:txBody>
          <a:bodyPr anchor="ctr"/>
          <a:lstStyle>
            <a:lvl1pPr algn="ctr">
              <a:defRPr sz="11200">
                <a:solidFill>
                  <a:srgbClr val="000000"/>
                </a:solidFill>
                <a:latin typeface="+mn-lt"/>
                <a:ea typeface="+mn-ea"/>
                <a:cs typeface="+mn-cs"/>
                <a:sym typeface="Helvetica Neue Medium"/>
              </a:defRPr>
            </a:lvl1pPr>
          </a:lstStyle>
          <a:p>
            <a:r>
              <a:t>Title Text</a:t>
            </a:r>
          </a:p>
        </p:txBody>
      </p:sp>
      <p:sp>
        <p:nvSpPr>
          <p:cNvPr id="118" name="Slide Number"/>
          <p:cNvSpPr txBox="1">
            <a:spLocks noGrp="1"/>
          </p:cNvSpPr>
          <p:nvPr>
            <p:ph type="sldNum" sz="quarter" idx="2"/>
          </p:nvPr>
        </p:nvSpPr>
        <p:spPr>
          <a:xfrm>
            <a:off x="11954103" y="13073062"/>
            <a:ext cx="466269" cy="477671"/>
          </a:xfrm>
          <a:prstGeom prst="rect">
            <a:avLst/>
          </a:prstGeom>
        </p:spPr>
        <p:txBody>
          <a:bodyPr/>
          <a:lstStyle>
            <a:lvl1pPr>
              <a:defRPr sz="2200">
                <a:solidFill>
                  <a:srgbClr val="000000"/>
                </a:solidFill>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p:cNvSpPr/>
          <p:nvPr/>
        </p:nvSpPr>
        <p:spPr>
          <a:xfrm>
            <a:off x="-8467" y="13345484"/>
            <a:ext cx="24400934" cy="374750"/>
          </a:xfrm>
          <a:prstGeom prst="rect">
            <a:avLst/>
          </a:prstGeom>
          <a:solidFill>
            <a:srgbClr val="F28640"/>
          </a:solidFill>
          <a:ln w="12700">
            <a:miter lim="400000"/>
          </a:ln>
        </p:spPr>
        <p:txBody>
          <a:bodyPr lIns="0" tIns="0" rIns="0" bIns="0" anchor="ctr"/>
          <a:lstStyle/>
          <a:p>
            <a:pPr defTabSz="825500">
              <a:defRPr b="0">
                <a:solidFill>
                  <a:srgbClr val="1BADBA"/>
                </a:solidFill>
                <a:latin typeface="+mn-lt"/>
                <a:ea typeface="+mn-ea"/>
                <a:cs typeface="+mn-cs"/>
                <a:sym typeface="Helvetica Neue Medium"/>
              </a:defRPr>
            </a:pPr>
            <a:endParaRPr/>
          </a:p>
        </p:txBody>
      </p:sp>
      <p:sp>
        <p:nvSpPr>
          <p:cNvPr id="3" name="Title Text"/>
          <p:cNvSpPr txBox="1">
            <a:spLocks noGrp="1"/>
          </p:cNvSpPr>
          <p:nvPr>
            <p:ph type="title"/>
          </p:nvPr>
        </p:nvSpPr>
        <p:spPr>
          <a:xfrm>
            <a:off x="1270000" y="635000"/>
            <a:ext cx="20320000" cy="1358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ormAutofit/>
          </a:bodyPr>
          <a:lstStyle/>
          <a:p>
            <a:r>
              <a:t>Title Text</a:t>
            </a:r>
          </a:p>
        </p:txBody>
      </p:sp>
      <p:sp>
        <p:nvSpPr>
          <p:cNvPr id="4" name="Body Level One…"/>
          <p:cNvSpPr txBox="1">
            <a:spLocks noGrp="1"/>
          </p:cNvSpPr>
          <p:nvPr>
            <p:ph type="body" idx="1"/>
          </p:nvPr>
        </p:nvSpPr>
        <p:spPr>
          <a:xfrm>
            <a:off x="1269999" y="2540000"/>
            <a:ext cx="22043677" cy="825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ormAutofit/>
          </a:bodyPr>
          <a:lstStyle/>
          <a:p>
            <a:r>
              <a:t>Body Level One</a:t>
            </a:r>
          </a:p>
          <a:p>
            <a:pPr lvl="1"/>
            <a:r>
              <a:t>Body Level Two</a:t>
            </a:r>
          </a:p>
          <a:p>
            <a:pPr lvl="2"/>
            <a:r>
              <a:t>Body Level Three</a:t>
            </a:r>
          </a:p>
          <a:p>
            <a:pPr lvl="3"/>
            <a:r>
              <a:t>Body Level Four</a:t>
            </a:r>
          </a:p>
          <a:p>
            <a:pPr lvl="4"/>
            <a:r>
              <a:t>Body Level Five</a:t>
            </a:r>
          </a:p>
        </p:txBody>
      </p:sp>
      <p:sp>
        <p:nvSpPr>
          <p:cNvPr id="5" name="Line"/>
          <p:cNvSpPr/>
          <p:nvPr/>
        </p:nvSpPr>
        <p:spPr>
          <a:xfrm>
            <a:off x="1268962" y="1905000"/>
            <a:ext cx="22045752" cy="0"/>
          </a:xfrm>
          <a:prstGeom prst="line">
            <a:avLst/>
          </a:prstGeom>
          <a:ln w="50800">
            <a:solidFill>
              <a:srgbClr val="3C3F40"/>
            </a:solidFill>
            <a:miter lim="400000"/>
          </a:ln>
        </p:spPr>
        <p:txBody>
          <a:bodyPr lIns="0" tIns="0" rIns="0" bIns="0" anchor="ctr"/>
          <a:lstStyle/>
          <a:p>
            <a:pPr defTabSz="825500">
              <a:defRPr b="0">
                <a:solidFill>
                  <a:srgbClr val="FFFFFF"/>
                </a:solidFill>
                <a:latin typeface="+mn-lt"/>
                <a:ea typeface="+mn-ea"/>
                <a:cs typeface="+mn-cs"/>
                <a:sym typeface="Helvetica Neue Medium"/>
              </a:defRPr>
            </a:pPr>
            <a:endParaRPr/>
          </a:p>
        </p:txBody>
      </p:sp>
      <p:sp>
        <p:nvSpPr>
          <p:cNvPr id="7" name="Copyright © 2021 Vupoint Solutions"/>
          <p:cNvSpPr txBox="1"/>
          <p:nvPr/>
        </p:nvSpPr>
        <p:spPr>
          <a:xfrm>
            <a:off x="63500" y="13340303"/>
            <a:ext cx="2125581" cy="359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algn="l" defTabSz="457200">
              <a:defRPr sz="1400" b="0">
                <a:solidFill>
                  <a:srgbClr val="FFFFFF"/>
                </a:solidFill>
              </a:defRPr>
            </a:lvl1pPr>
          </a:lstStyle>
          <a:p>
            <a:r>
              <a:t>Copyright © 2021 </a:t>
            </a:r>
            <a:r>
              <a:rPr lang="en-US"/>
              <a:t>CUVO</a:t>
            </a:r>
            <a:endParaRPr/>
          </a:p>
        </p:txBody>
      </p:sp>
      <p:sp>
        <p:nvSpPr>
          <p:cNvPr id="8" name="Confidential"/>
          <p:cNvSpPr txBox="1"/>
          <p:nvPr/>
        </p:nvSpPr>
        <p:spPr>
          <a:xfrm>
            <a:off x="11638419" y="13349610"/>
            <a:ext cx="1107162" cy="3410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algn="l" defTabSz="457200">
              <a:defRPr sz="1400" b="0">
                <a:solidFill>
                  <a:srgbClr val="FFFFFF"/>
                </a:solidFill>
              </a:defRPr>
            </a:lvl1pPr>
          </a:lstStyle>
          <a:p>
            <a:r>
              <a:t>Confidential</a:t>
            </a:r>
          </a:p>
        </p:txBody>
      </p:sp>
      <p:sp>
        <p:nvSpPr>
          <p:cNvPr id="9" name="Slide Number"/>
          <p:cNvSpPr txBox="1">
            <a:spLocks noGrp="1"/>
          </p:cNvSpPr>
          <p:nvPr>
            <p:ph type="sldNum" sz="quarter" idx="2"/>
          </p:nvPr>
        </p:nvSpPr>
        <p:spPr>
          <a:xfrm>
            <a:off x="23960725" y="13349611"/>
            <a:ext cx="353290" cy="341098"/>
          </a:xfrm>
          <a:prstGeom prst="rect">
            <a:avLst/>
          </a:prstGeom>
          <a:ln w="12700">
            <a:miter lim="400000"/>
          </a:ln>
        </p:spPr>
        <p:txBody>
          <a:bodyPr wrap="none" lIns="71437" tIns="71437" rIns="71437" bIns="71437">
            <a:spAutoFit/>
          </a:bodyPr>
          <a:lstStyle>
            <a:lvl1pPr>
              <a:defRPr sz="1400" b="0">
                <a:solidFill>
                  <a:srgbClr val="FFFFFF"/>
                </a:solidFill>
              </a:defRPr>
            </a:lvl1pPr>
          </a:lstStyle>
          <a:p>
            <a:fld id="{86CB4B4D-7CA3-9044-876B-883B54F8677D}" type="slidenum">
              <a:t>‹#›</a:t>
            </a:fld>
            <a:endParaRPr/>
          </a:p>
        </p:txBody>
      </p:sp>
      <p:pic>
        <p:nvPicPr>
          <p:cNvPr id="11" name="Picture 10" descr="Logo&#10;&#10;Description automatically generated">
            <a:extLst>
              <a:ext uri="{FF2B5EF4-FFF2-40B4-BE49-F238E27FC236}">
                <a16:creationId xmlns:a16="http://schemas.microsoft.com/office/drawing/2014/main" id="{303578E7-7896-BE47-B157-6C98B44A1C95}"/>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22347825" y="812800"/>
            <a:ext cx="1612900" cy="546100"/>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 id="2147483661" r:id="rId2"/>
    <p:sldLayoutId id="2147483649" r:id="rId3"/>
    <p:sldLayoutId id="2147483652" r:id="rId4"/>
    <p:sldLayoutId id="2147483653" r:id="rId5"/>
    <p:sldLayoutId id="2147483656" r:id="rId6"/>
    <p:sldLayoutId id="2147483657" r:id="rId7"/>
    <p:sldLayoutId id="2147483658" r:id="rId8"/>
  </p:sldLayoutIdLst>
  <p:transition spd="med"/>
  <p:txStyles>
    <p:titleStyle>
      <a:lvl1pPr marL="0" marR="0" indent="0" algn="l" defTabSz="821531" latinLnBrk="0">
        <a:lnSpc>
          <a:spcPct val="100000"/>
        </a:lnSpc>
        <a:spcBef>
          <a:spcPts val="0"/>
        </a:spcBef>
        <a:spcAft>
          <a:spcPts val="0"/>
        </a:spcAft>
        <a:buClrTx/>
        <a:buSzTx/>
        <a:buFontTx/>
        <a:buNone/>
        <a:tabLst/>
        <a:defRPr sz="11000" b="0" i="0" u="none" strike="noStrike" cap="none" spc="0" baseline="0">
          <a:solidFill>
            <a:srgbClr val="4D4D4C"/>
          </a:solidFill>
          <a:uFillTx/>
          <a:latin typeface="Helvetica"/>
          <a:ea typeface="Helvetica"/>
          <a:cs typeface="Helvetica"/>
          <a:sym typeface="Helvetica"/>
        </a:defRPr>
      </a:lvl1pPr>
      <a:lvl2pPr marL="0" marR="0" indent="0" algn="l" defTabSz="821531" latinLnBrk="0">
        <a:lnSpc>
          <a:spcPct val="100000"/>
        </a:lnSpc>
        <a:spcBef>
          <a:spcPts val="0"/>
        </a:spcBef>
        <a:spcAft>
          <a:spcPts val="0"/>
        </a:spcAft>
        <a:buClrTx/>
        <a:buSzTx/>
        <a:buFontTx/>
        <a:buNone/>
        <a:tabLst/>
        <a:defRPr sz="11000" b="0" i="0" u="none" strike="noStrike" cap="none" spc="0" baseline="0">
          <a:solidFill>
            <a:srgbClr val="4D4D4C"/>
          </a:solidFill>
          <a:uFillTx/>
          <a:latin typeface="Helvetica"/>
          <a:ea typeface="Helvetica"/>
          <a:cs typeface="Helvetica"/>
          <a:sym typeface="Helvetica"/>
        </a:defRPr>
      </a:lvl2pPr>
      <a:lvl3pPr marL="0" marR="0" indent="0" algn="l" defTabSz="821531" latinLnBrk="0">
        <a:lnSpc>
          <a:spcPct val="100000"/>
        </a:lnSpc>
        <a:spcBef>
          <a:spcPts val="0"/>
        </a:spcBef>
        <a:spcAft>
          <a:spcPts val="0"/>
        </a:spcAft>
        <a:buClrTx/>
        <a:buSzTx/>
        <a:buFontTx/>
        <a:buNone/>
        <a:tabLst/>
        <a:defRPr sz="11000" b="0" i="0" u="none" strike="noStrike" cap="none" spc="0" baseline="0">
          <a:solidFill>
            <a:srgbClr val="4D4D4C"/>
          </a:solidFill>
          <a:uFillTx/>
          <a:latin typeface="Helvetica"/>
          <a:ea typeface="Helvetica"/>
          <a:cs typeface="Helvetica"/>
          <a:sym typeface="Helvetica"/>
        </a:defRPr>
      </a:lvl3pPr>
      <a:lvl4pPr marL="0" marR="0" indent="0" algn="l" defTabSz="821531" latinLnBrk="0">
        <a:lnSpc>
          <a:spcPct val="100000"/>
        </a:lnSpc>
        <a:spcBef>
          <a:spcPts val="0"/>
        </a:spcBef>
        <a:spcAft>
          <a:spcPts val="0"/>
        </a:spcAft>
        <a:buClrTx/>
        <a:buSzTx/>
        <a:buFontTx/>
        <a:buNone/>
        <a:tabLst/>
        <a:defRPr sz="11000" b="0" i="0" u="none" strike="noStrike" cap="none" spc="0" baseline="0">
          <a:solidFill>
            <a:srgbClr val="4D4D4C"/>
          </a:solidFill>
          <a:uFillTx/>
          <a:latin typeface="Helvetica"/>
          <a:ea typeface="Helvetica"/>
          <a:cs typeface="Helvetica"/>
          <a:sym typeface="Helvetica"/>
        </a:defRPr>
      </a:lvl4pPr>
      <a:lvl5pPr marL="0" marR="0" indent="0" algn="l" defTabSz="821531" latinLnBrk="0">
        <a:lnSpc>
          <a:spcPct val="100000"/>
        </a:lnSpc>
        <a:spcBef>
          <a:spcPts val="0"/>
        </a:spcBef>
        <a:spcAft>
          <a:spcPts val="0"/>
        </a:spcAft>
        <a:buClrTx/>
        <a:buSzTx/>
        <a:buFontTx/>
        <a:buNone/>
        <a:tabLst/>
        <a:defRPr sz="11000" b="0" i="0" u="none" strike="noStrike" cap="none" spc="0" baseline="0">
          <a:solidFill>
            <a:srgbClr val="4D4D4C"/>
          </a:solidFill>
          <a:uFillTx/>
          <a:latin typeface="Helvetica"/>
          <a:ea typeface="Helvetica"/>
          <a:cs typeface="Helvetica"/>
          <a:sym typeface="Helvetica"/>
        </a:defRPr>
      </a:lvl5pPr>
      <a:lvl6pPr marL="0" marR="0" indent="0" algn="l" defTabSz="821531" latinLnBrk="0">
        <a:lnSpc>
          <a:spcPct val="100000"/>
        </a:lnSpc>
        <a:spcBef>
          <a:spcPts val="0"/>
        </a:spcBef>
        <a:spcAft>
          <a:spcPts val="0"/>
        </a:spcAft>
        <a:buClrTx/>
        <a:buSzTx/>
        <a:buFontTx/>
        <a:buNone/>
        <a:tabLst/>
        <a:defRPr sz="11000" b="0" i="0" u="none" strike="noStrike" cap="none" spc="0" baseline="0">
          <a:solidFill>
            <a:srgbClr val="4D4D4C"/>
          </a:solidFill>
          <a:uFillTx/>
          <a:latin typeface="Helvetica"/>
          <a:ea typeface="Helvetica"/>
          <a:cs typeface="Helvetica"/>
          <a:sym typeface="Helvetica"/>
        </a:defRPr>
      </a:lvl6pPr>
      <a:lvl7pPr marL="0" marR="0" indent="0" algn="l" defTabSz="821531" latinLnBrk="0">
        <a:lnSpc>
          <a:spcPct val="100000"/>
        </a:lnSpc>
        <a:spcBef>
          <a:spcPts val="0"/>
        </a:spcBef>
        <a:spcAft>
          <a:spcPts val="0"/>
        </a:spcAft>
        <a:buClrTx/>
        <a:buSzTx/>
        <a:buFontTx/>
        <a:buNone/>
        <a:tabLst/>
        <a:defRPr sz="11000" b="0" i="0" u="none" strike="noStrike" cap="none" spc="0" baseline="0">
          <a:solidFill>
            <a:srgbClr val="4D4D4C"/>
          </a:solidFill>
          <a:uFillTx/>
          <a:latin typeface="Helvetica"/>
          <a:ea typeface="Helvetica"/>
          <a:cs typeface="Helvetica"/>
          <a:sym typeface="Helvetica"/>
        </a:defRPr>
      </a:lvl7pPr>
      <a:lvl8pPr marL="0" marR="0" indent="0" algn="l" defTabSz="821531" latinLnBrk="0">
        <a:lnSpc>
          <a:spcPct val="100000"/>
        </a:lnSpc>
        <a:spcBef>
          <a:spcPts val="0"/>
        </a:spcBef>
        <a:spcAft>
          <a:spcPts val="0"/>
        </a:spcAft>
        <a:buClrTx/>
        <a:buSzTx/>
        <a:buFontTx/>
        <a:buNone/>
        <a:tabLst/>
        <a:defRPr sz="11000" b="0" i="0" u="none" strike="noStrike" cap="none" spc="0" baseline="0">
          <a:solidFill>
            <a:srgbClr val="4D4D4C"/>
          </a:solidFill>
          <a:uFillTx/>
          <a:latin typeface="Helvetica"/>
          <a:ea typeface="Helvetica"/>
          <a:cs typeface="Helvetica"/>
          <a:sym typeface="Helvetica"/>
        </a:defRPr>
      </a:lvl8pPr>
      <a:lvl9pPr marL="0" marR="0" indent="0" algn="l" defTabSz="821531" latinLnBrk="0">
        <a:lnSpc>
          <a:spcPct val="100000"/>
        </a:lnSpc>
        <a:spcBef>
          <a:spcPts val="0"/>
        </a:spcBef>
        <a:spcAft>
          <a:spcPts val="0"/>
        </a:spcAft>
        <a:buClrTx/>
        <a:buSzTx/>
        <a:buFontTx/>
        <a:buNone/>
        <a:tabLst/>
        <a:defRPr sz="11000" b="0" i="0" u="none" strike="noStrike" cap="none" spc="0" baseline="0">
          <a:solidFill>
            <a:srgbClr val="4D4D4C"/>
          </a:solidFill>
          <a:uFillTx/>
          <a:latin typeface="Helvetica"/>
          <a:ea typeface="Helvetica"/>
          <a:cs typeface="Helvetica"/>
          <a:sym typeface="Helvetica"/>
        </a:defRPr>
      </a:lvl9pPr>
    </p:titleStyle>
    <p:bodyStyle>
      <a:lvl1pPr marL="6111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1pPr>
      <a:lvl2pPr marL="10556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2pPr>
      <a:lvl3pPr marL="15001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3pPr>
      <a:lvl4pPr marL="19446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4pPr>
      <a:lvl5pPr marL="23891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5pPr>
      <a:lvl6pPr marL="28336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6pPr>
      <a:lvl7pPr marL="32781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7pPr>
      <a:lvl8pPr marL="37226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8pPr>
      <a:lvl9pPr marL="41671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9pPr>
    </p:bodyStyle>
    <p:otherStyle>
      <a:lvl1pPr marL="0" marR="0" indent="0" algn="ctr" defTabSz="821531"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Helvetica Neue"/>
        </a:defRPr>
      </a:lvl1pPr>
      <a:lvl2pPr marL="0" marR="0" indent="228600" algn="ctr" defTabSz="821531"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Helvetica Neue"/>
        </a:defRPr>
      </a:lvl2pPr>
      <a:lvl3pPr marL="0" marR="0" indent="457200" algn="ctr" defTabSz="821531"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Helvetica Neue"/>
        </a:defRPr>
      </a:lvl3pPr>
      <a:lvl4pPr marL="0" marR="0" indent="685800" algn="ctr" defTabSz="821531"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Helvetica Neue"/>
        </a:defRPr>
      </a:lvl4pPr>
      <a:lvl5pPr marL="0" marR="0" indent="914400" algn="ctr" defTabSz="821531"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Helvetica Neue"/>
        </a:defRPr>
      </a:lvl5pPr>
      <a:lvl6pPr marL="0" marR="0" indent="1143000" algn="ctr" defTabSz="821531"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Helvetica Neue"/>
        </a:defRPr>
      </a:lvl6pPr>
      <a:lvl7pPr marL="0" marR="0" indent="1371600" algn="ctr" defTabSz="821531"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Helvetica Neue"/>
        </a:defRPr>
      </a:lvl7pPr>
      <a:lvl8pPr marL="0" marR="0" indent="1600200" algn="ctr" defTabSz="821531"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Helvetica Neue"/>
        </a:defRPr>
      </a:lvl8pPr>
      <a:lvl9pPr marL="0" marR="0" indent="1828800" algn="ctr" defTabSz="821531"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6.tif"/><Relationship Id="rId11" Type="http://schemas.openxmlformats.org/officeDocument/2006/relationships/image" Target="../media/image11.png"/><Relationship Id="rId5" Type="http://schemas.openxmlformats.org/officeDocument/2006/relationships/image" Target="../media/image5.tiff"/><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3.tif"/><Relationship Id="rId2" Type="http://schemas.openxmlformats.org/officeDocument/2006/relationships/image" Target="../media/image12.tiff"/><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jpeg"/></Relationships>
</file>

<file path=ppt/slides/_rels/slide4.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9.tiff"/><Relationship Id="rId5" Type="http://schemas.openxmlformats.org/officeDocument/2006/relationships/image" Target="../media/image18.jpe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30.jpeg"/><Relationship Id="rId2" Type="http://schemas.openxmlformats.org/officeDocument/2006/relationships/image" Target="../media/image26.jpeg"/><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9.jpeg"/><Relationship Id="rId4" Type="http://schemas.openxmlformats.org/officeDocument/2006/relationships/image" Target="../media/image28.jpeg"/></Relationships>
</file>

<file path=ppt/slides/_rels/slide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33.tif"/></Relationships>
</file>

<file path=ppt/slides/_rels/slide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34.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OUCAN SMART HOME"/>
          <p:cNvSpPr txBox="1">
            <a:spLocks noGrp="1"/>
          </p:cNvSpPr>
          <p:nvPr>
            <p:ph type="ctrTitle"/>
          </p:nvPr>
        </p:nvSpPr>
        <p:spPr>
          <a:xfrm>
            <a:off x="3238499" y="4332927"/>
            <a:ext cx="15710981" cy="2362201"/>
          </a:xfrm>
          <a:prstGeom prst="rect">
            <a:avLst/>
          </a:prstGeom>
        </p:spPr>
        <p:txBody>
          <a:bodyPr>
            <a:normAutofit fontScale="90000"/>
          </a:bodyPr>
          <a:lstStyle>
            <a:lvl1pPr defTabSz="764024">
              <a:defRPr sz="10230">
                <a:latin typeface="Ubuntu"/>
                <a:ea typeface="Ubuntu"/>
                <a:cs typeface="Ubuntu"/>
                <a:sym typeface="Ubuntu"/>
              </a:defRPr>
            </a:lvl1pPr>
          </a:lstStyle>
          <a:p>
            <a:r>
              <a:rPr lang="en-US">
                <a:latin typeface="Nunito Sans" pitchFamily="2" charset="77"/>
              </a:rPr>
              <a:t>CUVO</a:t>
            </a:r>
            <a:r>
              <a:rPr>
                <a:latin typeface="Nunito Sans" pitchFamily="2" charset="77"/>
              </a:rPr>
              <a:t> </a:t>
            </a:r>
            <a:br>
              <a:rPr lang="en-US">
                <a:latin typeface="Nunito Sans" pitchFamily="2" charset="77"/>
              </a:rPr>
            </a:br>
            <a:r>
              <a:rPr lang="en-US" sz="8000">
                <a:latin typeface="Nunito Sans" pitchFamily="2" charset="77"/>
              </a:rPr>
              <a:t>HOME SECURITY SOLUTION</a:t>
            </a:r>
            <a:endParaRPr sz="8000">
              <a:latin typeface="Nunito Sans" pitchFamily="2" charset="77"/>
            </a:endParaRPr>
          </a:p>
        </p:txBody>
      </p:sp>
      <p:sp>
        <p:nvSpPr>
          <p:cNvPr id="128" name="Product Roadmap 2021…"/>
          <p:cNvSpPr txBox="1">
            <a:spLocks noGrp="1"/>
          </p:cNvSpPr>
          <p:nvPr>
            <p:ph type="subTitle" sz="quarter" idx="1"/>
          </p:nvPr>
        </p:nvSpPr>
        <p:spPr>
          <a:xfrm>
            <a:off x="3365500" y="7386193"/>
            <a:ext cx="9311548" cy="1990276"/>
          </a:xfrm>
          <a:prstGeom prst="rect">
            <a:avLst/>
          </a:prstGeom>
        </p:spPr>
        <p:txBody>
          <a:bodyPr/>
          <a:lstStyle/>
          <a:p>
            <a:r>
              <a:rPr lang="en-US" err="1">
                <a:latin typeface="Nunito Sans" pitchFamily="2" charset="77"/>
              </a:rPr>
              <a:t>Lộ</a:t>
            </a:r>
            <a:r>
              <a:rPr lang="en-US">
                <a:latin typeface="Nunito Sans" pitchFamily="2" charset="77"/>
              </a:rPr>
              <a:t> </a:t>
            </a:r>
            <a:r>
              <a:rPr lang="en-US" err="1">
                <a:latin typeface="Nunito Sans" pitchFamily="2" charset="77"/>
              </a:rPr>
              <a:t>trình</a:t>
            </a:r>
            <a:r>
              <a:rPr lang="en-US">
                <a:latin typeface="Nunito Sans" pitchFamily="2" charset="77"/>
              </a:rPr>
              <a:t> </a:t>
            </a:r>
            <a:r>
              <a:rPr lang="en-US" err="1">
                <a:latin typeface="Nunito Sans" pitchFamily="2" charset="77"/>
              </a:rPr>
              <a:t>Sản</a:t>
            </a:r>
            <a:r>
              <a:rPr lang="en-US">
                <a:latin typeface="Nunito Sans" pitchFamily="2" charset="77"/>
              </a:rPr>
              <a:t> </a:t>
            </a:r>
            <a:r>
              <a:rPr lang="en-US" err="1">
                <a:latin typeface="Nunito Sans" pitchFamily="2" charset="77"/>
              </a:rPr>
              <a:t>phẩm</a:t>
            </a:r>
            <a:r>
              <a:rPr lang="en-US">
                <a:latin typeface="Nunito Sans" pitchFamily="2" charset="77"/>
              </a:rPr>
              <a:t> 2022</a:t>
            </a:r>
            <a:endParaRPr>
              <a:latin typeface="Nunito Sans" pitchFamily="2" charset="77"/>
            </a:endParaRPr>
          </a:p>
        </p:txBody>
      </p:sp>
      <p:sp>
        <p:nvSpPr>
          <p:cNvPr id="8" name="Freeform 7">
            <a:extLst>
              <a:ext uri="{FF2B5EF4-FFF2-40B4-BE49-F238E27FC236}">
                <a16:creationId xmlns:a16="http://schemas.microsoft.com/office/drawing/2014/main" id="{F6A7FD9E-E87E-084D-8FF9-D61ECC4DED69}"/>
              </a:ext>
            </a:extLst>
          </p:cNvPr>
          <p:cNvSpPr/>
          <p:nvPr/>
        </p:nvSpPr>
        <p:spPr>
          <a:xfrm>
            <a:off x="19569629" y="8635983"/>
            <a:ext cx="728129" cy="727289"/>
          </a:xfrm>
          <a:custGeom>
            <a:avLst/>
            <a:gdLst>
              <a:gd name="connsiteX0" fmla="*/ 364065 w 728129"/>
              <a:gd name="connsiteY0" fmla="*/ 727289 h 727289"/>
              <a:gd name="connsiteX1" fmla="*/ 444782 w 728129"/>
              <a:gd name="connsiteY1" fmla="*/ 718040 h 727289"/>
              <a:gd name="connsiteX2" fmla="*/ 728130 w 728129"/>
              <a:gd name="connsiteY2" fmla="*/ 364065 h 727289"/>
              <a:gd name="connsiteX3" fmla="*/ 723085 w 728129"/>
              <a:gd name="connsiteY3" fmla="*/ 303528 h 727289"/>
              <a:gd name="connsiteX4" fmla="*/ 364065 w 728129"/>
              <a:gd name="connsiteY4" fmla="*/ 0 h 727289"/>
              <a:gd name="connsiteX5" fmla="*/ 0 w 728129"/>
              <a:gd name="connsiteY5" fmla="*/ 364065 h 727289"/>
              <a:gd name="connsiteX6" fmla="*/ 364065 w 728129"/>
              <a:gd name="connsiteY6" fmla="*/ 727289 h 727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8129" h="727289">
                <a:moveTo>
                  <a:pt x="364065" y="727289"/>
                </a:moveTo>
                <a:cubicBezTo>
                  <a:pt x="391811" y="727289"/>
                  <a:pt x="419558" y="723926"/>
                  <a:pt x="444782" y="718040"/>
                </a:cubicBezTo>
                <a:cubicBezTo>
                  <a:pt x="607055" y="681046"/>
                  <a:pt x="728130" y="536428"/>
                  <a:pt x="728130" y="364065"/>
                </a:cubicBezTo>
                <a:cubicBezTo>
                  <a:pt x="728130" y="343886"/>
                  <a:pt x="726449" y="323707"/>
                  <a:pt x="723085" y="303528"/>
                </a:cubicBezTo>
                <a:cubicBezTo>
                  <a:pt x="694498" y="131164"/>
                  <a:pt x="544836" y="0"/>
                  <a:pt x="364065" y="0"/>
                </a:cubicBezTo>
                <a:cubicBezTo>
                  <a:pt x="163115" y="0"/>
                  <a:pt x="0" y="163115"/>
                  <a:pt x="0" y="364065"/>
                </a:cubicBezTo>
                <a:cubicBezTo>
                  <a:pt x="0" y="565015"/>
                  <a:pt x="163115" y="727289"/>
                  <a:pt x="364065" y="727289"/>
                </a:cubicBezTo>
              </a:path>
            </a:pathLst>
          </a:custGeom>
          <a:solidFill>
            <a:srgbClr val="4A6466"/>
          </a:solidFill>
          <a:ln w="84068"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A536ACE3-7A55-0648-B1CF-F37E5BC7F53D}"/>
              </a:ext>
            </a:extLst>
          </p:cNvPr>
          <p:cNvSpPr/>
          <p:nvPr/>
        </p:nvSpPr>
        <p:spPr>
          <a:xfrm>
            <a:off x="18541288" y="8779759"/>
            <a:ext cx="907266" cy="1177956"/>
          </a:xfrm>
          <a:custGeom>
            <a:avLst/>
            <a:gdLst>
              <a:gd name="connsiteX0" fmla="*/ 883724 w 907266"/>
              <a:gd name="connsiteY0" fmla="*/ 832389 h 1177956"/>
              <a:gd name="connsiteX1" fmla="*/ 907266 w 907266"/>
              <a:gd name="connsiteY1" fmla="*/ 841638 h 1177956"/>
              <a:gd name="connsiteX2" fmla="*/ 603739 w 907266"/>
              <a:gd name="connsiteY2" fmla="*/ 220289 h 1177956"/>
              <a:gd name="connsiteX3" fmla="*/ 636530 w 907266"/>
              <a:gd name="connsiteY3" fmla="*/ 0 h 1177956"/>
              <a:gd name="connsiteX4" fmla="*/ 635689 w 907266"/>
              <a:gd name="connsiteY4" fmla="*/ 0 h 1177956"/>
              <a:gd name="connsiteX5" fmla="*/ 48813 w 907266"/>
              <a:gd name="connsiteY5" fmla="*/ 705429 h 1177956"/>
              <a:gd name="connsiteX6" fmla="*/ 10137 w 907266"/>
              <a:gd name="connsiteY6" fmla="*/ 1177956 h 1177956"/>
              <a:gd name="connsiteX7" fmla="*/ 883724 w 907266"/>
              <a:gd name="connsiteY7" fmla="*/ 832389 h 117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66" h="1177956">
                <a:moveTo>
                  <a:pt x="883724" y="832389"/>
                </a:moveTo>
                <a:lnTo>
                  <a:pt x="907266" y="841638"/>
                </a:lnTo>
                <a:cubicBezTo>
                  <a:pt x="722291" y="697021"/>
                  <a:pt x="603739" y="472528"/>
                  <a:pt x="603739" y="220289"/>
                </a:cubicBezTo>
                <a:cubicBezTo>
                  <a:pt x="603739" y="143776"/>
                  <a:pt x="616351" y="69786"/>
                  <a:pt x="636530" y="0"/>
                </a:cubicBezTo>
                <a:lnTo>
                  <a:pt x="635689" y="0"/>
                </a:lnTo>
                <a:cubicBezTo>
                  <a:pt x="635689" y="0"/>
                  <a:pt x="196793" y="234582"/>
                  <a:pt x="48813" y="705429"/>
                </a:cubicBezTo>
                <a:cubicBezTo>
                  <a:pt x="5932" y="842478"/>
                  <a:pt x="-13406" y="999708"/>
                  <a:pt x="10137" y="1177956"/>
                </a:cubicBezTo>
                <a:cubicBezTo>
                  <a:pt x="330480" y="676001"/>
                  <a:pt x="776943" y="794553"/>
                  <a:pt x="883724" y="832389"/>
                </a:cubicBezTo>
              </a:path>
            </a:pathLst>
          </a:custGeom>
          <a:solidFill>
            <a:srgbClr val="4A6466"/>
          </a:solidFill>
          <a:ln w="84068"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716AEB06-0F82-0946-8496-5422B306CDEC}"/>
              </a:ext>
            </a:extLst>
          </p:cNvPr>
          <p:cNvSpPr/>
          <p:nvPr/>
        </p:nvSpPr>
        <p:spPr>
          <a:xfrm>
            <a:off x="15181512" y="5933663"/>
            <a:ext cx="7765154" cy="8073329"/>
          </a:xfrm>
          <a:custGeom>
            <a:avLst/>
            <a:gdLst>
              <a:gd name="connsiteX0" fmla="*/ 7764757 w 7765154"/>
              <a:gd name="connsiteY0" fmla="*/ 4270407 h 8073329"/>
              <a:gd name="connsiteX1" fmla="*/ 7763076 w 7765154"/>
              <a:gd name="connsiteY1" fmla="*/ 4212391 h 8073329"/>
              <a:gd name="connsiteX2" fmla="*/ 7763076 w 7765154"/>
              <a:gd name="connsiteY2" fmla="*/ 4210710 h 8073329"/>
              <a:gd name="connsiteX3" fmla="*/ 7761394 w 7765154"/>
              <a:gd name="connsiteY3" fmla="*/ 4152695 h 8073329"/>
              <a:gd name="connsiteX4" fmla="*/ 7758871 w 7765154"/>
              <a:gd name="connsiteY4" fmla="*/ 4098043 h 8073329"/>
              <a:gd name="connsiteX5" fmla="*/ 7748782 w 7765154"/>
              <a:gd name="connsiteY5" fmla="*/ 3972764 h 8073329"/>
              <a:gd name="connsiteX6" fmla="*/ 7742896 w 7765154"/>
              <a:gd name="connsiteY6" fmla="*/ 3918953 h 8073329"/>
              <a:gd name="connsiteX7" fmla="*/ 7742056 w 7765154"/>
              <a:gd name="connsiteY7" fmla="*/ 3908023 h 8073329"/>
              <a:gd name="connsiteX8" fmla="*/ 7730285 w 7765154"/>
              <a:gd name="connsiteY8" fmla="*/ 3816376 h 8073329"/>
              <a:gd name="connsiteX9" fmla="*/ 7700016 w 7765154"/>
              <a:gd name="connsiteY9" fmla="*/ 3633082 h 8073329"/>
              <a:gd name="connsiteX10" fmla="*/ 7688245 w 7765154"/>
              <a:gd name="connsiteY10" fmla="*/ 3576749 h 8073329"/>
              <a:gd name="connsiteX11" fmla="*/ 7668906 w 7765154"/>
              <a:gd name="connsiteY11" fmla="*/ 3486784 h 8073329"/>
              <a:gd name="connsiteX12" fmla="*/ 7661339 w 7765154"/>
              <a:gd name="connsiteY12" fmla="*/ 3454834 h 8073329"/>
              <a:gd name="connsiteX13" fmla="*/ 7583145 w 7765154"/>
              <a:gd name="connsiteY13" fmla="*/ 3180734 h 8073329"/>
              <a:gd name="connsiteX14" fmla="*/ 7568851 w 7765154"/>
              <a:gd name="connsiteY14" fmla="*/ 3138694 h 8073329"/>
              <a:gd name="connsiteX15" fmla="*/ 7549513 w 7765154"/>
              <a:gd name="connsiteY15" fmla="*/ 3082361 h 8073329"/>
              <a:gd name="connsiteX16" fmla="*/ 7532697 w 7765154"/>
              <a:gd name="connsiteY16" fmla="*/ 3036958 h 8073329"/>
              <a:gd name="connsiteX17" fmla="*/ 7507473 w 7765154"/>
              <a:gd name="connsiteY17" fmla="*/ 2973057 h 8073329"/>
              <a:gd name="connsiteX18" fmla="*/ 7460389 w 7765154"/>
              <a:gd name="connsiteY18" fmla="*/ 2860390 h 8073329"/>
              <a:gd name="connsiteX19" fmla="*/ 7403215 w 7765154"/>
              <a:gd name="connsiteY19" fmla="*/ 2736793 h 8073329"/>
              <a:gd name="connsiteX20" fmla="*/ 7383876 w 7765154"/>
              <a:gd name="connsiteY20" fmla="*/ 2696435 h 8073329"/>
              <a:gd name="connsiteX21" fmla="*/ 7363697 w 7765154"/>
              <a:gd name="connsiteY21" fmla="*/ 2656077 h 8073329"/>
              <a:gd name="connsiteX22" fmla="*/ 7322498 w 7765154"/>
              <a:gd name="connsiteY22" fmla="*/ 2577042 h 8073329"/>
              <a:gd name="connsiteX23" fmla="*/ 7294752 w 7765154"/>
              <a:gd name="connsiteY23" fmla="*/ 2525753 h 8073329"/>
              <a:gd name="connsiteX24" fmla="*/ 7256916 w 7765154"/>
              <a:gd name="connsiteY24" fmla="*/ 2461012 h 8073329"/>
              <a:gd name="connsiteX25" fmla="*/ 7234215 w 7765154"/>
              <a:gd name="connsiteY25" fmla="*/ 2422335 h 8073329"/>
              <a:gd name="connsiteX26" fmla="*/ 7163587 w 7765154"/>
              <a:gd name="connsiteY26" fmla="*/ 2309669 h 8073329"/>
              <a:gd name="connsiteX27" fmla="*/ 7138364 w 7765154"/>
              <a:gd name="connsiteY27" fmla="*/ 2272674 h 8073329"/>
              <a:gd name="connsiteX28" fmla="*/ 7113140 w 7765154"/>
              <a:gd name="connsiteY28" fmla="*/ 2235678 h 8073329"/>
              <a:gd name="connsiteX29" fmla="*/ 7035786 w 7765154"/>
              <a:gd name="connsiteY29" fmla="*/ 2128056 h 8073329"/>
              <a:gd name="connsiteX30" fmla="*/ 6954229 w 7765154"/>
              <a:gd name="connsiteY30" fmla="*/ 2022957 h 8073329"/>
              <a:gd name="connsiteX31" fmla="*/ 6926483 w 7765154"/>
              <a:gd name="connsiteY31" fmla="*/ 1988484 h 8073329"/>
              <a:gd name="connsiteX32" fmla="*/ 6897896 w 7765154"/>
              <a:gd name="connsiteY32" fmla="*/ 1954852 h 8073329"/>
              <a:gd name="connsiteX33" fmla="*/ 6869308 w 7765154"/>
              <a:gd name="connsiteY33" fmla="*/ 1921220 h 8073329"/>
              <a:gd name="connsiteX34" fmla="*/ 6810453 w 7765154"/>
              <a:gd name="connsiteY34" fmla="*/ 1855638 h 8073329"/>
              <a:gd name="connsiteX35" fmla="*/ 6781025 w 7765154"/>
              <a:gd name="connsiteY35" fmla="*/ 1822847 h 8073329"/>
              <a:gd name="connsiteX36" fmla="*/ 6720488 w 7765154"/>
              <a:gd name="connsiteY36" fmla="*/ 1758947 h 8073329"/>
              <a:gd name="connsiteX37" fmla="*/ 6720488 w 7765154"/>
              <a:gd name="connsiteY37" fmla="*/ 1758947 h 8073329"/>
              <a:gd name="connsiteX38" fmla="*/ 6689378 w 7765154"/>
              <a:gd name="connsiteY38" fmla="*/ 1727837 h 8073329"/>
              <a:gd name="connsiteX39" fmla="*/ 6626318 w 7765154"/>
              <a:gd name="connsiteY39" fmla="*/ 1666459 h 8073329"/>
              <a:gd name="connsiteX40" fmla="*/ 6598572 w 7765154"/>
              <a:gd name="connsiteY40" fmla="*/ 1639554 h 8073329"/>
              <a:gd name="connsiteX41" fmla="*/ 6462363 w 7765154"/>
              <a:gd name="connsiteY41" fmla="*/ 1518479 h 8073329"/>
              <a:gd name="connsiteX42" fmla="*/ 6432094 w 7765154"/>
              <a:gd name="connsiteY42" fmla="*/ 1493255 h 8073329"/>
              <a:gd name="connsiteX43" fmla="*/ 6425368 w 7765154"/>
              <a:gd name="connsiteY43" fmla="*/ 1487369 h 8073329"/>
              <a:gd name="connsiteX44" fmla="*/ 6394259 w 7765154"/>
              <a:gd name="connsiteY44" fmla="*/ 1462145 h 8073329"/>
              <a:gd name="connsiteX45" fmla="*/ 6286636 w 7765154"/>
              <a:gd name="connsiteY45" fmla="*/ 1378907 h 8073329"/>
              <a:gd name="connsiteX46" fmla="*/ 6253845 w 7765154"/>
              <a:gd name="connsiteY46" fmla="*/ 1354524 h 8073329"/>
              <a:gd name="connsiteX47" fmla="*/ 6217691 w 7765154"/>
              <a:gd name="connsiteY47" fmla="*/ 1328459 h 8073329"/>
              <a:gd name="connsiteX48" fmla="*/ 6186582 w 7765154"/>
              <a:gd name="connsiteY48" fmla="*/ 1306598 h 8073329"/>
              <a:gd name="connsiteX49" fmla="*/ 6145383 w 7765154"/>
              <a:gd name="connsiteY49" fmla="*/ 1278011 h 8073329"/>
              <a:gd name="connsiteX50" fmla="*/ 6139497 w 7765154"/>
              <a:gd name="connsiteY50" fmla="*/ 1270444 h 8073329"/>
              <a:gd name="connsiteX51" fmla="*/ 5144835 w 7765154"/>
              <a:gd name="connsiteY51" fmla="*/ 0 h 8073329"/>
              <a:gd name="connsiteX52" fmla="*/ 5140631 w 7765154"/>
              <a:gd name="connsiteY52" fmla="*/ 2522 h 8073329"/>
              <a:gd name="connsiteX53" fmla="*/ 5186034 w 7765154"/>
              <a:gd name="connsiteY53" fmla="*/ 512045 h 8073329"/>
              <a:gd name="connsiteX54" fmla="*/ 5170059 w 7765154"/>
              <a:gd name="connsiteY54" fmla="*/ 813050 h 8073329"/>
              <a:gd name="connsiteX55" fmla="*/ 5036372 w 7765154"/>
              <a:gd name="connsiteY55" fmla="*/ 1425991 h 8073329"/>
              <a:gd name="connsiteX56" fmla="*/ 5009467 w 7765154"/>
              <a:gd name="connsiteY56" fmla="*/ 1436081 h 8073329"/>
              <a:gd name="connsiteX57" fmla="*/ 3992102 w 7765154"/>
              <a:gd name="connsiteY57" fmla="*/ 2836848 h 8073329"/>
              <a:gd name="connsiteX58" fmla="*/ 4005555 w 7765154"/>
              <a:gd name="connsiteY58" fmla="*/ 2826758 h 8073329"/>
              <a:gd name="connsiteX59" fmla="*/ 4552914 w 7765154"/>
              <a:gd name="connsiteY59" fmla="*/ 2307146 h 8073329"/>
              <a:gd name="connsiteX60" fmla="*/ 4753023 w 7765154"/>
              <a:gd name="connsiteY60" fmla="*/ 2281081 h 8073329"/>
              <a:gd name="connsiteX61" fmla="*/ 5228074 w 7765154"/>
              <a:gd name="connsiteY61" fmla="*/ 2442514 h 8073329"/>
              <a:gd name="connsiteX62" fmla="*/ 5536646 w 7765154"/>
              <a:gd name="connsiteY62" fmla="*/ 3065545 h 8073329"/>
              <a:gd name="connsiteX63" fmla="*/ 5529919 w 7765154"/>
              <a:gd name="connsiteY63" fmla="*/ 3167281 h 8073329"/>
              <a:gd name="connsiteX64" fmla="*/ 4752183 w 7765154"/>
              <a:gd name="connsiteY64" fmla="*/ 3849167 h 8073329"/>
              <a:gd name="connsiteX65" fmla="*/ 4603362 w 7765154"/>
              <a:gd name="connsiteY65" fmla="*/ 3839078 h 8073329"/>
              <a:gd name="connsiteX66" fmla="*/ 4566367 w 7765154"/>
              <a:gd name="connsiteY66" fmla="*/ 3837396 h 8073329"/>
              <a:gd name="connsiteX67" fmla="*/ 4462108 w 7765154"/>
              <a:gd name="connsiteY67" fmla="*/ 3834033 h 8073329"/>
              <a:gd name="connsiteX68" fmla="*/ 3395137 w 7765154"/>
              <a:gd name="connsiteY68" fmla="*/ 4210710 h 8073329"/>
              <a:gd name="connsiteX69" fmla="*/ 3395978 w 7765154"/>
              <a:gd name="connsiteY69" fmla="*/ 4213232 h 8073329"/>
              <a:gd name="connsiteX70" fmla="*/ 0 w 7765154"/>
              <a:gd name="connsiteY70" fmla="*/ 4213232 h 8073329"/>
              <a:gd name="connsiteX71" fmla="*/ 229537 w 7765154"/>
              <a:gd name="connsiteY71" fmla="*/ 4595795 h 8073329"/>
              <a:gd name="connsiteX72" fmla="*/ 435533 w 7765154"/>
              <a:gd name="connsiteY72" fmla="*/ 4787496 h 8073329"/>
              <a:gd name="connsiteX73" fmla="*/ 449826 w 7765154"/>
              <a:gd name="connsiteY73" fmla="*/ 4798427 h 8073329"/>
              <a:gd name="connsiteX74" fmla="*/ 1007274 w 7765154"/>
              <a:gd name="connsiteY74" fmla="*/ 5030487 h 8073329"/>
              <a:gd name="connsiteX75" fmla="*/ 1215792 w 7765154"/>
              <a:gd name="connsiteY75" fmla="*/ 5047303 h 8073329"/>
              <a:gd name="connsiteX76" fmla="*/ 2522390 w 7765154"/>
              <a:gd name="connsiteY76" fmla="*/ 5047303 h 8073329"/>
              <a:gd name="connsiteX77" fmla="*/ 1779967 w 7765154"/>
              <a:gd name="connsiteY77" fmla="*/ 5386143 h 8073329"/>
              <a:gd name="connsiteX78" fmla="*/ 1154414 w 7765154"/>
              <a:gd name="connsiteY78" fmla="*/ 5539168 h 8073329"/>
              <a:gd name="connsiteX79" fmla="*/ 1023250 w 7765154"/>
              <a:gd name="connsiteY79" fmla="*/ 5545895 h 8073329"/>
              <a:gd name="connsiteX80" fmla="*/ 788667 w 7765154"/>
              <a:gd name="connsiteY80" fmla="*/ 5524875 h 8073329"/>
              <a:gd name="connsiteX81" fmla="*/ 586876 w 7765154"/>
              <a:gd name="connsiteY81" fmla="*/ 5471064 h 8073329"/>
              <a:gd name="connsiteX82" fmla="*/ 333796 w 7765154"/>
              <a:gd name="connsiteY82" fmla="*/ 5349149 h 8073329"/>
              <a:gd name="connsiteX83" fmla="*/ 258125 w 7765154"/>
              <a:gd name="connsiteY83" fmla="*/ 5297860 h 8073329"/>
              <a:gd name="connsiteX84" fmla="*/ 343886 w 7765154"/>
              <a:gd name="connsiteY84" fmla="*/ 5500492 h 8073329"/>
              <a:gd name="connsiteX85" fmla="*/ 774374 w 7765154"/>
              <a:gd name="connsiteY85" fmla="*/ 5977223 h 8073329"/>
              <a:gd name="connsiteX86" fmla="*/ 804642 w 7765154"/>
              <a:gd name="connsiteY86" fmla="*/ 5996562 h 8073329"/>
              <a:gd name="connsiteX87" fmla="*/ 982051 w 7765154"/>
              <a:gd name="connsiteY87" fmla="*/ 6089891 h 8073329"/>
              <a:gd name="connsiteX88" fmla="*/ 1495777 w 7765154"/>
              <a:gd name="connsiteY88" fmla="*/ 6195831 h 8073329"/>
              <a:gd name="connsiteX89" fmla="*/ 1513434 w 7765154"/>
              <a:gd name="connsiteY89" fmla="*/ 6195831 h 8073329"/>
              <a:gd name="connsiteX90" fmla="*/ 2072564 w 7765154"/>
              <a:gd name="connsiteY90" fmla="*/ 6115115 h 8073329"/>
              <a:gd name="connsiteX91" fmla="*/ 2108718 w 7765154"/>
              <a:gd name="connsiteY91" fmla="*/ 6104184 h 8073329"/>
              <a:gd name="connsiteX92" fmla="*/ 2737634 w 7765154"/>
              <a:gd name="connsiteY92" fmla="*/ 5898189 h 8073329"/>
              <a:gd name="connsiteX93" fmla="*/ 2848619 w 7765154"/>
              <a:gd name="connsiteY93" fmla="*/ 5865398 h 8073329"/>
              <a:gd name="connsiteX94" fmla="*/ 2894863 w 7765154"/>
              <a:gd name="connsiteY94" fmla="*/ 5851945 h 8073329"/>
              <a:gd name="connsiteX95" fmla="*/ 2778833 w 7765154"/>
              <a:gd name="connsiteY95" fmla="*/ 6010015 h 8073329"/>
              <a:gd name="connsiteX96" fmla="*/ 2704002 w 7765154"/>
              <a:gd name="connsiteY96" fmla="*/ 6103343 h 8073329"/>
              <a:gd name="connsiteX97" fmla="*/ 1820325 w 7765154"/>
              <a:gd name="connsiteY97" fmla="*/ 6598573 h 8073329"/>
              <a:gd name="connsiteX98" fmla="*/ 1742131 w 7765154"/>
              <a:gd name="connsiteY98" fmla="*/ 6606981 h 8073329"/>
              <a:gd name="connsiteX99" fmla="*/ 1711862 w 7765154"/>
              <a:gd name="connsiteY99" fmla="*/ 6608662 h 8073329"/>
              <a:gd name="connsiteX100" fmla="*/ 1660573 w 7765154"/>
              <a:gd name="connsiteY100" fmla="*/ 6611184 h 8073329"/>
              <a:gd name="connsiteX101" fmla="*/ 1621897 w 7765154"/>
              <a:gd name="connsiteY101" fmla="*/ 6612025 h 8073329"/>
              <a:gd name="connsiteX102" fmla="*/ 1501663 w 7765154"/>
              <a:gd name="connsiteY102" fmla="*/ 6606140 h 8073329"/>
              <a:gd name="connsiteX103" fmla="*/ 1142643 w 7765154"/>
              <a:gd name="connsiteY103" fmla="*/ 6540558 h 8073329"/>
              <a:gd name="connsiteX104" fmla="*/ 1142643 w 7765154"/>
              <a:gd name="connsiteY104" fmla="*/ 6540558 h 8073329"/>
              <a:gd name="connsiteX105" fmla="*/ 1006434 w 7765154"/>
              <a:gd name="connsiteY105" fmla="*/ 6475816 h 8073329"/>
              <a:gd name="connsiteX106" fmla="*/ 1006434 w 7765154"/>
              <a:gd name="connsiteY106" fmla="*/ 6475816 h 8073329"/>
              <a:gd name="connsiteX107" fmla="*/ 924876 w 7765154"/>
              <a:gd name="connsiteY107" fmla="*/ 6427050 h 8073329"/>
              <a:gd name="connsiteX108" fmla="*/ 1040065 w 7765154"/>
              <a:gd name="connsiteY108" fmla="*/ 6599413 h 8073329"/>
              <a:gd name="connsiteX109" fmla="*/ 1535295 w 7765154"/>
              <a:gd name="connsiteY109" fmla="*/ 6982817 h 8073329"/>
              <a:gd name="connsiteX110" fmla="*/ 1535295 w 7765154"/>
              <a:gd name="connsiteY110" fmla="*/ 6982817 h 8073329"/>
              <a:gd name="connsiteX111" fmla="*/ 1535295 w 7765154"/>
              <a:gd name="connsiteY111" fmla="*/ 6982817 h 8073329"/>
              <a:gd name="connsiteX112" fmla="*/ 1653006 w 7765154"/>
              <a:gd name="connsiteY112" fmla="*/ 7028219 h 8073329"/>
              <a:gd name="connsiteX113" fmla="*/ 1801827 w 7765154"/>
              <a:gd name="connsiteY113" fmla="*/ 7067737 h 8073329"/>
              <a:gd name="connsiteX114" fmla="*/ 2061633 w 7765154"/>
              <a:gd name="connsiteY114" fmla="*/ 7093802 h 8073329"/>
              <a:gd name="connsiteX115" fmla="*/ 2513982 w 7765154"/>
              <a:gd name="connsiteY115" fmla="*/ 7035787 h 8073329"/>
              <a:gd name="connsiteX116" fmla="*/ 2636738 w 7765154"/>
              <a:gd name="connsiteY116" fmla="*/ 6995428 h 8073329"/>
              <a:gd name="connsiteX117" fmla="*/ 2636738 w 7765154"/>
              <a:gd name="connsiteY117" fmla="*/ 6995428 h 8073329"/>
              <a:gd name="connsiteX118" fmla="*/ 3617107 w 7765154"/>
              <a:gd name="connsiteY118" fmla="*/ 6488428 h 8073329"/>
              <a:gd name="connsiteX119" fmla="*/ 3617107 w 7765154"/>
              <a:gd name="connsiteY119" fmla="*/ 6488428 h 8073329"/>
              <a:gd name="connsiteX120" fmla="*/ 2584609 w 7765154"/>
              <a:gd name="connsiteY120" fmla="*/ 7398170 h 8073329"/>
              <a:gd name="connsiteX121" fmla="*/ 2520708 w 7765154"/>
              <a:gd name="connsiteY121" fmla="*/ 7414145 h 8073329"/>
              <a:gd name="connsiteX122" fmla="*/ 2229793 w 7765154"/>
              <a:gd name="connsiteY122" fmla="*/ 7446095 h 8073329"/>
              <a:gd name="connsiteX123" fmla="*/ 2160848 w 7765154"/>
              <a:gd name="connsiteY123" fmla="*/ 7444414 h 8073329"/>
              <a:gd name="connsiteX124" fmla="*/ 2160848 w 7765154"/>
              <a:gd name="connsiteY124" fmla="*/ 7444414 h 8073329"/>
              <a:gd name="connsiteX125" fmla="*/ 2160848 w 7765154"/>
              <a:gd name="connsiteY125" fmla="*/ 7444414 h 8073329"/>
              <a:gd name="connsiteX126" fmla="*/ 2012026 w 7765154"/>
              <a:gd name="connsiteY126" fmla="*/ 7427598 h 8073329"/>
              <a:gd name="connsiteX127" fmla="*/ 2586291 w 7765154"/>
              <a:gd name="connsiteY127" fmla="*/ 7689086 h 8073329"/>
              <a:gd name="connsiteX128" fmla="*/ 2586291 w 7765154"/>
              <a:gd name="connsiteY128" fmla="*/ 7689086 h 8073329"/>
              <a:gd name="connsiteX129" fmla="*/ 2590494 w 7765154"/>
              <a:gd name="connsiteY129" fmla="*/ 7690767 h 8073329"/>
              <a:gd name="connsiteX130" fmla="*/ 2587131 w 7765154"/>
              <a:gd name="connsiteY130" fmla="*/ 7689086 h 8073329"/>
              <a:gd name="connsiteX131" fmla="*/ 2737634 w 7765154"/>
              <a:gd name="connsiteY131" fmla="*/ 7704220 h 8073329"/>
              <a:gd name="connsiteX132" fmla="*/ 2765380 w 7765154"/>
              <a:gd name="connsiteY132" fmla="*/ 7705061 h 8073329"/>
              <a:gd name="connsiteX133" fmla="*/ 2796490 w 7765154"/>
              <a:gd name="connsiteY133" fmla="*/ 7705061 h 8073329"/>
              <a:gd name="connsiteX134" fmla="*/ 3429610 w 7765154"/>
              <a:gd name="connsiteY134" fmla="*/ 7541106 h 8073329"/>
              <a:gd name="connsiteX135" fmla="*/ 4387277 w 7765154"/>
              <a:gd name="connsiteY135" fmla="*/ 6923120 h 8073329"/>
              <a:gd name="connsiteX136" fmla="*/ 3436336 w 7765154"/>
              <a:gd name="connsiteY136" fmla="*/ 7948892 h 8073329"/>
              <a:gd name="connsiteX137" fmla="*/ 3226137 w 7765154"/>
              <a:gd name="connsiteY137" fmla="*/ 7994295 h 8073329"/>
              <a:gd name="connsiteX138" fmla="*/ 3673440 w 7765154"/>
              <a:gd name="connsiteY138" fmla="*/ 8073330 h 8073329"/>
              <a:gd name="connsiteX139" fmla="*/ 4088794 w 7765154"/>
              <a:gd name="connsiteY139" fmla="*/ 8006066 h 8073329"/>
              <a:gd name="connsiteX140" fmla="*/ 4452859 w 7765154"/>
              <a:gd name="connsiteY140" fmla="*/ 7814365 h 8073329"/>
              <a:gd name="connsiteX141" fmla="*/ 5187716 w 7765154"/>
              <a:gd name="connsiteY141" fmla="*/ 7147613 h 8073329"/>
              <a:gd name="connsiteX142" fmla="*/ 5182671 w 7765154"/>
              <a:gd name="connsiteY142" fmla="*/ 7147613 h 8073329"/>
              <a:gd name="connsiteX143" fmla="*/ 5188556 w 7765154"/>
              <a:gd name="connsiteY143" fmla="*/ 7146772 h 8073329"/>
              <a:gd name="connsiteX144" fmla="*/ 5188556 w 7765154"/>
              <a:gd name="connsiteY144" fmla="*/ 7150976 h 8073329"/>
              <a:gd name="connsiteX145" fmla="*/ 4894277 w 7765154"/>
              <a:gd name="connsiteY145" fmla="*/ 7920305 h 8073329"/>
              <a:gd name="connsiteX146" fmla="*/ 4912775 w 7765154"/>
              <a:gd name="connsiteY146" fmla="*/ 7916101 h 8073329"/>
              <a:gd name="connsiteX147" fmla="*/ 5052347 w 7765154"/>
              <a:gd name="connsiteY147" fmla="*/ 7880788 h 8073329"/>
              <a:gd name="connsiteX148" fmla="*/ 5092705 w 7765154"/>
              <a:gd name="connsiteY148" fmla="*/ 7869016 h 8073329"/>
              <a:gd name="connsiteX149" fmla="*/ 5143994 w 7765154"/>
              <a:gd name="connsiteY149" fmla="*/ 7854723 h 8073329"/>
              <a:gd name="connsiteX150" fmla="*/ 5263387 w 7765154"/>
              <a:gd name="connsiteY150" fmla="*/ 7816887 h 8073329"/>
              <a:gd name="connsiteX151" fmla="*/ 5423139 w 7765154"/>
              <a:gd name="connsiteY151" fmla="*/ 7758872 h 8073329"/>
              <a:gd name="connsiteX152" fmla="*/ 5492925 w 7765154"/>
              <a:gd name="connsiteY152" fmla="*/ 7731125 h 8073329"/>
              <a:gd name="connsiteX153" fmla="*/ 5499651 w 7765154"/>
              <a:gd name="connsiteY153" fmla="*/ 7728603 h 8073329"/>
              <a:gd name="connsiteX154" fmla="*/ 5555985 w 7765154"/>
              <a:gd name="connsiteY154" fmla="*/ 7704220 h 8073329"/>
              <a:gd name="connsiteX155" fmla="*/ 5585412 w 7765154"/>
              <a:gd name="connsiteY155" fmla="*/ 7690767 h 8073329"/>
              <a:gd name="connsiteX156" fmla="*/ 5639223 w 7765154"/>
              <a:gd name="connsiteY156" fmla="*/ 7665543 h 8073329"/>
              <a:gd name="connsiteX157" fmla="*/ 5658562 w 7765154"/>
              <a:gd name="connsiteY157" fmla="*/ 7656294 h 8073329"/>
              <a:gd name="connsiteX158" fmla="*/ 5795611 w 7765154"/>
              <a:gd name="connsiteY158" fmla="*/ 7588190 h 8073329"/>
              <a:gd name="connsiteX159" fmla="*/ 5798975 w 7765154"/>
              <a:gd name="connsiteY159" fmla="*/ 7586509 h 8073329"/>
              <a:gd name="connsiteX160" fmla="*/ 5867920 w 7765154"/>
              <a:gd name="connsiteY160" fmla="*/ 7548673 h 8073329"/>
              <a:gd name="connsiteX161" fmla="*/ 5939388 w 7765154"/>
              <a:gd name="connsiteY161" fmla="*/ 7508315 h 8073329"/>
              <a:gd name="connsiteX162" fmla="*/ 6009174 w 7765154"/>
              <a:gd name="connsiteY162" fmla="*/ 7466275 h 8073329"/>
              <a:gd name="connsiteX163" fmla="*/ 6010015 w 7765154"/>
              <a:gd name="connsiteY163" fmla="*/ 7465434 h 8073329"/>
              <a:gd name="connsiteX164" fmla="*/ 6078119 w 7765154"/>
              <a:gd name="connsiteY164" fmla="*/ 7422553 h 8073329"/>
              <a:gd name="connsiteX165" fmla="*/ 6078119 w 7765154"/>
              <a:gd name="connsiteY165" fmla="*/ 7422553 h 8073329"/>
              <a:gd name="connsiteX166" fmla="*/ 6146223 w 7765154"/>
              <a:gd name="connsiteY166" fmla="*/ 7377150 h 8073329"/>
              <a:gd name="connsiteX167" fmla="*/ 6212647 w 7765154"/>
              <a:gd name="connsiteY167" fmla="*/ 7331747 h 8073329"/>
              <a:gd name="connsiteX168" fmla="*/ 6213487 w 7765154"/>
              <a:gd name="connsiteY168" fmla="*/ 7330907 h 8073329"/>
              <a:gd name="connsiteX169" fmla="*/ 6279910 w 7765154"/>
              <a:gd name="connsiteY169" fmla="*/ 7282981 h 8073329"/>
              <a:gd name="connsiteX170" fmla="*/ 6344652 w 7765154"/>
              <a:gd name="connsiteY170" fmla="*/ 7233374 h 8073329"/>
              <a:gd name="connsiteX171" fmla="*/ 6401826 w 7765154"/>
              <a:gd name="connsiteY171" fmla="*/ 7187130 h 8073329"/>
              <a:gd name="connsiteX172" fmla="*/ 6422005 w 7765154"/>
              <a:gd name="connsiteY172" fmla="*/ 7171155 h 8073329"/>
              <a:gd name="connsiteX173" fmla="*/ 6469090 w 7765154"/>
              <a:gd name="connsiteY173" fmla="*/ 7131638 h 8073329"/>
              <a:gd name="connsiteX174" fmla="*/ 6472453 w 7765154"/>
              <a:gd name="connsiteY174" fmla="*/ 7128274 h 8073329"/>
              <a:gd name="connsiteX175" fmla="*/ 6532149 w 7765154"/>
              <a:gd name="connsiteY175" fmla="*/ 7076145 h 8073329"/>
              <a:gd name="connsiteX176" fmla="*/ 6636408 w 7765154"/>
              <a:gd name="connsiteY176" fmla="*/ 6979454 h 8073329"/>
              <a:gd name="connsiteX177" fmla="*/ 6670040 w 7765154"/>
              <a:gd name="connsiteY177" fmla="*/ 6946663 h 8073329"/>
              <a:gd name="connsiteX178" fmla="*/ 6703672 w 7765154"/>
              <a:gd name="connsiteY178" fmla="*/ 6913031 h 8073329"/>
              <a:gd name="connsiteX179" fmla="*/ 6730578 w 7765154"/>
              <a:gd name="connsiteY179" fmla="*/ 6885284 h 8073329"/>
              <a:gd name="connsiteX180" fmla="*/ 7180404 w 7765154"/>
              <a:gd name="connsiteY180" fmla="*/ 6315224 h 8073329"/>
              <a:gd name="connsiteX181" fmla="*/ 7203946 w 7765154"/>
              <a:gd name="connsiteY181" fmla="*/ 6277388 h 8073329"/>
              <a:gd name="connsiteX182" fmla="*/ 7251871 w 7765154"/>
              <a:gd name="connsiteY182" fmla="*/ 6199194 h 8073329"/>
              <a:gd name="connsiteX183" fmla="*/ 7292230 w 7765154"/>
              <a:gd name="connsiteY183" fmla="*/ 6128567 h 8073329"/>
              <a:gd name="connsiteX184" fmla="*/ 7302319 w 7765154"/>
              <a:gd name="connsiteY184" fmla="*/ 6110069 h 8073329"/>
              <a:gd name="connsiteX185" fmla="*/ 7321657 w 7765154"/>
              <a:gd name="connsiteY185" fmla="*/ 6073915 h 8073329"/>
              <a:gd name="connsiteX186" fmla="*/ 7336792 w 7765154"/>
              <a:gd name="connsiteY186" fmla="*/ 6045328 h 8073329"/>
              <a:gd name="connsiteX187" fmla="*/ 7357812 w 7765154"/>
              <a:gd name="connsiteY187" fmla="*/ 6005811 h 8073329"/>
              <a:gd name="connsiteX188" fmla="*/ 7377991 w 7765154"/>
              <a:gd name="connsiteY188" fmla="*/ 5966293 h 8073329"/>
              <a:gd name="connsiteX189" fmla="*/ 7397329 w 7765154"/>
              <a:gd name="connsiteY189" fmla="*/ 5925935 h 8073329"/>
              <a:gd name="connsiteX190" fmla="*/ 7454503 w 7765154"/>
              <a:gd name="connsiteY190" fmla="*/ 5800656 h 8073329"/>
              <a:gd name="connsiteX191" fmla="*/ 7488135 w 7765154"/>
              <a:gd name="connsiteY191" fmla="*/ 5720781 h 8073329"/>
              <a:gd name="connsiteX192" fmla="*/ 7520926 w 7765154"/>
              <a:gd name="connsiteY192" fmla="*/ 5636701 h 8073329"/>
              <a:gd name="connsiteX193" fmla="*/ 7552036 w 7765154"/>
              <a:gd name="connsiteY193" fmla="*/ 5552622 h 8073329"/>
              <a:gd name="connsiteX194" fmla="*/ 7608369 w 7765154"/>
              <a:gd name="connsiteY194" fmla="*/ 5377736 h 8073329"/>
              <a:gd name="connsiteX195" fmla="*/ 7620140 w 7765154"/>
              <a:gd name="connsiteY195" fmla="*/ 5338218 h 8073329"/>
              <a:gd name="connsiteX196" fmla="*/ 7627707 w 7765154"/>
              <a:gd name="connsiteY196" fmla="*/ 5311313 h 8073329"/>
              <a:gd name="connsiteX197" fmla="*/ 7639478 w 7765154"/>
              <a:gd name="connsiteY197" fmla="*/ 5267591 h 8073329"/>
              <a:gd name="connsiteX198" fmla="*/ 7646205 w 7765154"/>
              <a:gd name="connsiteY198" fmla="*/ 5242367 h 8073329"/>
              <a:gd name="connsiteX199" fmla="*/ 7655454 w 7765154"/>
              <a:gd name="connsiteY199" fmla="*/ 5204532 h 8073329"/>
              <a:gd name="connsiteX200" fmla="*/ 7703379 w 7765154"/>
              <a:gd name="connsiteY200" fmla="*/ 4978357 h 8073329"/>
              <a:gd name="connsiteX201" fmla="*/ 7719354 w 7765154"/>
              <a:gd name="connsiteY201" fmla="*/ 4880825 h 8073329"/>
              <a:gd name="connsiteX202" fmla="*/ 7752145 w 7765154"/>
              <a:gd name="connsiteY202" fmla="*/ 4580660 h 8073329"/>
              <a:gd name="connsiteX203" fmla="*/ 7754668 w 7765154"/>
              <a:gd name="connsiteY203" fmla="*/ 4540302 h 8073329"/>
              <a:gd name="connsiteX204" fmla="*/ 7757190 w 7765154"/>
              <a:gd name="connsiteY204" fmla="*/ 4481446 h 8073329"/>
              <a:gd name="connsiteX205" fmla="*/ 7758871 w 7765154"/>
              <a:gd name="connsiteY205" fmla="*/ 4430999 h 8073329"/>
              <a:gd name="connsiteX206" fmla="*/ 7759712 w 7765154"/>
              <a:gd name="connsiteY206" fmla="*/ 4329262 h 8073329"/>
              <a:gd name="connsiteX207" fmla="*/ 7764757 w 7765154"/>
              <a:gd name="connsiteY207" fmla="*/ 4270407 h 8073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7765154" h="8073329">
                <a:moveTo>
                  <a:pt x="7764757" y="4270407"/>
                </a:moveTo>
                <a:cubicBezTo>
                  <a:pt x="7764757" y="4251068"/>
                  <a:pt x="7763916" y="4231730"/>
                  <a:pt x="7763076" y="4212391"/>
                </a:cubicBezTo>
                <a:lnTo>
                  <a:pt x="7763076" y="4210710"/>
                </a:lnTo>
                <a:cubicBezTo>
                  <a:pt x="7763076" y="4191371"/>
                  <a:pt x="7762235" y="4171192"/>
                  <a:pt x="7761394" y="4152695"/>
                </a:cubicBezTo>
                <a:cubicBezTo>
                  <a:pt x="7760553" y="4134197"/>
                  <a:pt x="7759712" y="4115700"/>
                  <a:pt x="7758871" y="4098043"/>
                </a:cubicBezTo>
                <a:cubicBezTo>
                  <a:pt x="7756349" y="4056844"/>
                  <a:pt x="7752986" y="4014804"/>
                  <a:pt x="7748782" y="3972764"/>
                </a:cubicBezTo>
                <a:cubicBezTo>
                  <a:pt x="7747100" y="3955108"/>
                  <a:pt x="7745419" y="3936610"/>
                  <a:pt x="7742896" y="3918953"/>
                </a:cubicBezTo>
                <a:cubicBezTo>
                  <a:pt x="7742896" y="3915590"/>
                  <a:pt x="7742896" y="3911386"/>
                  <a:pt x="7742056" y="3908023"/>
                </a:cubicBezTo>
                <a:cubicBezTo>
                  <a:pt x="7738693" y="3876914"/>
                  <a:pt x="7734488" y="3846645"/>
                  <a:pt x="7730285" y="3816376"/>
                </a:cubicBezTo>
                <a:cubicBezTo>
                  <a:pt x="7721876" y="3754998"/>
                  <a:pt x="7711787" y="3693620"/>
                  <a:pt x="7700016" y="3633082"/>
                </a:cubicBezTo>
                <a:cubicBezTo>
                  <a:pt x="7696653" y="3613744"/>
                  <a:pt x="7692448" y="3595247"/>
                  <a:pt x="7688245" y="3576749"/>
                </a:cubicBezTo>
                <a:cubicBezTo>
                  <a:pt x="7682359" y="3546480"/>
                  <a:pt x="7675633" y="3516212"/>
                  <a:pt x="7668906" y="3486784"/>
                </a:cubicBezTo>
                <a:cubicBezTo>
                  <a:pt x="7666384" y="3476694"/>
                  <a:pt x="7663862" y="3465764"/>
                  <a:pt x="7661339" y="3454834"/>
                </a:cubicBezTo>
                <a:cubicBezTo>
                  <a:pt x="7638638" y="3361505"/>
                  <a:pt x="7612573" y="3270699"/>
                  <a:pt x="7583145" y="3180734"/>
                </a:cubicBezTo>
                <a:cubicBezTo>
                  <a:pt x="7578100" y="3166440"/>
                  <a:pt x="7573055" y="3152988"/>
                  <a:pt x="7568851" y="3138694"/>
                </a:cubicBezTo>
                <a:cubicBezTo>
                  <a:pt x="7562966" y="3120197"/>
                  <a:pt x="7556240" y="3100858"/>
                  <a:pt x="7549513" y="3082361"/>
                </a:cubicBezTo>
                <a:cubicBezTo>
                  <a:pt x="7543628" y="3067226"/>
                  <a:pt x="7538583" y="3052092"/>
                  <a:pt x="7532697" y="3036958"/>
                </a:cubicBezTo>
                <a:cubicBezTo>
                  <a:pt x="7524289" y="3015938"/>
                  <a:pt x="7516722" y="2994918"/>
                  <a:pt x="7507473" y="2973057"/>
                </a:cubicBezTo>
                <a:cubicBezTo>
                  <a:pt x="7492339" y="2935221"/>
                  <a:pt x="7477205" y="2897385"/>
                  <a:pt x="7460389" y="2860390"/>
                </a:cubicBezTo>
                <a:cubicBezTo>
                  <a:pt x="7441891" y="2818351"/>
                  <a:pt x="7422553" y="2777151"/>
                  <a:pt x="7403215" y="2736793"/>
                </a:cubicBezTo>
                <a:cubicBezTo>
                  <a:pt x="7396488" y="2723340"/>
                  <a:pt x="7389762" y="2709888"/>
                  <a:pt x="7383876" y="2696435"/>
                </a:cubicBezTo>
                <a:cubicBezTo>
                  <a:pt x="7377150" y="2682982"/>
                  <a:pt x="7370424" y="2669530"/>
                  <a:pt x="7363697" y="2656077"/>
                </a:cubicBezTo>
                <a:cubicBezTo>
                  <a:pt x="7350244" y="2630012"/>
                  <a:pt x="7336792" y="2603107"/>
                  <a:pt x="7322498" y="2577042"/>
                </a:cubicBezTo>
                <a:cubicBezTo>
                  <a:pt x="7313250" y="2560226"/>
                  <a:pt x="7304001" y="2542569"/>
                  <a:pt x="7294752" y="2525753"/>
                </a:cubicBezTo>
                <a:cubicBezTo>
                  <a:pt x="7282140" y="2503893"/>
                  <a:pt x="7269528" y="2482032"/>
                  <a:pt x="7256916" y="2461012"/>
                </a:cubicBezTo>
                <a:cubicBezTo>
                  <a:pt x="7249349" y="2447559"/>
                  <a:pt x="7241781" y="2434947"/>
                  <a:pt x="7234215" y="2422335"/>
                </a:cubicBezTo>
                <a:cubicBezTo>
                  <a:pt x="7210672" y="2384500"/>
                  <a:pt x="7187130" y="2346664"/>
                  <a:pt x="7163587" y="2309669"/>
                </a:cubicBezTo>
                <a:cubicBezTo>
                  <a:pt x="7155179" y="2297057"/>
                  <a:pt x="7146772" y="2285285"/>
                  <a:pt x="7138364" y="2272674"/>
                </a:cubicBezTo>
                <a:cubicBezTo>
                  <a:pt x="7129956" y="2260061"/>
                  <a:pt x="7121547" y="2248290"/>
                  <a:pt x="7113140" y="2235678"/>
                </a:cubicBezTo>
                <a:cubicBezTo>
                  <a:pt x="7087916" y="2199524"/>
                  <a:pt x="7061851" y="2163370"/>
                  <a:pt x="7035786" y="2128056"/>
                </a:cubicBezTo>
                <a:cubicBezTo>
                  <a:pt x="7008881" y="2092743"/>
                  <a:pt x="6981976" y="2058270"/>
                  <a:pt x="6954229" y="2022957"/>
                </a:cubicBezTo>
                <a:cubicBezTo>
                  <a:pt x="6944980" y="2011186"/>
                  <a:pt x="6935731" y="2000255"/>
                  <a:pt x="6926483" y="1988484"/>
                </a:cubicBezTo>
                <a:cubicBezTo>
                  <a:pt x="6917234" y="1976713"/>
                  <a:pt x="6907986" y="1965783"/>
                  <a:pt x="6897896" y="1954852"/>
                </a:cubicBezTo>
                <a:cubicBezTo>
                  <a:pt x="6888647" y="1943081"/>
                  <a:pt x="6879398" y="1932151"/>
                  <a:pt x="6869308" y="1921220"/>
                </a:cubicBezTo>
                <a:cubicBezTo>
                  <a:pt x="6849971" y="1899360"/>
                  <a:pt x="6830632" y="1877499"/>
                  <a:pt x="6810453" y="1855638"/>
                </a:cubicBezTo>
                <a:cubicBezTo>
                  <a:pt x="6800363" y="1844708"/>
                  <a:pt x="6791114" y="1833778"/>
                  <a:pt x="6781025" y="1822847"/>
                </a:cubicBezTo>
                <a:cubicBezTo>
                  <a:pt x="6760846" y="1800987"/>
                  <a:pt x="6740667" y="1779967"/>
                  <a:pt x="6720488" y="1758947"/>
                </a:cubicBezTo>
                <a:cubicBezTo>
                  <a:pt x="6720488" y="1758947"/>
                  <a:pt x="6720488" y="1758947"/>
                  <a:pt x="6720488" y="1758947"/>
                </a:cubicBezTo>
                <a:cubicBezTo>
                  <a:pt x="6710398" y="1748857"/>
                  <a:pt x="6700309" y="1737927"/>
                  <a:pt x="6689378" y="1727837"/>
                </a:cubicBezTo>
                <a:cubicBezTo>
                  <a:pt x="6669199" y="1706817"/>
                  <a:pt x="6648179" y="1686638"/>
                  <a:pt x="6626318" y="1666459"/>
                </a:cubicBezTo>
                <a:cubicBezTo>
                  <a:pt x="6617069" y="1657210"/>
                  <a:pt x="6607821" y="1648802"/>
                  <a:pt x="6598572" y="1639554"/>
                </a:cubicBezTo>
                <a:cubicBezTo>
                  <a:pt x="6554010" y="1598355"/>
                  <a:pt x="6508607" y="1557996"/>
                  <a:pt x="6462363" y="1518479"/>
                </a:cubicBezTo>
                <a:cubicBezTo>
                  <a:pt x="6452273" y="1510071"/>
                  <a:pt x="6442184" y="1501663"/>
                  <a:pt x="6432094" y="1493255"/>
                </a:cubicBezTo>
                <a:cubicBezTo>
                  <a:pt x="6429572" y="1491573"/>
                  <a:pt x="6427890" y="1489892"/>
                  <a:pt x="6425368" y="1487369"/>
                </a:cubicBezTo>
                <a:cubicBezTo>
                  <a:pt x="6414438" y="1478961"/>
                  <a:pt x="6404348" y="1470553"/>
                  <a:pt x="6394259" y="1462145"/>
                </a:cubicBezTo>
                <a:cubicBezTo>
                  <a:pt x="6358945" y="1433558"/>
                  <a:pt x="6323632" y="1405812"/>
                  <a:pt x="6286636" y="1378907"/>
                </a:cubicBezTo>
                <a:cubicBezTo>
                  <a:pt x="6275706" y="1371339"/>
                  <a:pt x="6264776" y="1362931"/>
                  <a:pt x="6253845" y="1354524"/>
                </a:cubicBezTo>
                <a:cubicBezTo>
                  <a:pt x="6242074" y="1346116"/>
                  <a:pt x="6230303" y="1336867"/>
                  <a:pt x="6217691" y="1328459"/>
                </a:cubicBezTo>
                <a:cubicBezTo>
                  <a:pt x="6207602" y="1320892"/>
                  <a:pt x="6197512" y="1313324"/>
                  <a:pt x="6186582" y="1306598"/>
                </a:cubicBezTo>
                <a:cubicBezTo>
                  <a:pt x="6173129" y="1297349"/>
                  <a:pt x="6158836" y="1287260"/>
                  <a:pt x="6145383" y="1278011"/>
                </a:cubicBezTo>
                <a:cubicBezTo>
                  <a:pt x="6143701" y="1276329"/>
                  <a:pt x="6141179" y="1272966"/>
                  <a:pt x="6139497" y="1270444"/>
                </a:cubicBezTo>
                <a:cubicBezTo>
                  <a:pt x="5934343" y="757558"/>
                  <a:pt x="5587094" y="317821"/>
                  <a:pt x="5144835" y="0"/>
                </a:cubicBezTo>
                <a:cubicBezTo>
                  <a:pt x="5143153" y="841"/>
                  <a:pt x="5142312" y="841"/>
                  <a:pt x="5140631" y="2522"/>
                </a:cubicBezTo>
                <a:cubicBezTo>
                  <a:pt x="5170059" y="167319"/>
                  <a:pt x="5186034" y="338000"/>
                  <a:pt x="5186034" y="512045"/>
                </a:cubicBezTo>
                <a:cubicBezTo>
                  <a:pt x="5186034" y="613782"/>
                  <a:pt x="5180989" y="714677"/>
                  <a:pt x="5170059" y="813050"/>
                </a:cubicBezTo>
                <a:cubicBezTo>
                  <a:pt x="5148198" y="1024931"/>
                  <a:pt x="5101954" y="1230086"/>
                  <a:pt x="5036372" y="1425991"/>
                </a:cubicBezTo>
                <a:lnTo>
                  <a:pt x="5009467" y="1436081"/>
                </a:lnTo>
                <a:cubicBezTo>
                  <a:pt x="3632242" y="1900201"/>
                  <a:pt x="3953426" y="2746883"/>
                  <a:pt x="3992102" y="2836848"/>
                </a:cubicBezTo>
                <a:cubicBezTo>
                  <a:pt x="3996306" y="2834326"/>
                  <a:pt x="4001351" y="2830962"/>
                  <a:pt x="4005555" y="2826758"/>
                </a:cubicBezTo>
                <a:cubicBezTo>
                  <a:pt x="4086272" y="2572838"/>
                  <a:pt x="4293949" y="2375251"/>
                  <a:pt x="4552914" y="2307146"/>
                </a:cubicBezTo>
                <a:cubicBezTo>
                  <a:pt x="4616815" y="2290330"/>
                  <a:pt x="4683238" y="2281081"/>
                  <a:pt x="4753023" y="2281081"/>
                </a:cubicBezTo>
                <a:cubicBezTo>
                  <a:pt x="4931273" y="2281081"/>
                  <a:pt x="5096909" y="2340778"/>
                  <a:pt x="5228074" y="2442514"/>
                </a:cubicBezTo>
                <a:cubicBezTo>
                  <a:pt x="5415572" y="2585450"/>
                  <a:pt x="5536646" y="2811624"/>
                  <a:pt x="5536646" y="3065545"/>
                </a:cubicBezTo>
                <a:cubicBezTo>
                  <a:pt x="5536646" y="3100017"/>
                  <a:pt x="5534965" y="3133649"/>
                  <a:pt x="5529919" y="3167281"/>
                </a:cubicBezTo>
                <a:cubicBezTo>
                  <a:pt x="5480313" y="3552366"/>
                  <a:pt x="5150720" y="3849167"/>
                  <a:pt x="4752183" y="3849167"/>
                </a:cubicBezTo>
                <a:cubicBezTo>
                  <a:pt x="4682397" y="3849167"/>
                  <a:pt x="4677352" y="3848327"/>
                  <a:pt x="4603362" y="3839078"/>
                </a:cubicBezTo>
                <a:cubicBezTo>
                  <a:pt x="4584864" y="3836555"/>
                  <a:pt x="4576456" y="3838237"/>
                  <a:pt x="4566367" y="3837396"/>
                </a:cubicBezTo>
                <a:cubicBezTo>
                  <a:pt x="4531894" y="3834874"/>
                  <a:pt x="4497422" y="3834033"/>
                  <a:pt x="4462108" y="3834033"/>
                </a:cubicBezTo>
                <a:cubicBezTo>
                  <a:pt x="4057685" y="3834033"/>
                  <a:pt x="3686893" y="3975287"/>
                  <a:pt x="3395137" y="4210710"/>
                </a:cubicBezTo>
                <a:cubicBezTo>
                  <a:pt x="3395137" y="4211551"/>
                  <a:pt x="3395137" y="4212391"/>
                  <a:pt x="3395978" y="4213232"/>
                </a:cubicBezTo>
                <a:lnTo>
                  <a:pt x="0" y="4213232"/>
                </a:lnTo>
                <a:cubicBezTo>
                  <a:pt x="53811" y="4354486"/>
                  <a:pt x="132005" y="4483128"/>
                  <a:pt x="229537" y="4595795"/>
                </a:cubicBezTo>
                <a:cubicBezTo>
                  <a:pt x="290916" y="4667262"/>
                  <a:pt x="359861" y="4731163"/>
                  <a:pt x="435533" y="4787496"/>
                </a:cubicBezTo>
                <a:cubicBezTo>
                  <a:pt x="439737" y="4791701"/>
                  <a:pt x="444781" y="4795064"/>
                  <a:pt x="449826" y="4798427"/>
                </a:cubicBezTo>
                <a:cubicBezTo>
                  <a:pt x="611259" y="4916138"/>
                  <a:pt x="801279" y="4997696"/>
                  <a:pt x="1007274" y="5030487"/>
                </a:cubicBezTo>
                <a:cubicBezTo>
                  <a:pt x="1074538" y="5041417"/>
                  <a:pt x="1144324" y="5047303"/>
                  <a:pt x="1215792" y="5047303"/>
                </a:cubicBezTo>
                <a:lnTo>
                  <a:pt x="2522390" y="5047303"/>
                </a:lnTo>
                <a:lnTo>
                  <a:pt x="1779967" y="5386143"/>
                </a:lnTo>
                <a:cubicBezTo>
                  <a:pt x="1642076" y="5455089"/>
                  <a:pt x="1315006" y="5523194"/>
                  <a:pt x="1154414" y="5539168"/>
                </a:cubicBezTo>
                <a:cubicBezTo>
                  <a:pt x="1111533" y="5543373"/>
                  <a:pt x="1066971" y="5545895"/>
                  <a:pt x="1023250" y="5545895"/>
                </a:cubicBezTo>
                <a:cubicBezTo>
                  <a:pt x="943374" y="5545895"/>
                  <a:pt x="864339" y="5538328"/>
                  <a:pt x="788667" y="5524875"/>
                </a:cubicBezTo>
                <a:cubicBezTo>
                  <a:pt x="719722" y="5512263"/>
                  <a:pt x="652458" y="5493765"/>
                  <a:pt x="586876" y="5471064"/>
                </a:cubicBezTo>
                <a:cubicBezTo>
                  <a:pt x="496911" y="5439954"/>
                  <a:pt x="411990" y="5398756"/>
                  <a:pt x="333796" y="5349149"/>
                </a:cubicBezTo>
                <a:cubicBezTo>
                  <a:pt x="307732" y="5333174"/>
                  <a:pt x="282508" y="5316358"/>
                  <a:pt x="258125" y="5297860"/>
                </a:cubicBezTo>
                <a:cubicBezTo>
                  <a:pt x="281667" y="5368487"/>
                  <a:pt x="310254" y="5435751"/>
                  <a:pt x="343886" y="5500492"/>
                </a:cubicBezTo>
                <a:cubicBezTo>
                  <a:pt x="445622" y="5693034"/>
                  <a:pt x="594443" y="5856990"/>
                  <a:pt x="774374" y="5977223"/>
                </a:cubicBezTo>
                <a:cubicBezTo>
                  <a:pt x="784463" y="5983950"/>
                  <a:pt x="794553" y="5990676"/>
                  <a:pt x="804642" y="5996562"/>
                </a:cubicBezTo>
                <a:cubicBezTo>
                  <a:pt x="860976" y="6031875"/>
                  <a:pt x="920672" y="6063826"/>
                  <a:pt x="982051" y="6089891"/>
                </a:cubicBezTo>
                <a:cubicBezTo>
                  <a:pt x="1139280" y="6157995"/>
                  <a:pt x="1313324" y="6195831"/>
                  <a:pt x="1495777" y="6195831"/>
                </a:cubicBezTo>
                <a:lnTo>
                  <a:pt x="1513434" y="6195831"/>
                </a:lnTo>
                <a:cubicBezTo>
                  <a:pt x="1629464" y="6194149"/>
                  <a:pt x="1965783" y="6145383"/>
                  <a:pt x="2072564" y="6115115"/>
                </a:cubicBezTo>
                <a:lnTo>
                  <a:pt x="2108718" y="6104184"/>
                </a:lnTo>
                <a:lnTo>
                  <a:pt x="2737634" y="5898189"/>
                </a:lnTo>
                <a:lnTo>
                  <a:pt x="2848619" y="5865398"/>
                </a:lnTo>
                <a:lnTo>
                  <a:pt x="2894863" y="5851945"/>
                </a:lnTo>
                <a:lnTo>
                  <a:pt x="2778833" y="6010015"/>
                </a:lnTo>
                <a:cubicBezTo>
                  <a:pt x="2754450" y="6041965"/>
                  <a:pt x="2730067" y="6073075"/>
                  <a:pt x="2704002" y="6103343"/>
                </a:cubicBezTo>
                <a:cubicBezTo>
                  <a:pt x="2531639" y="6290841"/>
                  <a:pt x="2252494" y="6540558"/>
                  <a:pt x="1820325" y="6598573"/>
                </a:cubicBezTo>
                <a:cubicBezTo>
                  <a:pt x="1794260" y="6601935"/>
                  <a:pt x="1767355" y="6604458"/>
                  <a:pt x="1742131" y="6606981"/>
                </a:cubicBezTo>
                <a:cubicBezTo>
                  <a:pt x="1731200" y="6607821"/>
                  <a:pt x="1721952" y="6607821"/>
                  <a:pt x="1711862" y="6608662"/>
                </a:cubicBezTo>
                <a:cubicBezTo>
                  <a:pt x="1695046" y="6609503"/>
                  <a:pt x="1678230" y="6610344"/>
                  <a:pt x="1660573" y="6611184"/>
                </a:cubicBezTo>
                <a:cubicBezTo>
                  <a:pt x="1647121" y="6611184"/>
                  <a:pt x="1634509" y="6612025"/>
                  <a:pt x="1621897" y="6612025"/>
                </a:cubicBezTo>
                <a:cubicBezTo>
                  <a:pt x="1581538" y="6612025"/>
                  <a:pt x="1541180" y="6610344"/>
                  <a:pt x="1501663" y="6606140"/>
                </a:cubicBezTo>
                <a:cubicBezTo>
                  <a:pt x="1371339" y="6594369"/>
                  <a:pt x="1259513" y="6588483"/>
                  <a:pt x="1142643" y="6540558"/>
                </a:cubicBezTo>
                <a:lnTo>
                  <a:pt x="1142643" y="6540558"/>
                </a:lnTo>
                <a:cubicBezTo>
                  <a:pt x="1095558" y="6522060"/>
                  <a:pt x="1050155" y="6500199"/>
                  <a:pt x="1006434" y="6475816"/>
                </a:cubicBezTo>
                <a:lnTo>
                  <a:pt x="1006434" y="6475816"/>
                </a:lnTo>
                <a:cubicBezTo>
                  <a:pt x="978687" y="6461523"/>
                  <a:pt x="951782" y="6444707"/>
                  <a:pt x="924876" y="6427050"/>
                </a:cubicBezTo>
                <a:cubicBezTo>
                  <a:pt x="959349" y="6487588"/>
                  <a:pt x="997185" y="6545602"/>
                  <a:pt x="1040065" y="6599413"/>
                </a:cubicBezTo>
                <a:cubicBezTo>
                  <a:pt x="1170389" y="6764209"/>
                  <a:pt x="1340230" y="6897055"/>
                  <a:pt x="1535295" y="6982817"/>
                </a:cubicBezTo>
                <a:lnTo>
                  <a:pt x="1535295" y="6982817"/>
                </a:lnTo>
                <a:lnTo>
                  <a:pt x="1535295" y="6982817"/>
                </a:lnTo>
                <a:cubicBezTo>
                  <a:pt x="1573971" y="6999632"/>
                  <a:pt x="1612648" y="7014767"/>
                  <a:pt x="1653006" y="7028219"/>
                </a:cubicBezTo>
                <a:cubicBezTo>
                  <a:pt x="1700932" y="7044195"/>
                  <a:pt x="1750539" y="7056807"/>
                  <a:pt x="1801827" y="7067737"/>
                </a:cubicBezTo>
                <a:cubicBezTo>
                  <a:pt x="1885907" y="7084553"/>
                  <a:pt x="1972509" y="7093802"/>
                  <a:pt x="2061633" y="7093802"/>
                </a:cubicBezTo>
                <a:cubicBezTo>
                  <a:pt x="2179345" y="7093802"/>
                  <a:pt x="2405519" y="7064374"/>
                  <a:pt x="2513982" y="7035787"/>
                </a:cubicBezTo>
                <a:cubicBezTo>
                  <a:pt x="2556022" y="7024857"/>
                  <a:pt x="2596380" y="7011404"/>
                  <a:pt x="2636738" y="6995428"/>
                </a:cubicBezTo>
                <a:lnTo>
                  <a:pt x="2636738" y="6995428"/>
                </a:lnTo>
                <a:cubicBezTo>
                  <a:pt x="3036117" y="6876876"/>
                  <a:pt x="3617107" y="6488428"/>
                  <a:pt x="3617107" y="6488428"/>
                </a:cubicBezTo>
                <a:lnTo>
                  <a:pt x="3617107" y="6488428"/>
                </a:lnTo>
                <a:cubicBezTo>
                  <a:pt x="3416157" y="6888647"/>
                  <a:pt x="3038639" y="7269528"/>
                  <a:pt x="2584609" y="7398170"/>
                </a:cubicBezTo>
                <a:cubicBezTo>
                  <a:pt x="2563589" y="7404055"/>
                  <a:pt x="2542569" y="7409101"/>
                  <a:pt x="2520708" y="7414145"/>
                </a:cubicBezTo>
                <a:cubicBezTo>
                  <a:pt x="2427380" y="7435165"/>
                  <a:pt x="2329848" y="7446095"/>
                  <a:pt x="2229793" y="7446095"/>
                </a:cubicBezTo>
                <a:cubicBezTo>
                  <a:pt x="2207091" y="7446095"/>
                  <a:pt x="2183549" y="7446095"/>
                  <a:pt x="2160848" y="7444414"/>
                </a:cubicBezTo>
                <a:lnTo>
                  <a:pt x="2160848" y="7444414"/>
                </a:lnTo>
                <a:lnTo>
                  <a:pt x="2160848" y="7444414"/>
                </a:lnTo>
                <a:cubicBezTo>
                  <a:pt x="2110400" y="7441892"/>
                  <a:pt x="2060793" y="7436006"/>
                  <a:pt x="2012026" y="7427598"/>
                </a:cubicBezTo>
                <a:cubicBezTo>
                  <a:pt x="2166733" y="7534379"/>
                  <a:pt x="2392907" y="7657135"/>
                  <a:pt x="2586291" y="7689086"/>
                </a:cubicBezTo>
                <a:cubicBezTo>
                  <a:pt x="2586291" y="7689086"/>
                  <a:pt x="2586291" y="7689086"/>
                  <a:pt x="2586291" y="7689086"/>
                </a:cubicBezTo>
                <a:cubicBezTo>
                  <a:pt x="2587131" y="7689926"/>
                  <a:pt x="2588813" y="7689926"/>
                  <a:pt x="2590494" y="7690767"/>
                </a:cubicBezTo>
                <a:cubicBezTo>
                  <a:pt x="2588813" y="7689926"/>
                  <a:pt x="2587972" y="7689926"/>
                  <a:pt x="2587131" y="7689086"/>
                </a:cubicBezTo>
                <a:cubicBezTo>
                  <a:pt x="2636738" y="7697494"/>
                  <a:pt x="2686345" y="7702539"/>
                  <a:pt x="2737634" y="7704220"/>
                </a:cubicBezTo>
                <a:cubicBezTo>
                  <a:pt x="2746883" y="7704220"/>
                  <a:pt x="2756131" y="7705061"/>
                  <a:pt x="2765380" y="7705061"/>
                </a:cubicBezTo>
                <a:cubicBezTo>
                  <a:pt x="2776311" y="7705061"/>
                  <a:pt x="2786400" y="7705061"/>
                  <a:pt x="2796490" y="7705061"/>
                </a:cubicBezTo>
                <a:cubicBezTo>
                  <a:pt x="3026027" y="7705061"/>
                  <a:pt x="3242112" y="7645364"/>
                  <a:pt x="3429610" y="7541106"/>
                </a:cubicBezTo>
                <a:cubicBezTo>
                  <a:pt x="3830670" y="7370424"/>
                  <a:pt x="4387277" y="6923120"/>
                  <a:pt x="4387277" y="6923120"/>
                </a:cubicBezTo>
                <a:cubicBezTo>
                  <a:pt x="4305720" y="7411623"/>
                  <a:pt x="3901297" y="7806797"/>
                  <a:pt x="3436336" y="7948892"/>
                </a:cubicBezTo>
                <a:cubicBezTo>
                  <a:pt x="3369072" y="7969912"/>
                  <a:pt x="3298445" y="7985046"/>
                  <a:pt x="3226137" y="7994295"/>
                </a:cubicBezTo>
                <a:cubicBezTo>
                  <a:pt x="3365709" y="8045584"/>
                  <a:pt x="3516212" y="8073330"/>
                  <a:pt x="3673440" y="8073330"/>
                </a:cubicBezTo>
                <a:cubicBezTo>
                  <a:pt x="3818898" y="8073330"/>
                  <a:pt x="3958471" y="8049787"/>
                  <a:pt x="4088794" y="8006066"/>
                </a:cubicBezTo>
                <a:cubicBezTo>
                  <a:pt x="4221640" y="7961504"/>
                  <a:pt x="4343556" y="7895922"/>
                  <a:pt x="4452859" y="7814365"/>
                </a:cubicBezTo>
                <a:cubicBezTo>
                  <a:pt x="4652128" y="7690767"/>
                  <a:pt x="5187716" y="7147613"/>
                  <a:pt x="5187716" y="7147613"/>
                </a:cubicBezTo>
                <a:lnTo>
                  <a:pt x="5182671" y="7147613"/>
                </a:lnTo>
                <a:lnTo>
                  <a:pt x="5188556" y="7146772"/>
                </a:lnTo>
                <a:lnTo>
                  <a:pt x="5188556" y="7150976"/>
                </a:lnTo>
                <a:cubicBezTo>
                  <a:pt x="5175944" y="7441892"/>
                  <a:pt x="5067482" y="7708424"/>
                  <a:pt x="4894277" y="7920305"/>
                </a:cubicBezTo>
                <a:cubicBezTo>
                  <a:pt x="4900163" y="7919464"/>
                  <a:pt x="4906889" y="7917782"/>
                  <a:pt x="4912775" y="7916101"/>
                </a:cubicBezTo>
                <a:cubicBezTo>
                  <a:pt x="4959860" y="7905170"/>
                  <a:pt x="5006103" y="7893399"/>
                  <a:pt x="5052347" y="7880788"/>
                </a:cubicBezTo>
                <a:cubicBezTo>
                  <a:pt x="5065800" y="7877424"/>
                  <a:pt x="5079253" y="7873220"/>
                  <a:pt x="5092705" y="7869016"/>
                </a:cubicBezTo>
                <a:cubicBezTo>
                  <a:pt x="5109521" y="7863971"/>
                  <a:pt x="5127178" y="7859768"/>
                  <a:pt x="5143994" y="7854723"/>
                </a:cubicBezTo>
                <a:cubicBezTo>
                  <a:pt x="5184352" y="7842110"/>
                  <a:pt x="5223870" y="7829499"/>
                  <a:pt x="5263387" y="7816887"/>
                </a:cubicBezTo>
                <a:cubicBezTo>
                  <a:pt x="5317198" y="7798389"/>
                  <a:pt x="5371009" y="7779051"/>
                  <a:pt x="5423139" y="7758872"/>
                </a:cubicBezTo>
                <a:cubicBezTo>
                  <a:pt x="5446681" y="7749623"/>
                  <a:pt x="5470223" y="7740374"/>
                  <a:pt x="5492925" y="7731125"/>
                </a:cubicBezTo>
                <a:cubicBezTo>
                  <a:pt x="5494606" y="7730285"/>
                  <a:pt x="5497128" y="7729444"/>
                  <a:pt x="5499651" y="7728603"/>
                </a:cubicBezTo>
                <a:cubicBezTo>
                  <a:pt x="5518148" y="7720195"/>
                  <a:pt x="5537487" y="7712628"/>
                  <a:pt x="5555985" y="7704220"/>
                </a:cubicBezTo>
                <a:cubicBezTo>
                  <a:pt x="5566074" y="7700016"/>
                  <a:pt x="5576163" y="7695812"/>
                  <a:pt x="5585412" y="7690767"/>
                </a:cubicBezTo>
                <a:cubicBezTo>
                  <a:pt x="5603910" y="7682360"/>
                  <a:pt x="5621567" y="7673951"/>
                  <a:pt x="5639223" y="7665543"/>
                </a:cubicBezTo>
                <a:cubicBezTo>
                  <a:pt x="5645950" y="7662180"/>
                  <a:pt x="5652676" y="7659658"/>
                  <a:pt x="5658562" y="7656294"/>
                </a:cubicBezTo>
                <a:cubicBezTo>
                  <a:pt x="5704805" y="7634434"/>
                  <a:pt x="5751049" y="7611732"/>
                  <a:pt x="5795611" y="7588190"/>
                </a:cubicBezTo>
                <a:cubicBezTo>
                  <a:pt x="5796452" y="7588190"/>
                  <a:pt x="5798134" y="7587349"/>
                  <a:pt x="5798975" y="7586509"/>
                </a:cubicBezTo>
                <a:cubicBezTo>
                  <a:pt x="5822517" y="7573897"/>
                  <a:pt x="5845218" y="7562126"/>
                  <a:pt x="5867920" y="7548673"/>
                </a:cubicBezTo>
                <a:cubicBezTo>
                  <a:pt x="5892303" y="7535220"/>
                  <a:pt x="5915845" y="7521767"/>
                  <a:pt x="5939388" y="7508315"/>
                </a:cubicBezTo>
                <a:cubicBezTo>
                  <a:pt x="5962930" y="7494862"/>
                  <a:pt x="5986472" y="7480568"/>
                  <a:pt x="6009174" y="7466275"/>
                </a:cubicBezTo>
                <a:cubicBezTo>
                  <a:pt x="6009174" y="7466275"/>
                  <a:pt x="6010015" y="7466275"/>
                  <a:pt x="6010015" y="7465434"/>
                </a:cubicBezTo>
                <a:cubicBezTo>
                  <a:pt x="6033557" y="7451141"/>
                  <a:pt x="6055417" y="7436847"/>
                  <a:pt x="6078119" y="7422553"/>
                </a:cubicBezTo>
                <a:lnTo>
                  <a:pt x="6078119" y="7422553"/>
                </a:lnTo>
                <a:cubicBezTo>
                  <a:pt x="6101661" y="7408260"/>
                  <a:pt x="6124363" y="7393125"/>
                  <a:pt x="6146223" y="7377150"/>
                </a:cubicBezTo>
                <a:cubicBezTo>
                  <a:pt x="6168084" y="7362016"/>
                  <a:pt x="6189945" y="7346881"/>
                  <a:pt x="6212647" y="7331747"/>
                </a:cubicBezTo>
                <a:lnTo>
                  <a:pt x="6213487" y="7330907"/>
                </a:lnTo>
                <a:cubicBezTo>
                  <a:pt x="6236189" y="7314931"/>
                  <a:pt x="6258050" y="7298956"/>
                  <a:pt x="6279910" y="7282981"/>
                </a:cubicBezTo>
                <a:cubicBezTo>
                  <a:pt x="6301771" y="7267006"/>
                  <a:pt x="6323632" y="7250190"/>
                  <a:pt x="6344652" y="7233374"/>
                </a:cubicBezTo>
                <a:cubicBezTo>
                  <a:pt x="6363990" y="7218240"/>
                  <a:pt x="6383328" y="7203105"/>
                  <a:pt x="6401826" y="7187130"/>
                </a:cubicBezTo>
                <a:cubicBezTo>
                  <a:pt x="6408552" y="7182085"/>
                  <a:pt x="6415279" y="7176200"/>
                  <a:pt x="6422005" y="7171155"/>
                </a:cubicBezTo>
                <a:cubicBezTo>
                  <a:pt x="6437980" y="7157702"/>
                  <a:pt x="6453955" y="7144250"/>
                  <a:pt x="6469090" y="7131638"/>
                </a:cubicBezTo>
                <a:cubicBezTo>
                  <a:pt x="6469930" y="7130797"/>
                  <a:pt x="6471612" y="7129956"/>
                  <a:pt x="6472453" y="7128274"/>
                </a:cubicBezTo>
                <a:cubicBezTo>
                  <a:pt x="6492632" y="7111459"/>
                  <a:pt x="6512811" y="7093802"/>
                  <a:pt x="6532149" y="7076145"/>
                </a:cubicBezTo>
                <a:cubicBezTo>
                  <a:pt x="6567463" y="7045036"/>
                  <a:pt x="6601935" y="7012245"/>
                  <a:pt x="6636408" y="6979454"/>
                </a:cubicBezTo>
                <a:cubicBezTo>
                  <a:pt x="6648179" y="6968523"/>
                  <a:pt x="6659109" y="6957593"/>
                  <a:pt x="6670040" y="6946663"/>
                </a:cubicBezTo>
                <a:cubicBezTo>
                  <a:pt x="6681811" y="6934891"/>
                  <a:pt x="6692741" y="6923961"/>
                  <a:pt x="6703672" y="6913031"/>
                </a:cubicBezTo>
                <a:cubicBezTo>
                  <a:pt x="6712920" y="6903782"/>
                  <a:pt x="6722169" y="6894533"/>
                  <a:pt x="6730578" y="6885284"/>
                </a:cubicBezTo>
                <a:cubicBezTo>
                  <a:pt x="6898737" y="6710398"/>
                  <a:pt x="7049239" y="6520379"/>
                  <a:pt x="7180404" y="6315224"/>
                </a:cubicBezTo>
                <a:cubicBezTo>
                  <a:pt x="7188811" y="6302612"/>
                  <a:pt x="7196378" y="6290000"/>
                  <a:pt x="7203946" y="6277388"/>
                </a:cubicBezTo>
                <a:cubicBezTo>
                  <a:pt x="7219921" y="6251323"/>
                  <a:pt x="7235896" y="6225259"/>
                  <a:pt x="7251871" y="6199194"/>
                </a:cubicBezTo>
                <a:cubicBezTo>
                  <a:pt x="7265324" y="6175652"/>
                  <a:pt x="7278777" y="6152109"/>
                  <a:pt x="7292230" y="6128567"/>
                </a:cubicBezTo>
                <a:cubicBezTo>
                  <a:pt x="7294752" y="6122682"/>
                  <a:pt x="7298956" y="6115955"/>
                  <a:pt x="7302319" y="6110069"/>
                </a:cubicBezTo>
                <a:cubicBezTo>
                  <a:pt x="7309045" y="6098298"/>
                  <a:pt x="7315772" y="6086527"/>
                  <a:pt x="7321657" y="6073915"/>
                </a:cubicBezTo>
                <a:cubicBezTo>
                  <a:pt x="7326702" y="6064666"/>
                  <a:pt x="7331747" y="6055418"/>
                  <a:pt x="7336792" y="6045328"/>
                </a:cubicBezTo>
                <a:cubicBezTo>
                  <a:pt x="7343518" y="6031875"/>
                  <a:pt x="7350244" y="6019263"/>
                  <a:pt x="7357812" y="6005811"/>
                </a:cubicBezTo>
                <a:cubicBezTo>
                  <a:pt x="7364538" y="5992358"/>
                  <a:pt x="7371264" y="5979746"/>
                  <a:pt x="7377991" y="5966293"/>
                </a:cubicBezTo>
                <a:cubicBezTo>
                  <a:pt x="7384717" y="5952841"/>
                  <a:pt x="7391444" y="5939388"/>
                  <a:pt x="7397329" y="5925935"/>
                </a:cubicBezTo>
                <a:cubicBezTo>
                  <a:pt x="7417508" y="5884736"/>
                  <a:pt x="7436846" y="5842696"/>
                  <a:pt x="7454503" y="5800656"/>
                </a:cubicBezTo>
                <a:cubicBezTo>
                  <a:pt x="7466275" y="5773751"/>
                  <a:pt x="7477205" y="5747686"/>
                  <a:pt x="7488135" y="5720781"/>
                </a:cubicBezTo>
                <a:cubicBezTo>
                  <a:pt x="7499906" y="5693034"/>
                  <a:pt x="7510837" y="5665288"/>
                  <a:pt x="7520926" y="5636701"/>
                </a:cubicBezTo>
                <a:cubicBezTo>
                  <a:pt x="7531857" y="5608955"/>
                  <a:pt x="7541946" y="5581208"/>
                  <a:pt x="7552036" y="5552622"/>
                </a:cubicBezTo>
                <a:cubicBezTo>
                  <a:pt x="7572214" y="5495447"/>
                  <a:pt x="7591553" y="5436592"/>
                  <a:pt x="7608369" y="5377736"/>
                </a:cubicBezTo>
                <a:cubicBezTo>
                  <a:pt x="7612573" y="5365124"/>
                  <a:pt x="7615936" y="5351671"/>
                  <a:pt x="7620140" y="5338218"/>
                </a:cubicBezTo>
                <a:cubicBezTo>
                  <a:pt x="7622663" y="5328970"/>
                  <a:pt x="7625185" y="5320561"/>
                  <a:pt x="7627707" y="5311313"/>
                </a:cubicBezTo>
                <a:cubicBezTo>
                  <a:pt x="7631911" y="5297019"/>
                  <a:pt x="7636115" y="5281885"/>
                  <a:pt x="7639478" y="5267591"/>
                </a:cubicBezTo>
                <a:cubicBezTo>
                  <a:pt x="7641160" y="5259183"/>
                  <a:pt x="7643683" y="5251616"/>
                  <a:pt x="7646205" y="5242367"/>
                </a:cubicBezTo>
                <a:cubicBezTo>
                  <a:pt x="7649568" y="5229756"/>
                  <a:pt x="7652931" y="5217144"/>
                  <a:pt x="7655454" y="5204532"/>
                </a:cubicBezTo>
                <a:cubicBezTo>
                  <a:pt x="7673110" y="5129701"/>
                  <a:pt x="7689926" y="5054870"/>
                  <a:pt x="7703379" y="4978357"/>
                </a:cubicBezTo>
                <a:cubicBezTo>
                  <a:pt x="7709265" y="4946407"/>
                  <a:pt x="7714309" y="4913616"/>
                  <a:pt x="7719354" y="4880825"/>
                </a:cubicBezTo>
                <a:cubicBezTo>
                  <a:pt x="7734488" y="4781611"/>
                  <a:pt x="7745419" y="4681556"/>
                  <a:pt x="7752145" y="4580660"/>
                </a:cubicBezTo>
                <a:cubicBezTo>
                  <a:pt x="7752145" y="4567208"/>
                  <a:pt x="7753827" y="4553755"/>
                  <a:pt x="7754668" y="4540302"/>
                </a:cubicBezTo>
                <a:cubicBezTo>
                  <a:pt x="7755508" y="4520964"/>
                  <a:pt x="7756349" y="4500785"/>
                  <a:pt x="7757190" y="4481446"/>
                </a:cubicBezTo>
                <a:cubicBezTo>
                  <a:pt x="7758030" y="4464630"/>
                  <a:pt x="7758030" y="4447815"/>
                  <a:pt x="7758871" y="4430999"/>
                </a:cubicBezTo>
                <a:cubicBezTo>
                  <a:pt x="7759712" y="4397367"/>
                  <a:pt x="7759712" y="4362894"/>
                  <a:pt x="7759712" y="4329262"/>
                </a:cubicBezTo>
                <a:cubicBezTo>
                  <a:pt x="7765598" y="4309924"/>
                  <a:pt x="7765598" y="4290586"/>
                  <a:pt x="7764757" y="4270407"/>
                </a:cubicBezTo>
              </a:path>
            </a:pathLst>
          </a:custGeom>
          <a:solidFill>
            <a:srgbClr val="4A6466"/>
          </a:solidFill>
          <a:ln w="84068" cap="flat">
            <a:noFill/>
            <a:prstDash val="solid"/>
            <a:miter/>
          </a:ln>
        </p:spPr>
        <p:txBody>
          <a:bodyPr rtlCol="0" anchor="ctr"/>
          <a:lstStyle/>
          <a:p>
            <a:endParaRPr 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 name="Image" descr="Image"/>
          <p:cNvPicPr>
            <a:picLocks noChangeAspect="1"/>
          </p:cNvPicPr>
          <p:nvPr/>
        </p:nvPicPr>
        <p:blipFill>
          <a:blip r:embed="rId2"/>
          <a:stretch>
            <a:fillRect/>
          </a:stretch>
        </p:blipFill>
        <p:spPr>
          <a:xfrm>
            <a:off x="76199" y="437958"/>
            <a:ext cx="24384001" cy="13030200"/>
          </a:xfrm>
          <a:prstGeom prst="rect">
            <a:avLst/>
          </a:prstGeom>
          <a:ln w="12700">
            <a:miter lim="400000"/>
          </a:ln>
        </p:spPr>
      </p:pic>
      <p:sp>
        <p:nvSpPr>
          <p:cNvPr id="131" name="Rectangle"/>
          <p:cNvSpPr/>
          <p:nvPr/>
        </p:nvSpPr>
        <p:spPr>
          <a:xfrm>
            <a:off x="-76200" y="13502097"/>
            <a:ext cx="24536400" cy="443608"/>
          </a:xfrm>
          <a:prstGeom prst="rect">
            <a:avLst/>
          </a:prstGeom>
          <a:solidFill>
            <a:srgbClr val="1CA390"/>
          </a:solidFill>
          <a:ln w="12700">
            <a:miter lim="400000"/>
          </a:ln>
        </p:spPr>
        <p:txBody>
          <a:bodyPr lIns="50800" tIns="50800" rIns="50800" bIns="50800" anchor="ctr"/>
          <a:lstStyle/>
          <a:p>
            <a:pPr defTabSz="825500">
              <a:defRPr b="0">
                <a:solidFill>
                  <a:srgbClr val="FFFFFF"/>
                </a:solidFill>
                <a:latin typeface="Helvetica Light"/>
                <a:ea typeface="Helvetica Light"/>
                <a:cs typeface="Helvetica Light"/>
                <a:sym typeface="Helvetica Light"/>
              </a:defRPr>
            </a:pPr>
            <a:endParaRPr/>
          </a:p>
        </p:txBody>
      </p:sp>
      <p:pic>
        <p:nvPicPr>
          <p:cNvPr id="132" name="Image" descr="Image"/>
          <p:cNvPicPr>
            <a:picLocks noChangeAspect="1"/>
          </p:cNvPicPr>
          <p:nvPr/>
        </p:nvPicPr>
        <p:blipFill>
          <a:blip r:embed="rId3">
            <a:duotone>
              <a:prstClr val="black"/>
              <a:srgbClr val="01B19F">
                <a:tint val="45000"/>
                <a:satMod val="400000"/>
              </a:srgbClr>
            </a:duotone>
          </a:blip>
          <a:stretch>
            <a:fillRect/>
          </a:stretch>
        </p:blipFill>
        <p:spPr>
          <a:xfrm>
            <a:off x="8204761" y="2946400"/>
            <a:ext cx="8064501" cy="7823200"/>
          </a:xfrm>
          <a:prstGeom prst="rect">
            <a:avLst/>
          </a:prstGeom>
          <a:ln w="12700">
            <a:miter lim="400000"/>
          </a:ln>
        </p:spPr>
      </p:pic>
      <p:pic>
        <p:nvPicPr>
          <p:cNvPr id="134" name="Image" descr="Image"/>
          <p:cNvPicPr>
            <a:picLocks noChangeAspect="1"/>
          </p:cNvPicPr>
          <p:nvPr/>
        </p:nvPicPr>
        <p:blipFill>
          <a:blip r:embed="rId4"/>
          <a:stretch>
            <a:fillRect/>
          </a:stretch>
        </p:blipFill>
        <p:spPr>
          <a:xfrm>
            <a:off x="9952243" y="1197422"/>
            <a:ext cx="3649413" cy="3580880"/>
          </a:xfrm>
          <a:prstGeom prst="rect">
            <a:avLst/>
          </a:prstGeom>
          <a:ln w="12700">
            <a:miter lim="400000"/>
          </a:ln>
        </p:spPr>
      </p:pic>
      <p:sp>
        <p:nvSpPr>
          <p:cNvPr id="139" name="Toucan Smart Home…"/>
          <p:cNvSpPr txBox="1"/>
          <p:nvPr/>
        </p:nvSpPr>
        <p:spPr>
          <a:xfrm>
            <a:off x="939762" y="1000427"/>
            <a:ext cx="6819174" cy="194925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50800" tIns="50800" rIns="50800" bIns="50800" anchor="ctr">
            <a:spAutoFit/>
          </a:bodyPr>
          <a:lstStyle/>
          <a:p>
            <a:pPr algn="l" defTabSz="825500">
              <a:defRPr sz="6600">
                <a:solidFill>
                  <a:srgbClr val="F28641"/>
                </a:solidFill>
              </a:defRPr>
            </a:pPr>
            <a:r>
              <a:rPr lang="en-US" sz="6000" dirty="0" err="1">
                <a:solidFill>
                  <a:srgbClr val="1CA390"/>
                </a:solidFill>
                <a:latin typeface="Nunito Sans"/>
              </a:rPr>
              <a:t>Giải</a:t>
            </a:r>
            <a:r>
              <a:rPr lang="en-US" sz="6000" dirty="0">
                <a:solidFill>
                  <a:srgbClr val="1CA390"/>
                </a:solidFill>
                <a:latin typeface="Nunito Sans"/>
              </a:rPr>
              <a:t> </a:t>
            </a:r>
            <a:r>
              <a:rPr lang="en-US" sz="6000" dirty="0" err="1">
                <a:solidFill>
                  <a:srgbClr val="1CA390"/>
                </a:solidFill>
                <a:latin typeface="Nunito Sans"/>
              </a:rPr>
              <a:t>pháp</a:t>
            </a:r>
            <a:r>
              <a:rPr lang="en-US" sz="6000" dirty="0">
                <a:solidFill>
                  <a:srgbClr val="1CA390"/>
                </a:solidFill>
                <a:latin typeface="Nunito Sans"/>
              </a:rPr>
              <a:t> camera</a:t>
            </a:r>
          </a:p>
          <a:p>
            <a:pPr algn="l" defTabSz="825500">
              <a:defRPr sz="6600">
                <a:solidFill>
                  <a:srgbClr val="F28641"/>
                </a:solidFill>
              </a:defRPr>
            </a:pPr>
            <a:r>
              <a:rPr lang="en-US" sz="6000" dirty="0">
                <a:solidFill>
                  <a:srgbClr val="1CA390"/>
                </a:solidFill>
                <a:latin typeface="Nunito Sans"/>
              </a:rPr>
              <a:t>Thông </a:t>
            </a:r>
            <a:r>
              <a:rPr lang="en-US" sz="6000" dirty="0" err="1">
                <a:solidFill>
                  <a:srgbClr val="1CA390"/>
                </a:solidFill>
                <a:latin typeface="Nunito Sans"/>
              </a:rPr>
              <a:t>minh</a:t>
            </a:r>
            <a:r>
              <a:rPr lang="en-US" sz="6000" dirty="0">
                <a:solidFill>
                  <a:srgbClr val="1CA390"/>
                </a:solidFill>
                <a:latin typeface="Nunito Sans"/>
              </a:rPr>
              <a:t> CUVO</a:t>
            </a:r>
            <a:endParaRPr sz="6000" dirty="0">
              <a:solidFill>
                <a:srgbClr val="1CA390"/>
              </a:solidFill>
              <a:latin typeface="Nunito Sans"/>
            </a:endParaRPr>
          </a:p>
        </p:txBody>
      </p:sp>
      <p:grpSp>
        <p:nvGrpSpPr>
          <p:cNvPr id="147" name="Group"/>
          <p:cNvGrpSpPr/>
          <p:nvPr/>
        </p:nvGrpSpPr>
        <p:grpSpPr>
          <a:xfrm>
            <a:off x="11432977" y="9561027"/>
            <a:ext cx="1891016" cy="3192586"/>
            <a:chOff x="0" y="0"/>
            <a:chExt cx="1891015" cy="3192584"/>
          </a:xfrm>
        </p:grpSpPr>
        <p:pic>
          <p:nvPicPr>
            <p:cNvPr id="145" name="Image" descr="Image"/>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0" y="0"/>
              <a:ext cx="1891016" cy="3192585"/>
            </a:xfrm>
            <a:prstGeom prst="rect">
              <a:avLst/>
            </a:prstGeom>
            <a:ln w="12700" cap="flat">
              <a:noFill/>
              <a:miter lim="400000"/>
            </a:ln>
            <a:effectLst/>
          </p:spPr>
        </p:pic>
        <p:pic>
          <p:nvPicPr>
            <p:cNvPr id="146" name="Image" descr="Image"/>
            <p:cNvPicPr>
              <a:picLocks noChangeAspect="1"/>
            </p:cNvPicPr>
            <p:nvPr/>
          </p:nvPicPr>
          <p:blipFill>
            <a:blip r:embed="rId6"/>
            <a:stretch>
              <a:fillRect/>
            </a:stretch>
          </p:blipFill>
          <p:spPr>
            <a:xfrm>
              <a:off x="231751" y="236803"/>
              <a:ext cx="1310060" cy="293241"/>
            </a:xfrm>
            <a:prstGeom prst="rect">
              <a:avLst/>
            </a:prstGeom>
            <a:ln w="12700" cap="flat">
              <a:noFill/>
              <a:miter lim="400000"/>
            </a:ln>
            <a:effectLst/>
          </p:spPr>
        </p:pic>
      </p:grpSp>
      <p:sp>
        <p:nvSpPr>
          <p:cNvPr id="2" name="TextBox 1">
            <a:extLst>
              <a:ext uri="{FF2B5EF4-FFF2-40B4-BE49-F238E27FC236}">
                <a16:creationId xmlns:a16="http://schemas.microsoft.com/office/drawing/2014/main" id="{2AB3A551-ACEE-BC4C-848B-37E19260088C}"/>
              </a:ext>
            </a:extLst>
          </p:cNvPr>
          <p:cNvSpPr txBox="1"/>
          <p:nvPr/>
        </p:nvSpPr>
        <p:spPr>
          <a:xfrm>
            <a:off x="13323994" y="3978751"/>
            <a:ext cx="8244244" cy="6367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r>
              <a:rPr lang="en-US">
                <a:solidFill>
                  <a:schemeClr val="bg1"/>
                </a:solidFill>
                <a:latin typeface="Nunito Sans" pitchFamily="2" charset="77"/>
              </a:rPr>
              <a:t>Chuông cửa AI video không dây dùng pin</a:t>
            </a:r>
            <a:endParaRPr kumimoji="0" lang="en-VN" sz="3200" b="1" i="0" u="none" strike="noStrike" cap="none" spc="0" normalizeH="0" baseline="0">
              <a:ln>
                <a:noFill/>
              </a:ln>
              <a:solidFill>
                <a:schemeClr val="bg1"/>
              </a:solidFill>
              <a:effectLst/>
              <a:uFillTx/>
              <a:latin typeface="Nunito Sans" pitchFamily="2" charset="77"/>
              <a:sym typeface="Helvetica Neue"/>
            </a:endParaRPr>
          </a:p>
        </p:txBody>
      </p:sp>
      <p:sp>
        <p:nvSpPr>
          <p:cNvPr id="21" name="TextBox 20">
            <a:extLst>
              <a:ext uri="{FF2B5EF4-FFF2-40B4-BE49-F238E27FC236}">
                <a16:creationId xmlns:a16="http://schemas.microsoft.com/office/drawing/2014/main" id="{2BEB6EC5-BAF5-9740-8ECF-026F97156F70}"/>
              </a:ext>
            </a:extLst>
          </p:cNvPr>
          <p:cNvSpPr txBox="1"/>
          <p:nvPr/>
        </p:nvSpPr>
        <p:spPr>
          <a:xfrm>
            <a:off x="13573575" y="10391784"/>
            <a:ext cx="6168354" cy="6367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r>
              <a:rPr lang="en-US">
                <a:solidFill>
                  <a:schemeClr val="bg1"/>
                </a:solidFill>
                <a:latin typeface="Nunito Sans" pitchFamily="2" charset="77"/>
              </a:rPr>
              <a:t>Camera AI không dây dùng pin</a:t>
            </a:r>
            <a:endParaRPr kumimoji="0" lang="en-VN" sz="3200" b="1" i="0" u="none" strike="noStrike" cap="none" spc="0" normalizeH="0" baseline="0">
              <a:ln>
                <a:noFill/>
              </a:ln>
              <a:solidFill>
                <a:schemeClr val="bg1"/>
              </a:solidFill>
              <a:effectLst/>
              <a:uFillTx/>
              <a:latin typeface="Nunito Sans" pitchFamily="2" charset="77"/>
              <a:sym typeface="Helvetica Neue"/>
            </a:endParaRPr>
          </a:p>
        </p:txBody>
      </p:sp>
      <p:sp>
        <p:nvSpPr>
          <p:cNvPr id="22" name="TextBox 21">
            <a:extLst>
              <a:ext uri="{FF2B5EF4-FFF2-40B4-BE49-F238E27FC236}">
                <a16:creationId xmlns:a16="http://schemas.microsoft.com/office/drawing/2014/main" id="{715B5657-CC06-AA47-9E6E-AE79C72F8F51}"/>
              </a:ext>
            </a:extLst>
          </p:cNvPr>
          <p:cNvSpPr txBox="1"/>
          <p:nvPr/>
        </p:nvSpPr>
        <p:spPr>
          <a:xfrm>
            <a:off x="5412377" y="10315022"/>
            <a:ext cx="4595809" cy="6367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r>
              <a:rPr lang="en-US">
                <a:solidFill>
                  <a:schemeClr val="bg1"/>
                </a:solidFill>
                <a:latin typeface="Nunito Sans" pitchFamily="2" charset="77"/>
              </a:rPr>
              <a:t>Camera AI đèn an ninh</a:t>
            </a:r>
            <a:endParaRPr kumimoji="0" lang="en-VN" sz="3200" b="1" i="0" u="none" strike="noStrike" cap="none" spc="0" normalizeH="0" baseline="0">
              <a:ln>
                <a:noFill/>
              </a:ln>
              <a:solidFill>
                <a:schemeClr val="bg1"/>
              </a:solidFill>
              <a:effectLst/>
              <a:uFillTx/>
              <a:latin typeface="Nunito Sans" pitchFamily="2" charset="77"/>
              <a:sym typeface="Helvetica Neue"/>
            </a:endParaRPr>
          </a:p>
        </p:txBody>
      </p:sp>
      <p:sp>
        <p:nvSpPr>
          <p:cNvPr id="3" name="TextBox 2">
            <a:extLst>
              <a:ext uri="{FF2B5EF4-FFF2-40B4-BE49-F238E27FC236}">
                <a16:creationId xmlns:a16="http://schemas.microsoft.com/office/drawing/2014/main" id="{11ACD875-E1B3-EE47-BB7E-160D49A2F46B}"/>
              </a:ext>
            </a:extLst>
          </p:cNvPr>
          <p:cNvSpPr txBox="1"/>
          <p:nvPr/>
        </p:nvSpPr>
        <p:spPr>
          <a:xfrm>
            <a:off x="10649479" y="8344041"/>
            <a:ext cx="3565079" cy="11291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n-VN" sz="3200" b="1" i="0" u="none" strike="noStrike" cap="none" spc="0" normalizeH="0" baseline="0">
                <a:ln>
                  <a:noFill/>
                </a:ln>
                <a:solidFill>
                  <a:schemeClr val="bg1"/>
                </a:solidFill>
                <a:effectLst/>
                <a:uFillTx/>
                <a:latin typeface="Nunito Sans" pitchFamily="2" charset="77"/>
                <a:sym typeface="Helvetica Neue"/>
              </a:rPr>
              <a:t>Một ứng dụng</a:t>
            </a:r>
          </a:p>
          <a:p>
            <a:pPr marL="0" marR="0" indent="0" algn="ctr" defTabSz="821531" rtl="0" fontAlgn="auto" latinLnBrk="0" hangingPunct="0">
              <a:lnSpc>
                <a:spcPct val="100000"/>
              </a:lnSpc>
              <a:spcBef>
                <a:spcPts val="0"/>
              </a:spcBef>
              <a:spcAft>
                <a:spcPts val="0"/>
              </a:spcAft>
              <a:buClrTx/>
              <a:buSzTx/>
              <a:buFontTx/>
              <a:buNone/>
              <a:tabLst/>
            </a:pPr>
            <a:r>
              <a:rPr lang="en-US">
                <a:solidFill>
                  <a:schemeClr val="bg1"/>
                </a:solidFill>
                <a:latin typeface="Nunito Sans" pitchFamily="2" charset="77"/>
              </a:rPr>
              <a:t>c</a:t>
            </a:r>
            <a:r>
              <a:rPr lang="en-VN">
                <a:solidFill>
                  <a:schemeClr val="bg1"/>
                </a:solidFill>
                <a:latin typeface="Nunito Sans" pitchFamily="2" charset="77"/>
              </a:rPr>
              <a:t>ho tất cả thiết bị</a:t>
            </a:r>
            <a:endParaRPr kumimoji="0" lang="en-VN" sz="3200" b="1" i="0" u="none" strike="noStrike" cap="none" spc="0" normalizeH="0" baseline="0">
              <a:ln>
                <a:noFill/>
              </a:ln>
              <a:solidFill>
                <a:schemeClr val="bg1"/>
              </a:solidFill>
              <a:effectLst/>
              <a:uFillTx/>
              <a:latin typeface="Nunito Sans" pitchFamily="2" charset="77"/>
              <a:sym typeface="Helvetica Neue"/>
            </a:endParaRPr>
          </a:p>
        </p:txBody>
      </p:sp>
      <p:pic>
        <p:nvPicPr>
          <p:cNvPr id="7" name="Graphic 6">
            <a:extLst>
              <a:ext uri="{FF2B5EF4-FFF2-40B4-BE49-F238E27FC236}">
                <a16:creationId xmlns:a16="http://schemas.microsoft.com/office/drawing/2014/main" id="{9CA2FA12-EE6B-4925-B313-2F0BAF35E46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69410" y="5521555"/>
            <a:ext cx="3742272" cy="4023261"/>
          </a:xfrm>
          <a:prstGeom prst="rect">
            <a:avLst/>
          </a:prstGeom>
        </p:spPr>
      </p:pic>
      <p:pic>
        <p:nvPicPr>
          <p:cNvPr id="4" name="Picture 3"/>
          <p:cNvPicPr>
            <a:picLocks noChangeAspect="1"/>
          </p:cNvPicPr>
          <p:nvPr/>
        </p:nvPicPr>
        <p:blipFill rotWithShape="1">
          <a:blip r:embed="rId9">
            <a:extLst>
              <a:ext uri="{28A0092B-C50C-407E-A947-70E740481C1C}">
                <a14:useLocalDpi xmlns:a14="http://schemas.microsoft.com/office/drawing/2010/main" val="0"/>
              </a:ext>
            </a:extLst>
          </a:blip>
          <a:srcRect l="4741" t="15425" r="64627" b="17991"/>
          <a:stretch/>
        </p:blipFill>
        <p:spPr>
          <a:xfrm>
            <a:off x="14748785" y="7370232"/>
            <a:ext cx="2315184" cy="2762656"/>
          </a:xfrm>
          <a:prstGeom prst="rect">
            <a:avLst/>
          </a:prstGeom>
        </p:spPr>
      </p:pic>
      <p:pic>
        <p:nvPicPr>
          <p:cNvPr id="5" name="Picture 4"/>
          <p:cNvPicPr>
            <a:picLocks noChangeAspect="1"/>
          </p:cNvPicPr>
          <p:nvPr/>
        </p:nvPicPr>
        <p:blipFill rotWithShape="1">
          <a:blip r:embed="rId10" cstate="print">
            <a:extLst>
              <a:ext uri="{28A0092B-C50C-407E-A947-70E740481C1C}">
                <a14:useLocalDpi xmlns:a14="http://schemas.microsoft.com/office/drawing/2010/main" val="0"/>
              </a:ext>
            </a:extLst>
          </a:blip>
          <a:srcRect l="7935" t="9527" r="9003" b="6961"/>
          <a:stretch/>
        </p:blipFill>
        <p:spPr>
          <a:xfrm>
            <a:off x="11700107" y="9797831"/>
            <a:ext cx="1285634" cy="2516090"/>
          </a:xfrm>
          <a:prstGeom prst="rect">
            <a:avLst/>
          </a:prstGeom>
        </p:spPr>
      </p:pic>
      <p:pic>
        <p:nvPicPr>
          <p:cNvPr id="8" name="Picture 7"/>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963986" y="1188955"/>
            <a:ext cx="3609589" cy="3609589"/>
          </a:xfrm>
          <a:prstGeom prst="rect">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Wireless Outdoor Camera"/>
          <p:cNvSpPr txBox="1">
            <a:spLocks noGrp="1"/>
          </p:cNvSpPr>
          <p:nvPr>
            <p:ph type="title"/>
          </p:nvPr>
        </p:nvSpPr>
        <p:spPr>
          <a:xfrm>
            <a:off x="1270000" y="635000"/>
            <a:ext cx="13650332" cy="1358900"/>
          </a:xfrm>
          <a:prstGeom prst="rect">
            <a:avLst/>
          </a:prstGeom>
        </p:spPr>
        <p:txBody>
          <a:bodyPr>
            <a:normAutofit fontScale="90000"/>
          </a:bodyPr>
          <a:lstStyle>
            <a:lvl1pPr defTabSz="607933">
              <a:defRPr sz="8140"/>
            </a:lvl1pPr>
          </a:lstStyle>
          <a:p>
            <a:r>
              <a:rPr lang="en-US">
                <a:solidFill>
                  <a:srgbClr val="1CA390"/>
                </a:solidFill>
                <a:latin typeface="Nunito Sans" pitchFamily="2" charset="77"/>
              </a:rPr>
              <a:t>Camera AI không dây dùng pin</a:t>
            </a:r>
            <a:endParaRPr>
              <a:solidFill>
                <a:srgbClr val="1CA390"/>
              </a:solidFill>
              <a:latin typeface="Nunito Sans" pitchFamily="2" charset="77"/>
            </a:endParaRPr>
          </a:p>
        </p:txBody>
      </p:sp>
      <p:sp>
        <p:nvSpPr>
          <p:cNvPr id="172" name="Slide Number"/>
          <p:cNvSpPr txBox="1">
            <a:spLocks noGrp="1"/>
          </p:cNvSpPr>
          <p:nvPr>
            <p:ph type="sldNum" sz="quarter" idx="2"/>
          </p:nvPr>
        </p:nvSpPr>
        <p:spPr>
          <a:xfrm>
            <a:off x="24010154" y="13349611"/>
            <a:ext cx="254432" cy="341098"/>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3</a:t>
            </a:fld>
            <a:endParaRPr/>
          </a:p>
        </p:txBody>
      </p:sp>
      <p:pic>
        <p:nvPicPr>
          <p:cNvPr id="173" name="Image" descr="Image"/>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81484" y="3746063"/>
            <a:ext cx="16523060" cy="9599620"/>
          </a:xfrm>
          <a:prstGeom prst="rect">
            <a:avLst/>
          </a:prstGeom>
          <a:ln w="12700">
            <a:miter lim="400000"/>
          </a:ln>
        </p:spPr>
      </p:pic>
      <p:pic>
        <p:nvPicPr>
          <p:cNvPr id="174" name="Image" descr="Image"/>
          <p:cNvPicPr>
            <a:picLocks noChangeAspect="1"/>
          </p:cNvPicPr>
          <p:nvPr/>
        </p:nvPicPr>
        <p:blipFill>
          <a:blip r:embed="rId3"/>
          <a:stretch>
            <a:fillRect/>
          </a:stretch>
        </p:blipFill>
        <p:spPr>
          <a:xfrm>
            <a:off x="-874224" y="6259613"/>
            <a:ext cx="7441265" cy="7081205"/>
          </a:xfrm>
          <a:prstGeom prst="rect">
            <a:avLst/>
          </a:prstGeom>
          <a:ln w="12700">
            <a:miter lim="400000"/>
          </a:ln>
        </p:spPr>
      </p:pic>
      <p:pic>
        <p:nvPicPr>
          <p:cNvPr id="175" name="Picture Placeholder 2" descr="Picture Placeholder 2"/>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8892108" y="3533414"/>
            <a:ext cx="15478126" cy="9805833"/>
          </a:xfrm>
          <a:custGeom>
            <a:avLst/>
            <a:gdLst/>
            <a:ahLst/>
            <a:cxnLst>
              <a:cxn ang="0">
                <a:pos x="wd2" y="hd2"/>
              </a:cxn>
              <a:cxn ang="5400000">
                <a:pos x="wd2" y="hd2"/>
              </a:cxn>
              <a:cxn ang="10800000">
                <a:pos x="wd2" y="hd2"/>
              </a:cxn>
              <a:cxn ang="16200000">
                <a:pos x="wd2" y="hd2"/>
              </a:cxn>
            </a:cxnLst>
            <a:rect l="0" t="0" r="r" b="b"/>
            <a:pathLst>
              <a:path w="21600" h="21600" extrusionOk="0">
                <a:moveTo>
                  <a:pt x="17586" y="0"/>
                </a:moveTo>
                <a:cubicBezTo>
                  <a:pt x="15658" y="183"/>
                  <a:pt x="13765" y="1353"/>
                  <a:pt x="12292" y="3513"/>
                </a:cubicBezTo>
                <a:lnTo>
                  <a:pt x="0" y="21536"/>
                </a:lnTo>
                <a:lnTo>
                  <a:pt x="0" y="21600"/>
                </a:lnTo>
                <a:lnTo>
                  <a:pt x="21600" y="21600"/>
                </a:lnTo>
                <a:lnTo>
                  <a:pt x="21600" y="1113"/>
                </a:lnTo>
                <a:lnTo>
                  <a:pt x="21224" y="858"/>
                </a:lnTo>
                <a:cubicBezTo>
                  <a:pt x="20406" y="371"/>
                  <a:pt x="19546" y="85"/>
                  <a:pt x="18677" y="0"/>
                </a:cubicBezTo>
                <a:lnTo>
                  <a:pt x="17586" y="0"/>
                </a:lnTo>
                <a:close/>
              </a:path>
            </a:pathLst>
          </a:custGeom>
          <a:ln w="12700">
            <a:miter lim="400000"/>
          </a:ln>
        </p:spPr>
      </p:pic>
      <p:sp>
        <p:nvSpPr>
          <p:cNvPr id="177" name="Rounded Rectangle"/>
          <p:cNvSpPr/>
          <p:nvPr/>
        </p:nvSpPr>
        <p:spPr>
          <a:xfrm>
            <a:off x="2670596" y="6627376"/>
            <a:ext cx="3549714" cy="837434"/>
          </a:xfrm>
          <a:prstGeom prst="roundRect">
            <a:avLst>
              <a:gd name="adj" fmla="val 9490"/>
            </a:avLst>
          </a:prstGeom>
          <a:solidFill>
            <a:srgbClr val="FFFFFF"/>
          </a:solidFill>
          <a:ln w="3175">
            <a:solidFill>
              <a:srgbClr val="1CA390"/>
            </a:solidFill>
            <a:miter lim="400000"/>
          </a:ln>
        </p:spPr>
        <p:txBody>
          <a:bodyPr lIns="29517" tIns="29517" rIns="29517" bIns="29517" anchor="ctr"/>
          <a:lstStyle/>
          <a:p>
            <a:pPr defTabSz="640490">
              <a:defRPr sz="2200" b="0">
                <a:solidFill>
                  <a:srgbClr val="FFFFFF"/>
                </a:solidFill>
                <a:latin typeface="+mn-lt"/>
                <a:ea typeface="+mn-ea"/>
                <a:cs typeface="+mn-cs"/>
                <a:sym typeface="Helvetica Neue Medium"/>
              </a:defRPr>
            </a:pPr>
            <a:endParaRPr/>
          </a:p>
        </p:txBody>
      </p:sp>
      <p:sp>
        <p:nvSpPr>
          <p:cNvPr id="178" name="Someone is detected at your front yard"/>
          <p:cNvSpPr txBox="1"/>
          <p:nvPr/>
        </p:nvSpPr>
        <p:spPr>
          <a:xfrm>
            <a:off x="3192038" y="6662344"/>
            <a:ext cx="2964168" cy="76749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9517" tIns="29517" rIns="29517" bIns="29517" anchor="ctr">
            <a:spAutoFit/>
          </a:bodyPr>
          <a:lstStyle>
            <a:lvl1pPr defTabSz="640490">
              <a:defRPr sz="2300" b="0">
                <a:solidFill>
                  <a:srgbClr val="F28641"/>
                </a:solidFill>
                <a:latin typeface="Roboto Lt"/>
                <a:ea typeface="Roboto Lt"/>
                <a:cs typeface="Roboto Lt"/>
                <a:sym typeface="Roboto Light"/>
              </a:defRPr>
            </a:lvl1pPr>
          </a:lstStyle>
          <a:p>
            <a:r>
              <a:rPr lang="en-US" err="1">
                <a:solidFill>
                  <a:srgbClr val="01B19F"/>
                </a:solidFill>
              </a:rPr>
              <a:t>Phát</a:t>
            </a:r>
            <a:r>
              <a:rPr lang="en-US">
                <a:solidFill>
                  <a:srgbClr val="01B19F"/>
                </a:solidFill>
              </a:rPr>
              <a:t> </a:t>
            </a:r>
            <a:r>
              <a:rPr lang="en-US" err="1">
                <a:solidFill>
                  <a:srgbClr val="01B19F"/>
                </a:solidFill>
              </a:rPr>
              <a:t>hiện</a:t>
            </a:r>
            <a:r>
              <a:rPr lang="en-US">
                <a:solidFill>
                  <a:srgbClr val="01B19F"/>
                </a:solidFill>
              </a:rPr>
              <a:t> </a:t>
            </a:r>
            <a:r>
              <a:rPr lang="en-US" err="1">
                <a:solidFill>
                  <a:srgbClr val="01B19F"/>
                </a:solidFill>
              </a:rPr>
              <a:t>có</a:t>
            </a:r>
            <a:r>
              <a:rPr lang="en-US">
                <a:solidFill>
                  <a:srgbClr val="01B19F"/>
                </a:solidFill>
              </a:rPr>
              <a:t> </a:t>
            </a:r>
            <a:r>
              <a:rPr lang="en-US" err="1">
                <a:solidFill>
                  <a:srgbClr val="01B19F"/>
                </a:solidFill>
              </a:rPr>
              <a:t>người</a:t>
            </a:r>
            <a:r>
              <a:rPr lang="en-US">
                <a:solidFill>
                  <a:srgbClr val="01B19F"/>
                </a:solidFill>
              </a:rPr>
              <a:t> </a:t>
            </a:r>
            <a:r>
              <a:rPr lang="en-US" err="1">
                <a:solidFill>
                  <a:srgbClr val="01B19F"/>
                </a:solidFill>
              </a:rPr>
              <a:t>trong</a:t>
            </a:r>
            <a:r>
              <a:rPr lang="en-US">
                <a:solidFill>
                  <a:srgbClr val="01B19F"/>
                </a:solidFill>
              </a:rPr>
              <a:t> </a:t>
            </a:r>
            <a:r>
              <a:rPr lang="en-US" err="1">
                <a:solidFill>
                  <a:srgbClr val="01B19F"/>
                </a:solidFill>
              </a:rPr>
              <a:t>sân</a:t>
            </a:r>
            <a:endParaRPr>
              <a:solidFill>
                <a:srgbClr val="01B19F"/>
              </a:solidFill>
            </a:endParaRPr>
          </a:p>
        </p:txBody>
      </p:sp>
      <p:sp>
        <p:nvSpPr>
          <p:cNvPr id="179" name="!"/>
          <p:cNvSpPr/>
          <p:nvPr/>
        </p:nvSpPr>
        <p:spPr>
          <a:xfrm>
            <a:off x="2741290" y="6747974"/>
            <a:ext cx="596333" cy="596237"/>
          </a:xfrm>
          <a:custGeom>
            <a:avLst/>
            <a:gdLst/>
            <a:ahLst/>
            <a:cxnLst>
              <a:cxn ang="0">
                <a:pos x="wd2" y="hd2"/>
              </a:cxn>
              <a:cxn ang="5400000">
                <a:pos x="wd2" y="hd2"/>
              </a:cxn>
              <a:cxn ang="10800000">
                <a:pos x="wd2" y="hd2"/>
              </a:cxn>
              <a:cxn ang="16200000">
                <a:pos x="wd2" y="hd2"/>
              </a:cxn>
            </a:cxnLst>
            <a:rect l="0" t="0" r="r" b="b"/>
            <a:pathLst>
              <a:path w="21370" h="21600" extrusionOk="0">
                <a:moveTo>
                  <a:pt x="10685" y="0"/>
                </a:moveTo>
                <a:cubicBezTo>
                  <a:pt x="9798" y="0"/>
                  <a:pt x="9001" y="498"/>
                  <a:pt x="8605" y="1300"/>
                </a:cubicBezTo>
                <a:lnTo>
                  <a:pt x="248" y="18197"/>
                </a:lnTo>
                <a:cubicBezTo>
                  <a:pt x="-115" y="18931"/>
                  <a:pt x="-79" y="19786"/>
                  <a:pt x="348" y="20484"/>
                </a:cubicBezTo>
                <a:cubicBezTo>
                  <a:pt x="775" y="21183"/>
                  <a:pt x="1515" y="21600"/>
                  <a:pt x="2327" y="21600"/>
                </a:cubicBezTo>
                <a:lnTo>
                  <a:pt x="19042" y="21600"/>
                </a:lnTo>
                <a:cubicBezTo>
                  <a:pt x="19853" y="21600"/>
                  <a:pt x="20593" y="21183"/>
                  <a:pt x="21020" y="20484"/>
                </a:cubicBezTo>
                <a:cubicBezTo>
                  <a:pt x="21447" y="19786"/>
                  <a:pt x="21485" y="18931"/>
                  <a:pt x="21122" y="18197"/>
                </a:cubicBezTo>
                <a:lnTo>
                  <a:pt x="12765" y="1300"/>
                </a:lnTo>
                <a:cubicBezTo>
                  <a:pt x="12369" y="498"/>
                  <a:pt x="11572" y="0"/>
                  <a:pt x="10685" y="0"/>
                </a:cubicBezTo>
                <a:close/>
                <a:moveTo>
                  <a:pt x="10685" y="744"/>
                </a:moveTo>
                <a:cubicBezTo>
                  <a:pt x="11291" y="744"/>
                  <a:pt x="11836" y="1084"/>
                  <a:pt x="12108" y="1632"/>
                </a:cubicBezTo>
                <a:lnTo>
                  <a:pt x="20464" y="18530"/>
                </a:lnTo>
                <a:cubicBezTo>
                  <a:pt x="20712" y="19032"/>
                  <a:pt x="20686" y="19615"/>
                  <a:pt x="20394" y="20093"/>
                </a:cubicBezTo>
                <a:cubicBezTo>
                  <a:pt x="20102" y="20570"/>
                  <a:pt x="19597" y="20856"/>
                  <a:pt x="19042" y="20856"/>
                </a:cubicBezTo>
                <a:lnTo>
                  <a:pt x="2327" y="20856"/>
                </a:lnTo>
                <a:cubicBezTo>
                  <a:pt x="1772" y="20856"/>
                  <a:pt x="1266" y="20570"/>
                  <a:pt x="974" y="20093"/>
                </a:cubicBezTo>
                <a:cubicBezTo>
                  <a:pt x="683" y="19615"/>
                  <a:pt x="658" y="19032"/>
                  <a:pt x="906" y="18530"/>
                </a:cubicBezTo>
                <a:lnTo>
                  <a:pt x="9262" y="1632"/>
                </a:lnTo>
                <a:cubicBezTo>
                  <a:pt x="9534" y="1084"/>
                  <a:pt x="10079" y="744"/>
                  <a:pt x="10685" y="744"/>
                </a:cubicBezTo>
                <a:close/>
                <a:moveTo>
                  <a:pt x="10685" y="1384"/>
                </a:moveTo>
                <a:cubicBezTo>
                  <a:pt x="10315" y="1384"/>
                  <a:pt x="9996" y="1585"/>
                  <a:pt x="9830" y="1919"/>
                </a:cubicBezTo>
                <a:lnTo>
                  <a:pt x="1472" y="18817"/>
                </a:lnTo>
                <a:cubicBezTo>
                  <a:pt x="1323" y="19118"/>
                  <a:pt x="1338" y="19470"/>
                  <a:pt x="1514" y="19757"/>
                </a:cubicBezTo>
                <a:cubicBezTo>
                  <a:pt x="1689" y="20044"/>
                  <a:pt x="1993" y="20214"/>
                  <a:pt x="2327" y="20214"/>
                </a:cubicBezTo>
                <a:lnTo>
                  <a:pt x="19042" y="20214"/>
                </a:lnTo>
                <a:cubicBezTo>
                  <a:pt x="19375" y="20214"/>
                  <a:pt x="19679" y="20044"/>
                  <a:pt x="19855" y="19757"/>
                </a:cubicBezTo>
                <a:cubicBezTo>
                  <a:pt x="20030" y="19470"/>
                  <a:pt x="20046" y="19118"/>
                  <a:pt x="19896" y="18817"/>
                </a:cubicBezTo>
                <a:lnTo>
                  <a:pt x="11540" y="1919"/>
                </a:lnTo>
                <a:cubicBezTo>
                  <a:pt x="11374" y="1585"/>
                  <a:pt x="11055" y="1384"/>
                  <a:pt x="10685" y="1384"/>
                </a:cubicBezTo>
                <a:close/>
              </a:path>
            </a:pathLst>
          </a:custGeom>
          <a:solidFill>
            <a:schemeClr val="accent5"/>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defTabSz="297165">
              <a:defRPr sz="2900" b="0">
                <a:solidFill>
                  <a:srgbClr val="FFFFFF"/>
                </a:solidFill>
                <a:latin typeface="+mn-lt"/>
                <a:ea typeface="+mn-ea"/>
                <a:cs typeface="+mn-cs"/>
                <a:sym typeface="Helvetica Neue Medium"/>
              </a:defRPr>
            </a:lvl1pPr>
          </a:lstStyle>
          <a:p>
            <a:r>
              <a:t>!</a:t>
            </a:r>
          </a:p>
        </p:txBody>
      </p:sp>
      <p:sp>
        <p:nvSpPr>
          <p:cNvPr id="180" name="Wireless Outdoor Camera is built for flexibility for your home. With a wire-free design, place the camera anywhere around your home for the extra peace of mind. A wireless security camera designed to alert you when motion is detection for the home securi"/>
          <p:cNvSpPr txBox="1">
            <a:spLocks noGrp="1"/>
          </p:cNvSpPr>
          <p:nvPr>
            <p:ph type="body" sz="quarter" idx="1"/>
          </p:nvPr>
        </p:nvSpPr>
        <p:spPr>
          <a:xfrm>
            <a:off x="1270891" y="1904999"/>
            <a:ext cx="17627601" cy="2602451"/>
          </a:xfrm>
          <a:prstGeom prst="rect">
            <a:avLst/>
          </a:prstGeom>
        </p:spPr>
        <p:txBody>
          <a:bodyPr>
            <a:normAutofit fontScale="85000" lnSpcReduction="10000"/>
          </a:bodyPr>
          <a:lstStyle>
            <a:lvl1pPr marL="0" indent="0">
              <a:buSzTx/>
              <a:buNone/>
              <a:defRPr sz="4200"/>
            </a:lvl1pPr>
          </a:lstStyle>
          <a:p>
            <a:pPr>
              <a:lnSpc>
                <a:spcPct val="120000"/>
              </a:lnSpc>
              <a:spcAft>
                <a:spcPts val="600"/>
              </a:spcAft>
            </a:pPr>
            <a:r>
              <a:rPr lang="en-US" err="1">
                <a:latin typeface="Nunito Sans" pitchFamily="2" charset="77"/>
              </a:rPr>
              <a:t>Không</a:t>
            </a:r>
            <a:r>
              <a:rPr lang="en-US">
                <a:latin typeface="Nunito Sans" pitchFamily="2" charset="77"/>
              </a:rPr>
              <a:t> </a:t>
            </a:r>
            <a:r>
              <a:rPr lang="en-US" err="1">
                <a:latin typeface="Nunito Sans" pitchFamily="2" charset="77"/>
              </a:rPr>
              <a:t>cần</a:t>
            </a:r>
            <a:r>
              <a:rPr lang="en-US">
                <a:latin typeface="Nunito Sans" pitchFamily="2" charset="77"/>
              </a:rPr>
              <a:t> </a:t>
            </a:r>
            <a:r>
              <a:rPr lang="en-US" err="1">
                <a:latin typeface="Nunito Sans" pitchFamily="2" charset="77"/>
              </a:rPr>
              <a:t>khoan</a:t>
            </a:r>
            <a:r>
              <a:rPr lang="en-US">
                <a:latin typeface="Nunito Sans" pitchFamily="2" charset="77"/>
              </a:rPr>
              <a:t> </a:t>
            </a:r>
            <a:r>
              <a:rPr lang="en-US" err="1">
                <a:latin typeface="Nunito Sans" pitchFamily="2" charset="77"/>
              </a:rPr>
              <a:t>tường</a:t>
            </a:r>
            <a:r>
              <a:rPr lang="en-US">
                <a:latin typeface="Nunito Sans" pitchFamily="2" charset="77"/>
              </a:rPr>
              <a:t>, </a:t>
            </a:r>
            <a:r>
              <a:rPr lang="en-US" err="1">
                <a:latin typeface="Nunito Sans" pitchFamily="2" charset="77"/>
              </a:rPr>
              <a:t>chẳng</a:t>
            </a:r>
            <a:r>
              <a:rPr lang="en-US">
                <a:latin typeface="Nunito Sans" pitchFamily="2" charset="77"/>
              </a:rPr>
              <a:t> </a:t>
            </a:r>
            <a:r>
              <a:rPr lang="en-US" err="1">
                <a:latin typeface="Nunito Sans" pitchFamily="2" charset="77"/>
              </a:rPr>
              <a:t>cần</a:t>
            </a:r>
            <a:r>
              <a:rPr lang="en-US">
                <a:latin typeface="Nunito Sans" pitchFamily="2" charset="77"/>
              </a:rPr>
              <a:t> </a:t>
            </a:r>
            <a:r>
              <a:rPr lang="en-US" err="1">
                <a:latin typeface="Nunito Sans" pitchFamily="2" charset="77"/>
              </a:rPr>
              <a:t>nguồn</a:t>
            </a:r>
            <a:r>
              <a:rPr lang="en-US">
                <a:latin typeface="Nunito Sans" pitchFamily="2" charset="77"/>
              </a:rPr>
              <a:t> </a:t>
            </a:r>
            <a:r>
              <a:rPr lang="en-US" err="1">
                <a:latin typeface="Nunito Sans" pitchFamily="2" charset="77"/>
              </a:rPr>
              <a:t>điện</a:t>
            </a:r>
            <a:r>
              <a:rPr lang="en-US">
                <a:latin typeface="Nunito Sans" pitchFamily="2" charset="77"/>
              </a:rPr>
              <a:t>, </a:t>
            </a:r>
            <a:r>
              <a:rPr lang="en-US" err="1">
                <a:latin typeface="Nunito Sans" pitchFamily="2" charset="77"/>
              </a:rPr>
              <a:t>cũng</a:t>
            </a:r>
            <a:r>
              <a:rPr lang="en-US">
                <a:latin typeface="Nunito Sans" pitchFamily="2" charset="77"/>
              </a:rPr>
              <a:t> </a:t>
            </a:r>
            <a:r>
              <a:rPr lang="en-US" err="1">
                <a:latin typeface="Nunito Sans" pitchFamily="2" charset="77"/>
              </a:rPr>
              <a:t>không</a:t>
            </a:r>
            <a:r>
              <a:rPr lang="en-US">
                <a:latin typeface="Nunito Sans" pitchFamily="2" charset="77"/>
              </a:rPr>
              <a:t> </a:t>
            </a:r>
            <a:r>
              <a:rPr lang="en-US" err="1">
                <a:latin typeface="Nunito Sans" pitchFamily="2" charset="77"/>
              </a:rPr>
              <a:t>phải</a:t>
            </a:r>
            <a:r>
              <a:rPr lang="en-US">
                <a:latin typeface="Nunito Sans" pitchFamily="2" charset="77"/>
              </a:rPr>
              <a:t> </a:t>
            </a:r>
            <a:r>
              <a:rPr lang="en-US" err="1">
                <a:latin typeface="Nunito Sans" pitchFamily="2" charset="77"/>
              </a:rPr>
              <a:t>đi</a:t>
            </a:r>
            <a:r>
              <a:rPr lang="en-US">
                <a:latin typeface="Nunito Sans" pitchFamily="2" charset="77"/>
              </a:rPr>
              <a:t> </a:t>
            </a:r>
            <a:r>
              <a:rPr lang="en-US" err="1">
                <a:latin typeface="Nunito Sans" pitchFamily="2" charset="77"/>
              </a:rPr>
              <a:t>dây</a:t>
            </a:r>
            <a:r>
              <a:rPr lang="en-US">
                <a:latin typeface="Nunito Sans" pitchFamily="2" charset="77"/>
              </a:rPr>
              <a:t> </a:t>
            </a:r>
            <a:r>
              <a:rPr lang="en-US" err="1">
                <a:latin typeface="Nunito Sans" pitchFamily="2" charset="77"/>
              </a:rPr>
              <a:t>phức</a:t>
            </a:r>
            <a:r>
              <a:rPr lang="en-US">
                <a:latin typeface="Nunito Sans" pitchFamily="2" charset="77"/>
              </a:rPr>
              <a:t> </a:t>
            </a:r>
            <a:r>
              <a:rPr lang="en-US" err="1">
                <a:latin typeface="Nunito Sans" pitchFamily="2" charset="77"/>
              </a:rPr>
              <a:t>tạp</a:t>
            </a:r>
            <a:r>
              <a:rPr lang="en-US">
                <a:latin typeface="Nunito Sans" pitchFamily="2" charset="77"/>
              </a:rPr>
              <a:t>.  Camera AI </a:t>
            </a:r>
            <a:r>
              <a:rPr lang="en-US" err="1">
                <a:latin typeface="Nunito Sans" pitchFamily="2" charset="77"/>
              </a:rPr>
              <a:t>không</a:t>
            </a:r>
            <a:r>
              <a:rPr lang="en-US">
                <a:latin typeface="Nunito Sans" pitchFamily="2" charset="77"/>
              </a:rPr>
              <a:t> </a:t>
            </a:r>
            <a:r>
              <a:rPr lang="en-US" err="1">
                <a:latin typeface="Nunito Sans" pitchFamily="2" charset="77"/>
              </a:rPr>
              <a:t>dây</a:t>
            </a:r>
            <a:r>
              <a:rPr lang="en-US">
                <a:latin typeface="Nunito Sans" pitchFamily="2" charset="77"/>
              </a:rPr>
              <a:t> </a:t>
            </a:r>
            <a:r>
              <a:rPr lang="en-US" err="1">
                <a:latin typeface="Nunito Sans" pitchFamily="2" charset="77"/>
              </a:rPr>
              <a:t>dùng</a:t>
            </a:r>
            <a:r>
              <a:rPr lang="en-US">
                <a:latin typeface="Nunito Sans" pitchFamily="2" charset="77"/>
              </a:rPr>
              <a:t> pin </a:t>
            </a:r>
            <a:r>
              <a:rPr lang="en-US" err="1">
                <a:latin typeface="Nunito Sans" pitchFamily="2" charset="77"/>
              </a:rPr>
              <a:t>của</a:t>
            </a:r>
            <a:r>
              <a:rPr lang="en-US">
                <a:latin typeface="Nunito Sans" pitchFamily="2" charset="77"/>
              </a:rPr>
              <a:t> CUVO </a:t>
            </a:r>
            <a:r>
              <a:rPr lang="en-US" err="1">
                <a:latin typeface="Nunito Sans" pitchFamily="2" charset="77"/>
              </a:rPr>
              <a:t>được</a:t>
            </a:r>
            <a:r>
              <a:rPr lang="en-US">
                <a:latin typeface="Nunito Sans" pitchFamily="2" charset="77"/>
              </a:rPr>
              <a:t> </a:t>
            </a:r>
            <a:r>
              <a:rPr lang="en-US" err="1">
                <a:latin typeface="Nunito Sans" pitchFamily="2" charset="77"/>
              </a:rPr>
              <a:t>tạo</a:t>
            </a:r>
            <a:r>
              <a:rPr lang="en-US">
                <a:latin typeface="Nunito Sans" pitchFamily="2" charset="77"/>
              </a:rPr>
              <a:t> </a:t>
            </a:r>
            <a:r>
              <a:rPr lang="en-US" err="1">
                <a:latin typeface="Nunito Sans" pitchFamily="2" charset="77"/>
              </a:rPr>
              <a:t>ra</a:t>
            </a:r>
            <a:r>
              <a:rPr lang="en-US">
                <a:latin typeface="Nunito Sans" pitchFamily="2" charset="77"/>
              </a:rPr>
              <a:t> </a:t>
            </a:r>
            <a:r>
              <a:rPr lang="en-US" err="1">
                <a:latin typeface="Nunito Sans" pitchFamily="2" charset="77"/>
              </a:rPr>
              <a:t>để</a:t>
            </a:r>
            <a:r>
              <a:rPr lang="en-US">
                <a:latin typeface="Nunito Sans" pitchFamily="2" charset="77"/>
              </a:rPr>
              <a:t> </a:t>
            </a:r>
            <a:r>
              <a:rPr lang="en-US" err="1">
                <a:latin typeface="Nunito Sans" pitchFamily="2" charset="77"/>
              </a:rPr>
              <a:t>tăng</a:t>
            </a:r>
            <a:r>
              <a:rPr lang="en-US">
                <a:latin typeface="Nunito Sans" pitchFamily="2" charset="77"/>
              </a:rPr>
              <a:t> </a:t>
            </a:r>
            <a:r>
              <a:rPr lang="en-US" err="1">
                <a:latin typeface="Nunito Sans" pitchFamily="2" charset="77"/>
              </a:rPr>
              <a:t>tối</a:t>
            </a:r>
            <a:r>
              <a:rPr lang="en-US">
                <a:latin typeface="Nunito Sans" pitchFamily="2" charset="77"/>
              </a:rPr>
              <a:t> </a:t>
            </a:r>
            <a:r>
              <a:rPr lang="en-US" err="1">
                <a:latin typeface="Nunito Sans" pitchFamily="2" charset="77"/>
              </a:rPr>
              <a:t>đa</a:t>
            </a:r>
            <a:r>
              <a:rPr lang="en-US">
                <a:latin typeface="Nunito Sans" pitchFamily="2" charset="77"/>
              </a:rPr>
              <a:t> </a:t>
            </a:r>
            <a:r>
              <a:rPr lang="en-US" err="1">
                <a:latin typeface="Nunito Sans" pitchFamily="2" charset="77"/>
              </a:rPr>
              <a:t>tính</a:t>
            </a:r>
            <a:r>
              <a:rPr lang="en-US">
                <a:latin typeface="Nunito Sans" pitchFamily="2" charset="77"/>
              </a:rPr>
              <a:t> an </a:t>
            </a:r>
            <a:r>
              <a:rPr lang="en-US" err="1">
                <a:latin typeface="Nunito Sans" pitchFamily="2" charset="77"/>
              </a:rPr>
              <a:t>ninh</a:t>
            </a:r>
            <a:r>
              <a:rPr lang="en-US">
                <a:latin typeface="Nunito Sans" pitchFamily="2" charset="77"/>
              </a:rPr>
              <a:t> </a:t>
            </a:r>
            <a:r>
              <a:rPr lang="en-US" err="1">
                <a:latin typeface="Nunito Sans" pitchFamily="2" charset="77"/>
              </a:rPr>
              <a:t>và</a:t>
            </a:r>
            <a:r>
              <a:rPr lang="en-US">
                <a:latin typeface="Nunito Sans" pitchFamily="2" charset="77"/>
              </a:rPr>
              <a:t> linh </a:t>
            </a:r>
            <a:r>
              <a:rPr lang="en-US" err="1">
                <a:latin typeface="Nunito Sans" pitchFamily="2" charset="77"/>
              </a:rPr>
              <a:t>hoạt</a:t>
            </a:r>
            <a:r>
              <a:rPr lang="en-US">
                <a:latin typeface="Nunito Sans" pitchFamily="2" charset="77"/>
              </a:rPr>
              <a:t> </a:t>
            </a:r>
            <a:r>
              <a:rPr lang="en-US" err="1">
                <a:latin typeface="Nunito Sans" pitchFamily="2" charset="77"/>
              </a:rPr>
              <a:t>cho</a:t>
            </a:r>
            <a:r>
              <a:rPr lang="en-US">
                <a:latin typeface="Nunito Sans" pitchFamily="2" charset="77"/>
              </a:rPr>
              <a:t> </a:t>
            </a:r>
            <a:r>
              <a:rPr lang="en-US" err="1">
                <a:latin typeface="Nunito Sans" pitchFamily="2" charset="77"/>
              </a:rPr>
              <a:t>chủ</a:t>
            </a:r>
            <a:r>
              <a:rPr lang="en-US">
                <a:latin typeface="Nunito Sans" pitchFamily="2" charset="77"/>
              </a:rPr>
              <a:t> </a:t>
            </a:r>
            <a:r>
              <a:rPr lang="en-US" err="1">
                <a:latin typeface="Nunito Sans" pitchFamily="2" charset="77"/>
              </a:rPr>
              <a:t>sở</a:t>
            </a:r>
            <a:r>
              <a:rPr lang="en-US">
                <a:latin typeface="Nunito Sans" pitchFamily="2" charset="77"/>
              </a:rPr>
              <a:t> </a:t>
            </a:r>
            <a:r>
              <a:rPr lang="en-US" err="1">
                <a:latin typeface="Nunito Sans" pitchFamily="2" charset="77"/>
              </a:rPr>
              <a:t>hữu</a:t>
            </a:r>
            <a:r>
              <a:rPr lang="en-US">
                <a:latin typeface="Nunito Sans" pitchFamily="2" charset="77"/>
              </a:rPr>
              <a:t>. Ban </a:t>
            </a:r>
            <a:r>
              <a:rPr lang="en-US" err="1">
                <a:latin typeface="Nunito Sans" pitchFamily="2" charset="77"/>
              </a:rPr>
              <a:t>có</a:t>
            </a:r>
            <a:r>
              <a:rPr lang="en-US">
                <a:latin typeface="Nunito Sans" pitchFamily="2" charset="77"/>
              </a:rPr>
              <a:t> </a:t>
            </a:r>
            <a:r>
              <a:rPr lang="en-US" err="1">
                <a:latin typeface="Nunito Sans" pitchFamily="2" charset="77"/>
              </a:rPr>
              <a:t>thể</a:t>
            </a:r>
            <a:r>
              <a:rPr lang="en-US">
                <a:latin typeface="Nunito Sans" pitchFamily="2" charset="77"/>
              </a:rPr>
              <a:t> </a:t>
            </a:r>
            <a:r>
              <a:rPr lang="en-US" err="1">
                <a:latin typeface="Nunito Sans" pitchFamily="2" charset="77"/>
              </a:rPr>
              <a:t>đặt</a:t>
            </a:r>
            <a:r>
              <a:rPr lang="en-US">
                <a:latin typeface="Nunito Sans" pitchFamily="2" charset="77"/>
              </a:rPr>
              <a:t> camera ở </a:t>
            </a:r>
            <a:r>
              <a:rPr lang="en-US" err="1">
                <a:latin typeface="Nunito Sans" pitchFamily="2" charset="77"/>
              </a:rPr>
              <a:t>bất</a:t>
            </a:r>
            <a:r>
              <a:rPr lang="en-US">
                <a:latin typeface="Nunito Sans" pitchFamily="2" charset="77"/>
              </a:rPr>
              <a:t> </a:t>
            </a:r>
            <a:r>
              <a:rPr lang="en-US" err="1">
                <a:latin typeface="Nunito Sans" pitchFamily="2" charset="77"/>
              </a:rPr>
              <a:t>cứ</a:t>
            </a:r>
            <a:r>
              <a:rPr lang="en-US">
                <a:latin typeface="Nunito Sans" pitchFamily="2" charset="77"/>
              </a:rPr>
              <a:t> </a:t>
            </a:r>
            <a:r>
              <a:rPr lang="en-US" err="1">
                <a:latin typeface="Nunito Sans" pitchFamily="2" charset="77"/>
              </a:rPr>
              <a:t>đâu</a:t>
            </a:r>
            <a:r>
              <a:rPr lang="en-US">
                <a:latin typeface="Nunito Sans" pitchFamily="2" charset="77"/>
              </a:rPr>
              <a:t>: </a:t>
            </a:r>
            <a:r>
              <a:rPr lang="en-US" err="1">
                <a:latin typeface="Nunito Sans" pitchFamily="2" charset="77"/>
              </a:rPr>
              <a:t>trong</a:t>
            </a:r>
            <a:r>
              <a:rPr lang="en-US">
                <a:latin typeface="Nunito Sans" pitchFamily="2" charset="77"/>
              </a:rPr>
              <a:t> </a:t>
            </a:r>
            <a:r>
              <a:rPr lang="en-US" err="1">
                <a:latin typeface="Nunito Sans" pitchFamily="2" charset="77"/>
              </a:rPr>
              <a:t>nhà</a:t>
            </a:r>
            <a:r>
              <a:rPr lang="en-US">
                <a:latin typeface="Nunito Sans" pitchFamily="2" charset="77"/>
              </a:rPr>
              <a:t>, </a:t>
            </a:r>
            <a:r>
              <a:rPr lang="en-US" err="1">
                <a:latin typeface="Nunito Sans" pitchFamily="2" charset="77"/>
              </a:rPr>
              <a:t>ngoài</a:t>
            </a:r>
            <a:r>
              <a:rPr lang="en-US">
                <a:latin typeface="Nunito Sans" pitchFamily="2" charset="77"/>
              </a:rPr>
              <a:t> </a:t>
            </a:r>
            <a:r>
              <a:rPr lang="en-US" err="1">
                <a:latin typeface="Nunito Sans" pitchFamily="2" charset="77"/>
              </a:rPr>
              <a:t>trời</a:t>
            </a:r>
            <a:r>
              <a:rPr lang="en-US">
                <a:latin typeface="Nunito Sans" pitchFamily="2" charset="77"/>
              </a:rPr>
              <a:t>, hay </a:t>
            </a:r>
            <a:r>
              <a:rPr lang="en-US" err="1">
                <a:latin typeface="Nunito Sans" pitchFamily="2" charset="77"/>
              </a:rPr>
              <a:t>thậm</a:t>
            </a:r>
            <a:r>
              <a:rPr lang="en-US">
                <a:latin typeface="Nunito Sans" pitchFamily="2" charset="77"/>
              </a:rPr>
              <a:t> </a:t>
            </a:r>
            <a:r>
              <a:rPr lang="en-US" err="1">
                <a:latin typeface="Nunito Sans" pitchFamily="2" charset="77"/>
              </a:rPr>
              <a:t>chí</a:t>
            </a:r>
            <a:r>
              <a:rPr lang="en-US">
                <a:latin typeface="Nunito Sans" pitchFamily="2" charset="77"/>
              </a:rPr>
              <a:t> </a:t>
            </a:r>
            <a:r>
              <a:rPr lang="en-US" err="1">
                <a:latin typeface="Nunito Sans" pitchFamily="2" charset="77"/>
              </a:rPr>
              <a:t>là</a:t>
            </a:r>
            <a:r>
              <a:rPr lang="en-US">
                <a:latin typeface="Nunito Sans" pitchFamily="2" charset="77"/>
              </a:rPr>
              <a:t> </a:t>
            </a:r>
            <a:r>
              <a:rPr lang="en-US" err="1">
                <a:latin typeface="Nunito Sans" pitchFamily="2" charset="77"/>
              </a:rPr>
              <a:t>mang</a:t>
            </a:r>
            <a:r>
              <a:rPr lang="en-US">
                <a:latin typeface="Nunito Sans" pitchFamily="2" charset="77"/>
              </a:rPr>
              <a:t> </a:t>
            </a:r>
            <a:r>
              <a:rPr lang="en-US" err="1">
                <a:latin typeface="Nunito Sans" pitchFamily="2" charset="77"/>
              </a:rPr>
              <a:t>theo</a:t>
            </a:r>
            <a:r>
              <a:rPr lang="en-US">
                <a:latin typeface="Nunito Sans" pitchFamily="2" charset="77"/>
              </a:rPr>
              <a:t> </a:t>
            </a:r>
            <a:r>
              <a:rPr lang="en-US" err="1">
                <a:latin typeface="Nunito Sans" pitchFamily="2" charset="77"/>
              </a:rPr>
              <a:t>bên</a:t>
            </a:r>
            <a:r>
              <a:rPr lang="en-US">
                <a:latin typeface="Nunito Sans" pitchFamily="2" charset="77"/>
              </a:rPr>
              <a:t> </a:t>
            </a:r>
            <a:r>
              <a:rPr lang="en-US" err="1">
                <a:latin typeface="Nunito Sans" pitchFamily="2" charset="77"/>
              </a:rPr>
              <a:t>mình</a:t>
            </a:r>
            <a:r>
              <a:rPr lang="en-US">
                <a:latin typeface="Nunito Sans" pitchFamily="2" charset="77"/>
              </a:rPr>
              <a:t> </a:t>
            </a:r>
            <a:r>
              <a:rPr lang="en-US" err="1">
                <a:latin typeface="Nunito Sans" pitchFamily="2" charset="77"/>
              </a:rPr>
              <a:t>trong</a:t>
            </a:r>
            <a:r>
              <a:rPr lang="en-US">
                <a:latin typeface="Nunito Sans" pitchFamily="2" charset="77"/>
              </a:rPr>
              <a:t> </a:t>
            </a:r>
            <a:r>
              <a:rPr lang="en-US" err="1">
                <a:latin typeface="Nunito Sans" pitchFamily="2" charset="77"/>
              </a:rPr>
              <a:t>những</a:t>
            </a:r>
            <a:r>
              <a:rPr lang="en-US">
                <a:latin typeface="Nunito Sans" pitchFamily="2" charset="77"/>
              </a:rPr>
              <a:t> </a:t>
            </a:r>
            <a:r>
              <a:rPr lang="en-US" err="1">
                <a:latin typeface="Nunito Sans" pitchFamily="2" charset="77"/>
              </a:rPr>
              <a:t>chuyến</a:t>
            </a:r>
            <a:r>
              <a:rPr lang="en-US">
                <a:latin typeface="Nunito Sans" pitchFamily="2" charset="77"/>
              </a:rPr>
              <a:t> </a:t>
            </a:r>
            <a:r>
              <a:rPr lang="en-US" err="1">
                <a:latin typeface="Nunito Sans" pitchFamily="2" charset="77"/>
              </a:rPr>
              <a:t>công</a:t>
            </a:r>
            <a:r>
              <a:rPr lang="en-US">
                <a:latin typeface="Nunito Sans" pitchFamily="2" charset="77"/>
              </a:rPr>
              <a:t> </a:t>
            </a:r>
            <a:r>
              <a:rPr lang="en-US" err="1">
                <a:latin typeface="Nunito Sans" pitchFamily="2" charset="77"/>
              </a:rPr>
              <a:t>tác</a:t>
            </a:r>
            <a:endParaRPr>
              <a:latin typeface="Nunito Sans" pitchFamily="2" charset="77"/>
            </a:endParaRPr>
          </a:p>
        </p:txBody>
      </p:sp>
      <p:pic>
        <p:nvPicPr>
          <p:cNvPr id="2" name="Picture 1"/>
          <p:cNvPicPr>
            <a:picLocks noChangeAspect="1"/>
          </p:cNvPicPr>
          <p:nvPr/>
        </p:nvPicPr>
        <p:blipFill rotWithShape="1">
          <a:blip r:embed="rId5" cstate="print">
            <a:extLst>
              <a:ext uri="{28A0092B-C50C-407E-A947-70E740481C1C}">
                <a14:useLocalDpi xmlns:a14="http://schemas.microsoft.com/office/drawing/2010/main" val="0"/>
              </a:ext>
            </a:extLst>
          </a:blip>
          <a:srcRect l="3788" t="18121" r="66667" b="19777"/>
          <a:stretch/>
        </p:blipFill>
        <p:spPr>
          <a:xfrm>
            <a:off x="18766643" y="6187782"/>
            <a:ext cx="411287" cy="474562"/>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Slide Number"/>
          <p:cNvSpPr txBox="1">
            <a:spLocks noGrp="1"/>
          </p:cNvSpPr>
          <p:nvPr>
            <p:ph type="sldNum" sz="quarter" idx="2"/>
          </p:nvPr>
        </p:nvSpPr>
        <p:spPr>
          <a:xfrm>
            <a:off x="24010154" y="13349611"/>
            <a:ext cx="254432" cy="341098"/>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4</a:t>
            </a:fld>
            <a:endParaRPr/>
          </a:p>
        </p:txBody>
      </p:sp>
      <p:sp>
        <p:nvSpPr>
          <p:cNvPr id="186" name="Rectangle 10"/>
          <p:cNvSpPr txBox="1"/>
          <p:nvPr/>
        </p:nvSpPr>
        <p:spPr>
          <a:xfrm>
            <a:off x="1303841" y="2005288"/>
            <a:ext cx="17257188" cy="85715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tIns="91439" bIns="91439">
            <a:spAutoFit/>
          </a:bodyPr>
          <a:lstStyle/>
          <a:p>
            <a:pPr algn="l" defTabSz="914400">
              <a:lnSpc>
                <a:spcPct val="120000"/>
              </a:lnSpc>
              <a:spcBef>
                <a:spcPts val="2000"/>
              </a:spcBef>
              <a:defRPr sz="3800" b="0">
                <a:solidFill>
                  <a:srgbClr val="085058"/>
                </a:solidFill>
                <a:latin typeface="Helvetica"/>
                <a:ea typeface="Helvetica"/>
                <a:cs typeface="Helvetica"/>
                <a:sym typeface="Helvetica"/>
              </a:defRPr>
            </a:pPr>
            <a:r>
              <a:rPr lang="en-US">
                <a:solidFill>
                  <a:srgbClr val="5E5E5E"/>
                </a:solidFill>
                <a:latin typeface="Nunito Sans" pitchFamily="2" charset="77"/>
              </a:rPr>
              <a:t>Điều khiển và quản lý từ xa thông qua ứng dụng CUVO từ bất cứ đâu</a:t>
            </a:r>
            <a:endParaRPr>
              <a:solidFill>
                <a:srgbClr val="5E5E5E"/>
              </a:solidFill>
              <a:latin typeface="Nunito Sans" pitchFamily="2" charset="77"/>
            </a:endParaRPr>
          </a:p>
        </p:txBody>
      </p:sp>
      <p:sp>
        <p:nvSpPr>
          <p:cNvPr id="187" name="Wireless Outdoor Camera"/>
          <p:cNvSpPr txBox="1">
            <a:spLocks noGrp="1"/>
          </p:cNvSpPr>
          <p:nvPr>
            <p:ph type="title"/>
          </p:nvPr>
        </p:nvSpPr>
        <p:spPr>
          <a:xfrm>
            <a:off x="1270000" y="635000"/>
            <a:ext cx="14029473" cy="1358900"/>
          </a:xfrm>
          <a:prstGeom prst="rect">
            <a:avLst/>
          </a:prstGeom>
        </p:spPr>
        <p:txBody>
          <a:bodyPr>
            <a:normAutofit fontScale="90000"/>
          </a:bodyPr>
          <a:lstStyle>
            <a:lvl1pPr defTabSz="607933">
              <a:defRPr sz="8140"/>
            </a:lvl1pPr>
          </a:lstStyle>
          <a:p>
            <a:r>
              <a:rPr lang="en-US">
                <a:solidFill>
                  <a:srgbClr val="1CA390"/>
                </a:solidFill>
                <a:latin typeface="Nunito Sans" pitchFamily="2" charset="77"/>
              </a:rPr>
              <a:t>Camera AI không dây dùng pin</a:t>
            </a:r>
            <a:endParaRPr>
              <a:solidFill>
                <a:srgbClr val="1CA390"/>
              </a:solidFill>
              <a:latin typeface="Nunito Sans" pitchFamily="2" charset="77"/>
            </a:endParaRPr>
          </a:p>
        </p:txBody>
      </p:sp>
      <p:sp>
        <p:nvSpPr>
          <p:cNvPr id="188" name="Rechargeable Built-in Battery"/>
          <p:cNvSpPr txBox="1"/>
          <p:nvPr/>
        </p:nvSpPr>
        <p:spPr>
          <a:xfrm>
            <a:off x="8783265" y="4765997"/>
            <a:ext cx="3789986"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Lt"/>
                <a:ea typeface="Roboto Lt"/>
                <a:cs typeface="Roboto Lt"/>
                <a:sym typeface="Roboto Medium"/>
              </a:defRPr>
            </a:lvl1pPr>
          </a:lstStyle>
          <a:p>
            <a:r>
              <a:rPr lang="en-US">
                <a:latin typeface="Nunito Sans" pitchFamily="2" charset="77"/>
              </a:rPr>
              <a:t>Pin sạc tích hợp sẵn</a:t>
            </a:r>
            <a:endParaRPr>
              <a:latin typeface="Nunito Sans" pitchFamily="2" charset="77"/>
            </a:endParaRPr>
          </a:p>
        </p:txBody>
      </p:sp>
      <p:sp>
        <p:nvSpPr>
          <p:cNvPr id="189" name="Full HD &amp; Wide Angle Video"/>
          <p:cNvSpPr txBox="1"/>
          <p:nvPr/>
        </p:nvSpPr>
        <p:spPr>
          <a:xfrm>
            <a:off x="8783265" y="6015032"/>
            <a:ext cx="8053973"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Lt"/>
                <a:ea typeface="Roboto Lt"/>
                <a:cs typeface="Roboto Lt"/>
                <a:sym typeface="Roboto Medium"/>
              </a:defRPr>
            </a:lvl1pPr>
          </a:lstStyle>
          <a:p>
            <a:r>
              <a:rPr lang="en-US">
                <a:latin typeface="Nunito Sans" pitchFamily="2" charset="77"/>
              </a:rPr>
              <a:t>Quay video </a:t>
            </a:r>
            <a:r>
              <a:rPr lang="en-US" err="1">
                <a:latin typeface="Nunito Sans" pitchFamily="2" charset="77"/>
              </a:rPr>
              <a:t>FullHD</a:t>
            </a:r>
            <a:r>
              <a:rPr lang="en-US">
                <a:latin typeface="Nunito Sans" pitchFamily="2" charset="77"/>
              </a:rPr>
              <a:t> </a:t>
            </a:r>
            <a:r>
              <a:rPr lang="en-US" err="1">
                <a:latin typeface="Nunito Sans" pitchFamily="2" charset="77"/>
              </a:rPr>
              <a:t>cùng</a:t>
            </a:r>
            <a:r>
              <a:rPr lang="en-US">
                <a:latin typeface="Nunito Sans" pitchFamily="2" charset="77"/>
              </a:rPr>
              <a:t> </a:t>
            </a:r>
            <a:r>
              <a:rPr lang="en-US" err="1">
                <a:latin typeface="Nunito Sans" pitchFamily="2" charset="77"/>
              </a:rPr>
              <a:t>ống</a:t>
            </a:r>
            <a:r>
              <a:rPr lang="en-US">
                <a:latin typeface="Nunito Sans" pitchFamily="2" charset="77"/>
              </a:rPr>
              <a:t> </a:t>
            </a:r>
            <a:r>
              <a:rPr lang="en-US" err="1">
                <a:latin typeface="Nunito Sans" pitchFamily="2" charset="77"/>
              </a:rPr>
              <a:t>kính</a:t>
            </a:r>
            <a:r>
              <a:rPr lang="en-US">
                <a:latin typeface="Nunito Sans" pitchFamily="2" charset="77"/>
              </a:rPr>
              <a:t> </a:t>
            </a:r>
            <a:r>
              <a:rPr lang="en-US" err="1">
                <a:latin typeface="Nunito Sans" pitchFamily="2" charset="77"/>
              </a:rPr>
              <a:t>góc</a:t>
            </a:r>
            <a:r>
              <a:rPr lang="en-US">
                <a:latin typeface="Nunito Sans" pitchFamily="2" charset="77"/>
              </a:rPr>
              <a:t> </a:t>
            </a:r>
            <a:r>
              <a:rPr lang="en-US" err="1">
                <a:latin typeface="Nunito Sans" pitchFamily="2" charset="77"/>
              </a:rPr>
              <a:t>rộng</a:t>
            </a:r>
            <a:endParaRPr>
              <a:latin typeface="Nunito Sans" pitchFamily="2" charset="77"/>
            </a:endParaRPr>
          </a:p>
        </p:txBody>
      </p:sp>
      <p:sp>
        <p:nvSpPr>
          <p:cNvPr id="190" name="Two-way Intercom"/>
          <p:cNvSpPr txBox="1"/>
          <p:nvPr/>
        </p:nvSpPr>
        <p:spPr>
          <a:xfrm>
            <a:off x="8783265" y="7264067"/>
            <a:ext cx="3230537"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Lt"/>
                <a:ea typeface="Roboto Lt"/>
                <a:cs typeface="Roboto Lt"/>
                <a:sym typeface="Roboto Medium"/>
              </a:defRPr>
            </a:lvl1pPr>
          </a:lstStyle>
          <a:p>
            <a:r>
              <a:rPr lang="en-US">
                <a:latin typeface="Nunito Sans" pitchFamily="2" charset="77"/>
              </a:rPr>
              <a:t>Giao tiếp 2 chiều</a:t>
            </a:r>
            <a:endParaRPr>
              <a:latin typeface="Nunito Sans" pitchFamily="2" charset="77"/>
            </a:endParaRPr>
          </a:p>
        </p:txBody>
      </p:sp>
      <p:sp>
        <p:nvSpPr>
          <p:cNvPr id="191" name="PIR Motion Detection*"/>
          <p:cNvSpPr txBox="1"/>
          <p:nvPr/>
        </p:nvSpPr>
        <p:spPr>
          <a:xfrm>
            <a:off x="8783265" y="8513103"/>
            <a:ext cx="8778531"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p>
            <a:pPr algn="l" defTabSz="1779223">
              <a:lnSpc>
                <a:spcPct val="90000"/>
              </a:lnSpc>
              <a:defRPr b="0">
                <a:solidFill>
                  <a:srgbClr val="5B5B5D"/>
                </a:solidFill>
                <a:latin typeface="Roboto Lt"/>
                <a:ea typeface="Roboto Lt"/>
                <a:cs typeface="Roboto Lt"/>
                <a:sym typeface="Roboto Medium"/>
              </a:defRPr>
            </a:pPr>
            <a:r>
              <a:rPr lang="en-US" err="1">
                <a:latin typeface="Nunito Sans" pitchFamily="2" charset="77"/>
              </a:rPr>
              <a:t>Tích</a:t>
            </a:r>
            <a:r>
              <a:rPr lang="en-US">
                <a:latin typeface="Nunito Sans" pitchFamily="2" charset="77"/>
              </a:rPr>
              <a:t> </a:t>
            </a:r>
            <a:r>
              <a:rPr lang="en-US" err="1">
                <a:latin typeface="Nunito Sans" pitchFamily="2" charset="77"/>
              </a:rPr>
              <a:t>hợp</a:t>
            </a:r>
            <a:r>
              <a:rPr lang="en-US">
                <a:latin typeface="Nunito Sans" pitchFamily="2" charset="77"/>
              </a:rPr>
              <a:t> radar </a:t>
            </a:r>
            <a:r>
              <a:rPr lang="en-US" err="1">
                <a:latin typeface="Nunito Sans" pitchFamily="2" charset="77"/>
              </a:rPr>
              <a:t>nhận</a:t>
            </a:r>
            <a:r>
              <a:rPr lang="en-US">
                <a:latin typeface="Nunito Sans" pitchFamily="2" charset="77"/>
              </a:rPr>
              <a:t> </a:t>
            </a:r>
            <a:r>
              <a:rPr lang="en-US" err="1">
                <a:latin typeface="Nunito Sans" pitchFamily="2" charset="77"/>
              </a:rPr>
              <a:t>diện</a:t>
            </a:r>
            <a:r>
              <a:rPr lang="en-US">
                <a:latin typeface="Nunito Sans" pitchFamily="2" charset="77"/>
              </a:rPr>
              <a:t> </a:t>
            </a:r>
            <a:r>
              <a:rPr lang="en-US" err="1">
                <a:latin typeface="Nunito Sans" pitchFamily="2" charset="77"/>
              </a:rPr>
              <a:t>chuyển</a:t>
            </a:r>
            <a:r>
              <a:rPr lang="en-US">
                <a:latin typeface="Nunito Sans" pitchFamily="2" charset="77"/>
              </a:rPr>
              <a:t> </a:t>
            </a:r>
            <a:r>
              <a:rPr lang="en-US" err="1">
                <a:latin typeface="Nunito Sans" pitchFamily="2" charset="77"/>
              </a:rPr>
              <a:t>động</a:t>
            </a:r>
            <a:r>
              <a:rPr lang="en-US">
                <a:latin typeface="Nunito Sans" pitchFamily="2" charset="77"/>
              </a:rPr>
              <a:t> </a:t>
            </a:r>
            <a:r>
              <a:rPr lang="en-US" err="1">
                <a:latin typeface="Nunito Sans" pitchFamily="2" charset="77"/>
              </a:rPr>
              <a:t>tiên</a:t>
            </a:r>
            <a:r>
              <a:rPr lang="en-US">
                <a:latin typeface="Nunito Sans" pitchFamily="2" charset="77"/>
              </a:rPr>
              <a:t> </a:t>
            </a:r>
            <a:r>
              <a:rPr lang="en-US" err="1">
                <a:latin typeface="Nunito Sans" pitchFamily="2" charset="77"/>
              </a:rPr>
              <a:t>tiến</a:t>
            </a:r>
            <a:endParaRPr baseline="31999">
              <a:latin typeface="Nunito Sans" pitchFamily="2" charset="77"/>
            </a:endParaRPr>
          </a:p>
        </p:txBody>
      </p:sp>
      <p:sp>
        <p:nvSpPr>
          <p:cNvPr id="192" name="Loud Speaker / Siren Alarm"/>
          <p:cNvSpPr txBox="1"/>
          <p:nvPr/>
        </p:nvSpPr>
        <p:spPr>
          <a:xfrm>
            <a:off x="8783265" y="9762137"/>
            <a:ext cx="6354790"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Lt"/>
                <a:ea typeface="Roboto Lt"/>
                <a:cs typeface="Roboto Lt"/>
                <a:sym typeface="Roboto Medium"/>
              </a:defRPr>
            </a:lvl1pPr>
          </a:lstStyle>
          <a:p>
            <a:r>
              <a:rPr lang="en-US">
                <a:latin typeface="Nunito Sans" pitchFamily="2" charset="77"/>
              </a:rPr>
              <a:t>Tích hợp chuông báo động 105db</a:t>
            </a:r>
            <a:endParaRPr>
              <a:latin typeface="Nunito Sans" pitchFamily="2" charset="77"/>
            </a:endParaRPr>
          </a:p>
        </p:txBody>
      </p:sp>
      <p:sp>
        <p:nvSpPr>
          <p:cNvPr id="193" name="1"/>
          <p:cNvSpPr/>
          <p:nvPr/>
        </p:nvSpPr>
        <p:spPr>
          <a:xfrm>
            <a:off x="7958728" y="4744773"/>
            <a:ext cx="659253"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1</a:t>
            </a:r>
          </a:p>
        </p:txBody>
      </p:sp>
      <p:sp>
        <p:nvSpPr>
          <p:cNvPr id="194" name="Magnetic Base Mount"/>
          <p:cNvSpPr txBox="1"/>
          <p:nvPr/>
        </p:nvSpPr>
        <p:spPr>
          <a:xfrm>
            <a:off x="8783265" y="11017328"/>
            <a:ext cx="4256459" cy="60879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Lt"/>
                <a:ea typeface="Roboto Lt"/>
                <a:cs typeface="Roboto Lt"/>
                <a:sym typeface="Roboto Medium"/>
              </a:defRPr>
            </a:lvl1pPr>
          </a:lstStyle>
          <a:p>
            <a:r>
              <a:rPr lang="en-US" err="1">
                <a:latin typeface="Nunito Sans" pitchFamily="2" charset="77"/>
              </a:rPr>
              <a:t>Đế</a:t>
            </a:r>
            <a:r>
              <a:rPr lang="en-US">
                <a:latin typeface="Nunito Sans" pitchFamily="2" charset="77"/>
              </a:rPr>
              <a:t> </a:t>
            </a:r>
            <a:r>
              <a:rPr lang="en-US" err="1">
                <a:latin typeface="Nunito Sans" pitchFamily="2" charset="77"/>
              </a:rPr>
              <a:t>từ</a:t>
            </a:r>
            <a:r>
              <a:rPr lang="en-US">
                <a:latin typeface="Nunito Sans" pitchFamily="2" charset="77"/>
              </a:rPr>
              <a:t> </a:t>
            </a:r>
            <a:r>
              <a:rPr lang="en-US" err="1">
                <a:latin typeface="Nunito Sans" pitchFamily="2" charset="77"/>
              </a:rPr>
              <a:t>lắp</a:t>
            </a:r>
            <a:r>
              <a:rPr lang="en-US">
                <a:latin typeface="Nunito Sans" pitchFamily="2" charset="77"/>
              </a:rPr>
              <a:t> </a:t>
            </a:r>
            <a:r>
              <a:rPr lang="en-US" err="1">
                <a:latin typeface="Nunito Sans" pitchFamily="2" charset="77"/>
              </a:rPr>
              <a:t>đặt</a:t>
            </a:r>
            <a:r>
              <a:rPr lang="en-US">
                <a:latin typeface="Nunito Sans" pitchFamily="2" charset="77"/>
              </a:rPr>
              <a:t> </a:t>
            </a:r>
            <a:r>
              <a:rPr lang="en-US" err="1">
                <a:latin typeface="Nunito Sans" pitchFamily="2" charset="77"/>
              </a:rPr>
              <a:t>đơn</a:t>
            </a:r>
            <a:r>
              <a:rPr lang="en-US">
                <a:latin typeface="Nunito Sans" pitchFamily="2" charset="77"/>
              </a:rPr>
              <a:t> </a:t>
            </a:r>
            <a:r>
              <a:rPr lang="en-US" err="1">
                <a:latin typeface="Nunito Sans" pitchFamily="2" charset="77"/>
              </a:rPr>
              <a:t>giản</a:t>
            </a:r>
            <a:endParaRPr>
              <a:latin typeface="Nunito Sans" pitchFamily="2" charset="77"/>
            </a:endParaRPr>
          </a:p>
        </p:txBody>
      </p:sp>
      <p:pic>
        <p:nvPicPr>
          <p:cNvPr id="195" name="istockphoto-957153544-2048x2048.jpeg" descr="istockphoto-957153544-2048x2048.jpeg"/>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933369" y="3174546"/>
            <a:ext cx="5080001" cy="3149601"/>
          </a:xfrm>
          <a:prstGeom prst="rect">
            <a:avLst/>
          </a:prstGeom>
          <a:ln w="12700">
            <a:miter lim="400000"/>
          </a:ln>
        </p:spPr>
      </p:pic>
      <p:sp>
        <p:nvSpPr>
          <p:cNvPr id="196" name="BACKYARD"/>
          <p:cNvSpPr txBox="1"/>
          <p:nvPr/>
        </p:nvSpPr>
        <p:spPr>
          <a:xfrm>
            <a:off x="2252962" y="5956214"/>
            <a:ext cx="1326989" cy="29425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9517" tIns="29517" rIns="29517" bIns="29517" anchor="ctr"/>
          <a:lstStyle>
            <a:lvl1pPr algn="l" defTabSz="640490">
              <a:lnSpc>
                <a:spcPct val="90000"/>
              </a:lnSpc>
              <a:defRPr sz="1500" b="0">
                <a:solidFill>
                  <a:srgbClr val="FFFFFF"/>
                </a:solidFill>
                <a:latin typeface="Roboto Lt"/>
                <a:ea typeface="Roboto Lt"/>
                <a:cs typeface="Roboto Lt"/>
                <a:sym typeface="Roboto Medium"/>
              </a:defRPr>
            </a:lvl1pPr>
          </a:lstStyle>
          <a:p>
            <a:r>
              <a:t>BACKYARD</a:t>
            </a:r>
          </a:p>
        </p:txBody>
      </p:sp>
      <p:grpSp>
        <p:nvGrpSpPr>
          <p:cNvPr id="199" name="Group"/>
          <p:cNvGrpSpPr/>
          <p:nvPr/>
        </p:nvGrpSpPr>
        <p:grpSpPr>
          <a:xfrm>
            <a:off x="2069334" y="3297947"/>
            <a:ext cx="773027" cy="420987"/>
            <a:chOff x="0" y="0"/>
            <a:chExt cx="773025" cy="420985"/>
          </a:xfrm>
        </p:grpSpPr>
        <p:sp>
          <p:nvSpPr>
            <p:cNvPr id="197" name="Rectangle"/>
            <p:cNvSpPr/>
            <p:nvPr/>
          </p:nvSpPr>
          <p:spPr>
            <a:xfrm>
              <a:off x="31033" y="21403"/>
              <a:ext cx="710962" cy="378179"/>
            </a:xfrm>
            <a:prstGeom prst="rect">
              <a:avLst/>
            </a:prstGeom>
            <a:solidFill>
              <a:schemeClr val="accent3">
                <a:hueOff val="362282"/>
                <a:satOff val="31803"/>
                <a:lumOff val="-18242"/>
              </a:schemeClr>
            </a:solidFill>
            <a:ln w="12700" cap="flat">
              <a:noFill/>
              <a:miter lim="400000"/>
            </a:ln>
            <a:effectLst/>
          </p:spPr>
          <p:txBody>
            <a:bodyPr wrap="square" lIns="29517" tIns="29517" rIns="29517" bIns="29517" numCol="1" anchor="ctr">
              <a:noAutofit/>
            </a:bodyPr>
            <a:lstStyle/>
            <a:p>
              <a:pPr defTabSz="640490">
                <a:defRPr sz="2200" b="0">
                  <a:solidFill>
                    <a:srgbClr val="FFFFFF"/>
                  </a:solidFill>
                  <a:latin typeface="+mn-lt"/>
                  <a:ea typeface="+mn-ea"/>
                  <a:cs typeface="+mn-cs"/>
                  <a:sym typeface="Helvetica Neue Medium"/>
                </a:defRPr>
              </a:pPr>
              <a:endParaRPr/>
            </a:p>
          </p:txBody>
        </p:sp>
        <p:sp>
          <p:nvSpPr>
            <p:cNvPr id="198" name="LIVE"/>
            <p:cNvSpPr txBox="1"/>
            <p:nvPr/>
          </p:nvSpPr>
          <p:spPr>
            <a:xfrm>
              <a:off x="0" y="0"/>
              <a:ext cx="773026" cy="420986"/>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9517" tIns="29517" rIns="29517" bIns="29517" numCol="1" anchor="ctr">
              <a:noAutofit/>
            </a:bodyPr>
            <a:lstStyle>
              <a:lvl1pPr defTabSz="640490">
                <a:lnSpc>
                  <a:spcPct val="90000"/>
                </a:lnSpc>
                <a:defRPr sz="2000" b="0">
                  <a:solidFill>
                    <a:srgbClr val="FFFFFF"/>
                  </a:solidFill>
                  <a:latin typeface="Roboto Lt"/>
                  <a:ea typeface="Roboto Lt"/>
                  <a:cs typeface="Roboto Lt"/>
                  <a:sym typeface="Roboto Medium"/>
                </a:defRPr>
              </a:lvl1pPr>
            </a:lstStyle>
            <a:p>
              <a:r>
                <a:t>LIVE</a:t>
              </a:r>
            </a:p>
          </p:txBody>
        </p:sp>
      </p:grpSp>
      <p:sp>
        <p:nvSpPr>
          <p:cNvPr id="200" name="Rounded Rectangle"/>
          <p:cNvSpPr/>
          <p:nvPr/>
        </p:nvSpPr>
        <p:spPr>
          <a:xfrm>
            <a:off x="4014259" y="6506503"/>
            <a:ext cx="2586003" cy="709692"/>
          </a:xfrm>
          <a:prstGeom prst="roundRect">
            <a:avLst>
              <a:gd name="adj" fmla="val 38004"/>
            </a:avLst>
          </a:prstGeom>
          <a:solidFill>
            <a:srgbClr val="FFFFFF"/>
          </a:solidFill>
          <a:ln w="12700">
            <a:miter lim="400000"/>
          </a:ln>
        </p:spPr>
        <p:txBody>
          <a:bodyPr lIns="29517" tIns="29517" rIns="29517" bIns="29517" anchor="ctr"/>
          <a:lstStyle/>
          <a:p>
            <a:pPr defTabSz="640490">
              <a:defRPr sz="2200" b="0">
                <a:solidFill>
                  <a:srgbClr val="FFFFFF"/>
                </a:solidFill>
                <a:latin typeface="+mn-lt"/>
                <a:ea typeface="+mn-ea"/>
                <a:cs typeface="+mn-cs"/>
                <a:sym typeface="Helvetica Neue Medium"/>
              </a:defRPr>
            </a:pPr>
            <a:endParaRPr/>
          </a:p>
        </p:txBody>
      </p:sp>
      <p:pic>
        <p:nvPicPr>
          <p:cNvPr id="201" name="Image" descr="Image"/>
          <p:cNvPicPr>
            <a:picLocks noChangeAspect="1"/>
          </p:cNvPicPr>
          <p:nvPr/>
        </p:nvPicPr>
        <p:blipFill>
          <a:blip r:embed="rId4"/>
          <a:stretch>
            <a:fillRect/>
          </a:stretch>
        </p:blipFill>
        <p:spPr>
          <a:xfrm rot="10800000" flipH="1">
            <a:off x="4044409" y="7281203"/>
            <a:ext cx="474201" cy="346487"/>
          </a:xfrm>
          <a:prstGeom prst="rect">
            <a:avLst/>
          </a:prstGeom>
          <a:ln w="12700">
            <a:miter lim="400000"/>
          </a:ln>
        </p:spPr>
      </p:pic>
      <p:sp>
        <p:nvSpPr>
          <p:cNvPr id="202" name="“Honey! Please listen to nanny. I’ll be right back.”"/>
          <p:cNvSpPr txBox="1"/>
          <p:nvPr/>
        </p:nvSpPr>
        <p:spPr>
          <a:xfrm>
            <a:off x="4355683" y="6596881"/>
            <a:ext cx="2205838" cy="52893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9517" tIns="29517" rIns="29517" bIns="29517" anchor="ctr">
            <a:spAutoFit/>
          </a:bodyPr>
          <a:lstStyle>
            <a:lvl1pPr algn="l" defTabSz="640490">
              <a:lnSpc>
                <a:spcPts val="1900"/>
              </a:lnSpc>
              <a:defRPr sz="1500" b="0" i="1">
                <a:solidFill>
                  <a:schemeClr val="accent5"/>
                </a:solidFill>
                <a:latin typeface="Roboto Lt"/>
                <a:ea typeface="Roboto Lt"/>
                <a:cs typeface="Roboto Lt"/>
                <a:sym typeface="Roboto Light"/>
              </a:defRPr>
            </a:lvl1pPr>
          </a:lstStyle>
          <a:p>
            <a:r>
              <a:t>“Honey! Please listen to nanny. I’ll be right back.”</a:t>
            </a:r>
          </a:p>
        </p:txBody>
      </p:sp>
      <p:sp>
        <p:nvSpPr>
          <p:cNvPr id="203" name="Microphone"/>
          <p:cNvSpPr/>
          <p:nvPr/>
        </p:nvSpPr>
        <p:spPr>
          <a:xfrm>
            <a:off x="4158137" y="6846854"/>
            <a:ext cx="182177" cy="346487"/>
          </a:xfrm>
          <a:custGeom>
            <a:avLst/>
            <a:gdLst/>
            <a:ahLst/>
            <a:cxnLst>
              <a:cxn ang="0">
                <a:pos x="wd2" y="hd2"/>
              </a:cxn>
              <a:cxn ang="5400000">
                <a:pos x="wd2" y="hd2"/>
              </a:cxn>
              <a:cxn ang="10800000">
                <a:pos x="wd2" y="hd2"/>
              </a:cxn>
              <a:cxn ang="16200000">
                <a:pos x="wd2" y="hd2"/>
              </a:cxn>
            </a:cxnLst>
            <a:rect l="0" t="0" r="r" b="b"/>
            <a:pathLst>
              <a:path w="21600" h="21600" extrusionOk="0">
                <a:moveTo>
                  <a:pt x="10341" y="0"/>
                </a:moveTo>
                <a:cubicBezTo>
                  <a:pt x="6808" y="0"/>
                  <a:pt x="3916" y="1519"/>
                  <a:pt x="3916" y="3377"/>
                </a:cubicBezTo>
                <a:lnTo>
                  <a:pt x="3916" y="11505"/>
                </a:lnTo>
                <a:cubicBezTo>
                  <a:pt x="3916" y="13363"/>
                  <a:pt x="6808" y="14882"/>
                  <a:pt x="10341" y="14882"/>
                </a:cubicBezTo>
                <a:lnTo>
                  <a:pt x="11259" y="14882"/>
                </a:lnTo>
                <a:cubicBezTo>
                  <a:pt x="14792" y="14882"/>
                  <a:pt x="17684" y="13363"/>
                  <a:pt x="17684" y="11505"/>
                </a:cubicBezTo>
                <a:lnTo>
                  <a:pt x="17684" y="3377"/>
                </a:lnTo>
                <a:cubicBezTo>
                  <a:pt x="17684" y="1519"/>
                  <a:pt x="14792" y="0"/>
                  <a:pt x="11259" y="0"/>
                </a:cubicBezTo>
                <a:lnTo>
                  <a:pt x="10341" y="0"/>
                </a:lnTo>
                <a:close/>
                <a:moveTo>
                  <a:pt x="1127" y="6630"/>
                </a:moveTo>
                <a:cubicBezTo>
                  <a:pt x="503" y="6630"/>
                  <a:pt x="0" y="6896"/>
                  <a:pt x="0" y="7224"/>
                </a:cubicBezTo>
                <a:lnTo>
                  <a:pt x="0" y="11087"/>
                </a:lnTo>
                <a:cubicBezTo>
                  <a:pt x="0" y="14039"/>
                  <a:pt x="4307" y="16472"/>
                  <a:pt x="9792" y="16740"/>
                </a:cubicBezTo>
                <a:lnTo>
                  <a:pt x="9792" y="20540"/>
                </a:lnTo>
                <a:lnTo>
                  <a:pt x="5353" y="20540"/>
                </a:lnTo>
                <a:cubicBezTo>
                  <a:pt x="4797" y="20540"/>
                  <a:pt x="4349" y="20778"/>
                  <a:pt x="4349" y="21070"/>
                </a:cubicBezTo>
                <a:cubicBezTo>
                  <a:pt x="4349" y="21363"/>
                  <a:pt x="4797" y="21600"/>
                  <a:pt x="5353" y="21600"/>
                </a:cubicBezTo>
                <a:lnTo>
                  <a:pt x="16243" y="21600"/>
                </a:lnTo>
                <a:cubicBezTo>
                  <a:pt x="16799" y="21600"/>
                  <a:pt x="17251" y="21363"/>
                  <a:pt x="17251" y="21070"/>
                </a:cubicBezTo>
                <a:cubicBezTo>
                  <a:pt x="17251" y="20778"/>
                  <a:pt x="16799" y="20540"/>
                  <a:pt x="16243" y="20540"/>
                </a:cubicBezTo>
                <a:lnTo>
                  <a:pt x="11808" y="20540"/>
                </a:lnTo>
                <a:lnTo>
                  <a:pt x="11808" y="16740"/>
                </a:lnTo>
                <a:cubicBezTo>
                  <a:pt x="17293" y="16472"/>
                  <a:pt x="21600" y="14040"/>
                  <a:pt x="21600" y="11087"/>
                </a:cubicBezTo>
                <a:lnTo>
                  <a:pt x="21600" y="7224"/>
                </a:lnTo>
                <a:cubicBezTo>
                  <a:pt x="21600" y="6896"/>
                  <a:pt x="21097" y="6630"/>
                  <a:pt x="20473" y="6630"/>
                </a:cubicBezTo>
                <a:cubicBezTo>
                  <a:pt x="19850" y="6630"/>
                  <a:pt x="19344" y="6896"/>
                  <a:pt x="19344" y="7224"/>
                </a:cubicBezTo>
                <a:lnTo>
                  <a:pt x="19344" y="11087"/>
                </a:lnTo>
                <a:cubicBezTo>
                  <a:pt x="19344" y="13564"/>
                  <a:pt x="15511" y="15579"/>
                  <a:pt x="10800" y="15579"/>
                </a:cubicBezTo>
                <a:cubicBezTo>
                  <a:pt x="6089" y="15579"/>
                  <a:pt x="2256" y="13564"/>
                  <a:pt x="2256" y="11087"/>
                </a:cubicBezTo>
                <a:lnTo>
                  <a:pt x="2256" y="7224"/>
                </a:lnTo>
                <a:cubicBezTo>
                  <a:pt x="2256" y="6896"/>
                  <a:pt x="1750" y="6630"/>
                  <a:pt x="1127" y="6630"/>
                </a:cubicBezTo>
                <a:close/>
              </a:path>
            </a:pathLst>
          </a:custGeom>
          <a:solidFill>
            <a:schemeClr val="accent5"/>
          </a:solidFill>
          <a:ln w="12700">
            <a:miter lim="400000"/>
          </a:ln>
        </p:spPr>
        <p:txBody>
          <a:bodyPr lIns="0" tIns="0" rIns="0" bIns="0" anchor="ctr"/>
          <a:lstStyle/>
          <a:p>
            <a:pPr defTabSz="825500">
              <a:defRPr b="0">
                <a:solidFill>
                  <a:srgbClr val="FFFFFF"/>
                </a:solidFill>
                <a:latin typeface="+mn-lt"/>
                <a:ea typeface="+mn-ea"/>
                <a:cs typeface="+mn-cs"/>
                <a:sym typeface="Helvetica Neue Medium"/>
              </a:defRPr>
            </a:pPr>
            <a:endParaRPr/>
          </a:p>
        </p:txBody>
      </p:sp>
      <p:pic>
        <p:nvPicPr>
          <p:cNvPr id="204" name="ec_6047.jpg" descr="ec_6047.jpg"/>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flipH="1">
            <a:off x="1908074" y="6490603"/>
            <a:ext cx="5130696" cy="3063654"/>
          </a:xfrm>
          <a:prstGeom prst="rect">
            <a:avLst/>
          </a:prstGeom>
          <a:ln w="12700">
            <a:miter lim="400000"/>
          </a:ln>
        </p:spPr>
      </p:pic>
      <p:pic>
        <p:nvPicPr>
          <p:cNvPr id="205" name="Image" descr="Image"/>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1809571" y="6421944"/>
            <a:ext cx="2606747" cy="3131994"/>
          </a:xfrm>
          <a:prstGeom prst="rect">
            <a:avLst/>
          </a:prstGeom>
          <a:ln w="12700">
            <a:miter lim="400000"/>
          </a:ln>
        </p:spPr>
      </p:pic>
      <p:sp>
        <p:nvSpPr>
          <p:cNvPr id="206" name="Circle"/>
          <p:cNvSpPr/>
          <p:nvPr/>
        </p:nvSpPr>
        <p:spPr>
          <a:xfrm>
            <a:off x="3374818" y="8254263"/>
            <a:ext cx="132104" cy="132105"/>
          </a:xfrm>
          <a:prstGeom prst="ellipse">
            <a:avLst/>
          </a:prstGeom>
          <a:solidFill>
            <a:srgbClr val="5B5B5D"/>
          </a:solidFill>
          <a:ln w="12700">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207" name="Line"/>
          <p:cNvSpPr/>
          <p:nvPr/>
        </p:nvSpPr>
        <p:spPr>
          <a:xfrm flipH="1">
            <a:off x="3441352" y="8071882"/>
            <a:ext cx="105232" cy="250210"/>
          </a:xfrm>
          <a:prstGeom prst="line">
            <a:avLst/>
          </a:prstGeom>
          <a:ln w="63500">
            <a:solidFill>
              <a:srgbClr val="5B5B5D"/>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208" name="Rounded Rectangle"/>
          <p:cNvSpPr/>
          <p:nvPr/>
        </p:nvSpPr>
        <p:spPr>
          <a:xfrm>
            <a:off x="3171064" y="7717636"/>
            <a:ext cx="1226679" cy="377441"/>
          </a:xfrm>
          <a:prstGeom prst="roundRect">
            <a:avLst>
              <a:gd name="adj" fmla="val 50000"/>
            </a:avLst>
          </a:prstGeom>
          <a:solidFill>
            <a:srgbClr val="01B19F"/>
          </a:solidFill>
          <a:ln w="3175">
            <a:solidFill>
              <a:schemeClr val="accent1">
                <a:lumOff val="-13575"/>
              </a:schemeClr>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209" name="Siren Alarm"/>
          <p:cNvSpPr txBox="1"/>
          <p:nvPr/>
        </p:nvSpPr>
        <p:spPr>
          <a:xfrm>
            <a:off x="3309019" y="7774796"/>
            <a:ext cx="972490" cy="27575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lnSpc>
                <a:spcPct val="90000"/>
              </a:lnSpc>
              <a:defRPr sz="1000" b="0">
                <a:solidFill>
                  <a:srgbClr val="FFFFFF"/>
                </a:solidFill>
                <a:latin typeface="Roboto Lt"/>
                <a:ea typeface="Roboto Lt"/>
                <a:cs typeface="Roboto Lt"/>
                <a:sym typeface="Roboto Medium"/>
              </a:defRPr>
            </a:lvl1pPr>
          </a:lstStyle>
          <a:p>
            <a:r>
              <a:t>Siren Alarm</a:t>
            </a:r>
          </a:p>
        </p:txBody>
      </p:sp>
      <p:sp>
        <p:nvSpPr>
          <p:cNvPr id="210" name="Rounded Rectangle"/>
          <p:cNvSpPr/>
          <p:nvPr/>
        </p:nvSpPr>
        <p:spPr>
          <a:xfrm>
            <a:off x="2281533" y="6622857"/>
            <a:ext cx="1662753" cy="490201"/>
          </a:xfrm>
          <a:prstGeom prst="roundRect">
            <a:avLst>
              <a:gd name="adj" fmla="val 11422"/>
            </a:avLst>
          </a:prstGeom>
          <a:solidFill>
            <a:srgbClr val="FFFFFF"/>
          </a:solidFill>
          <a:ln w="3175">
            <a:solidFill>
              <a:schemeClr val="accent1">
                <a:lumOff val="-13575"/>
              </a:schemeClr>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211" name="Someone is detected at your front yard"/>
          <p:cNvSpPr txBox="1"/>
          <p:nvPr/>
        </p:nvSpPr>
        <p:spPr>
          <a:xfrm>
            <a:off x="2614394" y="6682106"/>
            <a:ext cx="1324274" cy="40617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lnSpc>
                <a:spcPct val="90000"/>
              </a:lnSpc>
              <a:defRPr sz="900" b="0">
                <a:solidFill>
                  <a:srgbClr val="2B9C99"/>
                </a:solidFill>
                <a:latin typeface="Roboto Lt"/>
                <a:ea typeface="Roboto Lt"/>
                <a:cs typeface="Roboto Lt"/>
                <a:sym typeface="Roboto Medium"/>
              </a:defRPr>
            </a:lvl1pPr>
          </a:lstStyle>
          <a:p>
            <a:r>
              <a:t>Someone is detected at your front yard</a:t>
            </a:r>
          </a:p>
        </p:txBody>
      </p:sp>
      <p:sp>
        <p:nvSpPr>
          <p:cNvPr id="212" name="!"/>
          <p:cNvSpPr/>
          <p:nvPr/>
        </p:nvSpPr>
        <p:spPr>
          <a:xfrm>
            <a:off x="2397200" y="6744643"/>
            <a:ext cx="281149" cy="281104"/>
          </a:xfrm>
          <a:custGeom>
            <a:avLst/>
            <a:gdLst/>
            <a:ahLst/>
            <a:cxnLst>
              <a:cxn ang="0">
                <a:pos x="wd2" y="hd2"/>
              </a:cxn>
              <a:cxn ang="5400000">
                <a:pos x="wd2" y="hd2"/>
              </a:cxn>
              <a:cxn ang="10800000">
                <a:pos x="wd2" y="hd2"/>
              </a:cxn>
              <a:cxn ang="16200000">
                <a:pos x="wd2" y="hd2"/>
              </a:cxn>
            </a:cxnLst>
            <a:rect l="0" t="0" r="r" b="b"/>
            <a:pathLst>
              <a:path w="21370" h="21600" extrusionOk="0">
                <a:moveTo>
                  <a:pt x="10685" y="0"/>
                </a:moveTo>
                <a:cubicBezTo>
                  <a:pt x="9798" y="0"/>
                  <a:pt x="9001" y="498"/>
                  <a:pt x="8605" y="1300"/>
                </a:cubicBezTo>
                <a:lnTo>
                  <a:pt x="248" y="18197"/>
                </a:lnTo>
                <a:cubicBezTo>
                  <a:pt x="-115" y="18931"/>
                  <a:pt x="-79" y="19786"/>
                  <a:pt x="348" y="20484"/>
                </a:cubicBezTo>
                <a:cubicBezTo>
                  <a:pt x="775" y="21183"/>
                  <a:pt x="1515" y="21600"/>
                  <a:pt x="2327" y="21600"/>
                </a:cubicBezTo>
                <a:lnTo>
                  <a:pt x="19042" y="21600"/>
                </a:lnTo>
                <a:cubicBezTo>
                  <a:pt x="19853" y="21600"/>
                  <a:pt x="20593" y="21183"/>
                  <a:pt x="21020" y="20484"/>
                </a:cubicBezTo>
                <a:cubicBezTo>
                  <a:pt x="21447" y="19786"/>
                  <a:pt x="21485" y="18931"/>
                  <a:pt x="21122" y="18197"/>
                </a:cubicBezTo>
                <a:lnTo>
                  <a:pt x="12765" y="1300"/>
                </a:lnTo>
                <a:cubicBezTo>
                  <a:pt x="12369" y="498"/>
                  <a:pt x="11572" y="0"/>
                  <a:pt x="10685" y="0"/>
                </a:cubicBezTo>
                <a:close/>
                <a:moveTo>
                  <a:pt x="10685" y="744"/>
                </a:moveTo>
                <a:cubicBezTo>
                  <a:pt x="11291" y="744"/>
                  <a:pt x="11836" y="1084"/>
                  <a:pt x="12108" y="1632"/>
                </a:cubicBezTo>
                <a:lnTo>
                  <a:pt x="20464" y="18530"/>
                </a:lnTo>
                <a:cubicBezTo>
                  <a:pt x="20712" y="19032"/>
                  <a:pt x="20686" y="19615"/>
                  <a:pt x="20394" y="20093"/>
                </a:cubicBezTo>
                <a:cubicBezTo>
                  <a:pt x="20102" y="20570"/>
                  <a:pt x="19597" y="20856"/>
                  <a:pt x="19042" y="20856"/>
                </a:cubicBezTo>
                <a:lnTo>
                  <a:pt x="2327" y="20856"/>
                </a:lnTo>
                <a:cubicBezTo>
                  <a:pt x="1772" y="20856"/>
                  <a:pt x="1266" y="20570"/>
                  <a:pt x="974" y="20093"/>
                </a:cubicBezTo>
                <a:cubicBezTo>
                  <a:pt x="683" y="19615"/>
                  <a:pt x="658" y="19032"/>
                  <a:pt x="906" y="18530"/>
                </a:cubicBezTo>
                <a:lnTo>
                  <a:pt x="9262" y="1632"/>
                </a:lnTo>
                <a:cubicBezTo>
                  <a:pt x="9534" y="1084"/>
                  <a:pt x="10079" y="744"/>
                  <a:pt x="10685" y="744"/>
                </a:cubicBezTo>
                <a:close/>
                <a:moveTo>
                  <a:pt x="10685" y="1384"/>
                </a:moveTo>
                <a:cubicBezTo>
                  <a:pt x="10315" y="1384"/>
                  <a:pt x="9996" y="1585"/>
                  <a:pt x="9830" y="1919"/>
                </a:cubicBezTo>
                <a:lnTo>
                  <a:pt x="1472" y="18817"/>
                </a:lnTo>
                <a:cubicBezTo>
                  <a:pt x="1323" y="19118"/>
                  <a:pt x="1338" y="19470"/>
                  <a:pt x="1514" y="19757"/>
                </a:cubicBezTo>
                <a:cubicBezTo>
                  <a:pt x="1689" y="20044"/>
                  <a:pt x="1993" y="20214"/>
                  <a:pt x="2327" y="20214"/>
                </a:cubicBezTo>
                <a:lnTo>
                  <a:pt x="19042" y="20214"/>
                </a:lnTo>
                <a:cubicBezTo>
                  <a:pt x="19375" y="20214"/>
                  <a:pt x="19679" y="20044"/>
                  <a:pt x="19855" y="19757"/>
                </a:cubicBezTo>
                <a:cubicBezTo>
                  <a:pt x="20030" y="19470"/>
                  <a:pt x="20046" y="19118"/>
                  <a:pt x="19896" y="18817"/>
                </a:cubicBezTo>
                <a:lnTo>
                  <a:pt x="11540" y="1919"/>
                </a:lnTo>
                <a:cubicBezTo>
                  <a:pt x="11374" y="1585"/>
                  <a:pt x="11055" y="1384"/>
                  <a:pt x="10685" y="1384"/>
                </a:cubicBezTo>
                <a:close/>
              </a:path>
            </a:pathLst>
          </a:custGeom>
          <a:solidFill>
            <a:srgbClr val="2B9C99"/>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defTabSz="825500">
              <a:defRPr sz="1200" b="0">
                <a:solidFill>
                  <a:srgbClr val="FFFFFF"/>
                </a:solidFill>
                <a:latin typeface="+mn-lt"/>
                <a:ea typeface="+mn-ea"/>
                <a:cs typeface="+mn-cs"/>
                <a:sym typeface="Helvetica Neue Medium"/>
              </a:defRPr>
            </a:lvl1pPr>
          </a:lstStyle>
          <a:p>
            <a:r>
              <a:t>!</a:t>
            </a:r>
          </a:p>
        </p:txBody>
      </p:sp>
      <p:grpSp>
        <p:nvGrpSpPr>
          <p:cNvPr id="215" name="Group"/>
          <p:cNvGrpSpPr/>
          <p:nvPr/>
        </p:nvGrpSpPr>
        <p:grpSpPr>
          <a:xfrm>
            <a:off x="1889581" y="9725559"/>
            <a:ext cx="5167577" cy="3223217"/>
            <a:chOff x="0" y="0"/>
            <a:chExt cx="5167575" cy="3223215"/>
          </a:xfrm>
        </p:grpSpPr>
        <p:pic>
          <p:nvPicPr>
            <p:cNvPr id="213" name="Image" descr="Image"/>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2446113" y="15392"/>
              <a:ext cx="2721463" cy="3207824"/>
            </a:xfrm>
            <a:prstGeom prst="rect">
              <a:avLst/>
            </a:prstGeom>
            <a:ln w="12700" cap="flat">
              <a:noFill/>
              <a:miter lim="400000"/>
            </a:ln>
            <a:effectLst/>
          </p:spPr>
        </p:pic>
        <p:pic>
          <p:nvPicPr>
            <p:cNvPr id="214" name="Image" descr="Image"/>
            <p:cNvPicPr>
              <a:picLocks noChangeAspect="1"/>
            </p:cNvPicPr>
            <p:nvPr/>
          </p:nvPicPr>
          <p:blipFill>
            <a:blip r:embed="rId8" cstate="hqprint">
              <a:extLst>
                <a:ext uri="{28A0092B-C50C-407E-A947-70E740481C1C}">
                  <a14:useLocalDpi xmlns:a14="http://schemas.microsoft.com/office/drawing/2010/main"/>
                </a:ext>
              </a:extLst>
            </a:blip>
            <a:srcRect/>
            <a:stretch>
              <a:fillRect/>
            </a:stretch>
          </p:blipFill>
          <p:spPr>
            <a:xfrm>
              <a:off x="-1" y="-1"/>
              <a:ext cx="2506193" cy="3215908"/>
            </a:xfrm>
            <a:prstGeom prst="rect">
              <a:avLst/>
            </a:prstGeom>
            <a:ln w="12700" cap="flat">
              <a:noFill/>
              <a:miter lim="400000"/>
            </a:ln>
            <a:effectLst/>
          </p:spPr>
        </p:pic>
      </p:grpSp>
      <p:sp>
        <p:nvSpPr>
          <p:cNvPr id="228" name="2"/>
          <p:cNvSpPr/>
          <p:nvPr/>
        </p:nvSpPr>
        <p:spPr>
          <a:xfrm>
            <a:off x="7958728" y="5978707"/>
            <a:ext cx="659253"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2</a:t>
            </a:r>
          </a:p>
        </p:txBody>
      </p:sp>
      <p:sp>
        <p:nvSpPr>
          <p:cNvPr id="229" name="3"/>
          <p:cNvSpPr/>
          <p:nvPr/>
        </p:nvSpPr>
        <p:spPr>
          <a:xfrm>
            <a:off x="7958728" y="7212641"/>
            <a:ext cx="659253"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3</a:t>
            </a:r>
          </a:p>
        </p:txBody>
      </p:sp>
      <p:sp>
        <p:nvSpPr>
          <p:cNvPr id="230" name="4"/>
          <p:cNvSpPr/>
          <p:nvPr/>
        </p:nvSpPr>
        <p:spPr>
          <a:xfrm>
            <a:off x="7958728" y="8446575"/>
            <a:ext cx="659253"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4</a:t>
            </a:r>
          </a:p>
        </p:txBody>
      </p:sp>
      <p:sp>
        <p:nvSpPr>
          <p:cNvPr id="231" name="5"/>
          <p:cNvSpPr/>
          <p:nvPr/>
        </p:nvSpPr>
        <p:spPr>
          <a:xfrm>
            <a:off x="7958728" y="9680508"/>
            <a:ext cx="659253"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5</a:t>
            </a:r>
          </a:p>
        </p:txBody>
      </p:sp>
      <p:sp>
        <p:nvSpPr>
          <p:cNvPr id="232" name="6"/>
          <p:cNvSpPr/>
          <p:nvPr/>
        </p:nvSpPr>
        <p:spPr>
          <a:xfrm>
            <a:off x="7958728" y="10914442"/>
            <a:ext cx="659253"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6</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7FB3B5-E828-48C0-82F6-05AC415F658B}"/>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0" y="2435"/>
            <a:ext cx="24410556" cy="13404476"/>
          </a:xfrm>
          <a:prstGeom prst="rect">
            <a:avLst/>
          </a:prstGeom>
        </p:spPr>
      </p:pic>
      <p:sp>
        <p:nvSpPr>
          <p:cNvPr id="236" name="Slide Number"/>
          <p:cNvSpPr txBox="1">
            <a:spLocks noGrp="1"/>
          </p:cNvSpPr>
          <p:nvPr>
            <p:ph type="sldNum" sz="quarter" idx="2"/>
          </p:nvPr>
        </p:nvSpPr>
        <p:spPr>
          <a:xfrm>
            <a:off x="24010154" y="13349611"/>
            <a:ext cx="254432" cy="341098"/>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5</a:t>
            </a:fld>
            <a:endParaRPr/>
          </a:p>
        </p:txBody>
      </p:sp>
      <p:sp>
        <p:nvSpPr>
          <p:cNvPr id="241" name="Wireless Outdoor Camera Pro"/>
          <p:cNvSpPr txBox="1">
            <a:spLocks noGrp="1"/>
          </p:cNvSpPr>
          <p:nvPr>
            <p:ph type="title"/>
          </p:nvPr>
        </p:nvSpPr>
        <p:spPr>
          <a:xfrm>
            <a:off x="1270000" y="635000"/>
            <a:ext cx="13755933" cy="1460272"/>
          </a:xfrm>
          <a:prstGeom prst="rect">
            <a:avLst/>
          </a:prstGeom>
        </p:spPr>
        <p:txBody>
          <a:bodyPr>
            <a:normAutofit fontScale="90000"/>
          </a:bodyPr>
          <a:lstStyle>
            <a:lvl1pPr defTabSz="591502">
              <a:defRPr sz="7920"/>
            </a:lvl1pPr>
          </a:lstStyle>
          <a:p>
            <a:r>
              <a:rPr lang="en-US">
                <a:solidFill>
                  <a:srgbClr val="1CA390"/>
                </a:solidFill>
                <a:latin typeface="Nunito Sans" pitchFamily="2" charset="77"/>
              </a:rPr>
              <a:t>Camera AI không dây dùng pin</a:t>
            </a:r>
            <a:endParaRPr>
              <a:solidFill>
                <a:srgbClr val="1CA390"/>
              </a:solidFill>
              <a:latin typeface="Nunito Sans" pitchFamily="2" charset="77"/>
            </a:endParaRPr>
          </a:p>
        </p:txBody>
      </p:sp>
      <p:sp>
        <p:nvSpPr>
          <p:cNvPr id="242" name="Wider Field of View Video"/>
          <p:cNvSpPr txBox="1"/>
          <p:nvPr/>
        </p:nvSpPr>
        <p:spPr>
          <a:xfrm>
            <a:off x="17486529" y="3989947"/>
            <a:ext cx="4158676"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Bold"/>
                <a:ea typeface="Roboto Bold"/>
                <a:cs typeface="Roboto Bold"/>
                <a:sym typeface="Roboto Bold"/>
              </a:defRPr>
            </a:lvl1pPr>
          </a:lstStyle>
          <a:p>
            <a:r>
              <a:rPr lang="en-US">
                <a:latin typeface="Nunito Sans" pitchFamily="2" charset="77"/>
              </a:rPr>
              <a:t>Camera góc siêu rộng</a:t>
            </a:r>
            <a:endParaRPr>
              <a:latin typeface="Nunito Sans" pitchFamily="2" charset="77"/>
            </a:endParaRPr>
          </a:p>
        </p:txBody>
      </p:sp>
      <p:sp>
        <p:nvSpPr>
          <p:cNvPr id="243" name="↑"/>
          <p:cNvSpPr/>
          <p:nvPr/>
        </p:nvSpPr>
        <p:spPr>
          <a:xfrm>
            <a:off x="16483272" y="3970873"/>
            <a:ext cx="659253" cy="659253"/>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a:t>
            </a:r>
          </a:p>
        </p:txBody>
      </p:sp>
      <p:sp>
        <p:nvSpPr>
          <p:cNvPr id="244" name="134 Degree FOV FHD video"/>
          <p:cNvSpPr txBox="1"/>
          <p:nvPr/>
        </p:nvSpPr>
        <p:spPr>
          <a:xfrm>
            <a:off x="17486529" y="4518628"/>
            <a:ext cx="3964712" cy="49299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sz="2300" b="0">
                <a:solidFill>
                  <a:srgbClr val="5B5B5D"/>
                </a:solidFill>
                <a:latin typeface="Roboto Regular"/>
                <a:ea typeface="Roboto Regular"/>
                <a:cs typeface="Roboto Regular"/>
                <a:sym typeface="Roboto Regular"/>
              </a:defRPr>
            </a:lvl1pPr>
          </a:lstStyle>
          <a:p>
            <a:r>
              <a:rPr lang="en-US">
                <a:latin typeface="Nunito Sans" pitchFamily="2" charset="77"/>
              </a:rPr>
              <a:t>Quay video siêu rộng 134 độ</a:t>
            </a:r>
            <a:endParaRPr>
              <a:latin typeface="Nunito Sans" pitchFamily="2" charset="77"/>
            </a:endParaRPr>
          </a:p>
        </p:txBody>
      </p:sp>
      <p:sp>
        <p:nvSpPr>
          <p:cNvPr id="245" name="1.5x Longer Battery Life"/>
          <p:cNvSpPr txBox="1"/>
          <p:nvPr/>
        </p:nvSpPr>
        <p:spPr>
          <a:xfrm>
            <a:off x="17528384" y="5986838"/>
            <a:ext cx="4437599"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Bold"/>
                <a:ea typeface="Roboto Bold"/>
                <a:cs typeface="Roboto Bold"/>
                <a:sym typeface="Roboto Bold"/>
              </a:defRPr>
            </a:lvl1pPr>
          </a:lstStyle>
          <a:p>
            <a:r>
              <a:rPr lang="en-US">
                <a:latin typeface="Nunito Sans" pitchFamily="2" charset="77"/>
              </a:rPr>
              <a:t>Thời lượng pin vượt trội</a:t>
            </a:r>
            <a:endParaRPr>
              <a:latin typeface="Nunito Sans" pitchFamily="2" charset="77"/>
            </a:endParaRPr>
          </a:p>
        </p:txBody>
      </p:sp>
      <p:sp>
        <p:nvSpPr>
          <p:cNvPr id="246" name="↑"/>
          <p:cNvSpPr/>
          <p:nvPr/>
        </p:nvSpPr>
        <p:spPr>
          <a:xfrm>
            <a:off x="16478251" y="5967764"/>
            <a:ext cx="659252" cy="659253"/>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a:t>
            </a:r>
          </a:p>
        </p:txBody>
      </p:sp>
      <p:sp>
        <p:nvSpPr>
          <p:cNvPr id="247" name="Up to 9,750 mAh Built-in Battery"/>
          <p:cNvSpPr txBox="1"/>
          <p:nvPr/>
        </p:nvSpPr>
        <p:spPr>
          <a:xfrm>
            <a:off x="17528384" y="6576587"/>
            <a:ext cx="4328595" cy="49299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sz="2300" b="0">
                <a:solidFill>
                  <a:srgbClr val="5B5B5D"/>
                </a:solidFill>
                <a:latin typeface="Roboto Regular"/>
                <a:ea typeface="Roboto Regular"/>
                <a:cs typeface="Roboto Regular"/>
                <a:sym typeface="Roboto Regular"/>
              </a:defRPr>
            </a:lvl1pPr>
          </a:lstStyle>
          <a:p>
            <a:r>
              <a:rPr lang="en-US">
                <a:latin typeface="Nunito Sans" pitchFamily="2" charset="77"/>
              </a:rPr>
              <a:t>Tích hợp pin lithium </a:t>
            </a:r>
            <a:r>
              <a:rPr>
                <a:latin typeface="Nunito Sans" pitchFamily="2" charset="77"/>
              </a:rPr>
              <a:t>9,750 mAh</a:t>
            </a:r>
          </a:p>
        </p:txBody>
      </p:sp>
      <p:sp>
        <p:nvSpPr>
          <p:cNvPr id="249" name="↑"/>
          <p:cNvSpPr/>
          <p:nvPr/>
        </p:nvSpPr>
        <p:spPr>
          <a:xfrm>
            <a:off x="9498272" y="6045420"/>
            <a:ext cx="659252" cy="659253"/>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a:t>
            </a:r>
          </a:p>
        </p:txBody>
      </p:sp>
      <p:sp>
        <p:nvSpPr>
          <p:cNvPr id="250" name="Precise Motion Detection"/>
          <p:cNvSpPr txBox="1"/>
          <p:nvPr/>
        </p:nvSpPr>
        <p:spPr>
          <a:xfrm>
            <a:off x="10526929" y="6062444"/>
            <a:ext cx="5957246"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Bold"/>
                <a:ea typeface="Roboto Bold"/>
                <a:cs typeface="Roboto Bold"/>
                <a:sym typeface="Roboto Bold"/>
              </a:defRPr>
            </a:lvl1pPr>
          </a:lstStyle>
          <a:p>
            <a:r>
              <a:rPr lang="en-US">
                <a:latin typeface="Nunito Sans" pitchFamily="2" charset="77"/>
              </a:rPr>
              <a:t>Cảm biến chuyển động tiên tiến</a:t>
            </a:r>
            <a:endParaRPr>
              <a:latin typeface="Nunito Sans" pitchFamily="2" charset="77"/>
            </a:endParaRPr>
          </a:p>
        </p:txBody>
      </p:sp>
      <p:sp>
        <p:nvSpPr>
          <p:cNvPr id="251" name="New Radar Technology to Avoid False Triggers"/>
          <p:cNvSpPr txBox="1"/>
          <p:nvPr/>
        </p:nvSpPr>
        <p:spPr>
          <a:xfrm>
            <a:off x="10501529" y="6576587"/>
            <a:ext cx="5356559" cy="11212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spAutoFit/>
          </a:bodyPr>
          <a:lstStyle>
            <a:lvl1pPr algn="l" defTabSz="1779223">
              <a:lnSpc>
                <a:spcPct val="90000"/>
              </a:lnSpc>
              <a:defRPr sz="2300" b="0">
                <a:solidFill>
                  <a:srgbClr val="5B5B5D"/>
                </a:solidFill>
                <a:latin typeface="Roboto Regular"/>
                <a:ea typeface="Roboto Regular"/>
                <a:cs typeface="Roboto Regular"/>
                <a:sym typeface="Roboto Regular"/>
              </a:defRPr>
            </a:lvl1pPr>
          </a:lstStyle>
          <a:p>
            <a:r>
              <a:rPr lang="en-US" err="1">
                <a:latin typeface="Nunito Sans" pitchFamily="2" charset="77"/>
              </a:rPr>
              <a:t>Sử</a:t>
            </a:r>
            <a:r>
              <a:rPr lang="en-US">
                <a:latin typeface="Nunito Sans" pitchFamily="2" charset="77"/>
              </a:rPr>
              <a:t> </a:t>
            </a:r>
            <a:r>
              <a:rPr lang="en-US" err="1">
                <a:latin typeface="Nunito Sans" pitchFamily="2" charset="77"/>
              </a:rPr>
              <a:t>dụng</a:t>
            </a:r>
            <a:r>
              <a:rPr lang="en-US">
                <a:latin typeface="Nunito Sans" pitchFamily="2" charset="77"/>
              </a:rPr>
              <a:t> </a:t>
            </a:r>
            <a:r>
              <a:rPr lang="en-US" err="1">
                <a:latin typeface="Nunito Sans" pitchFamily="2" charset="77"/>
              </a:rPr>
              <a:t>công</a:t>
            </a:r>
            <a:r>
              <a:rPr lang="en-US">
                <a:latin typeface="Nunito Sans" pitchFamily="2" charset="77"/>
              </a:rPr>
              <a:t> </a:t>
            </a:r>
            <a:r>
              <a:rPr lang="en-US" err="1">
                <a:latin typeface="Nunito Sans" pitchFamily="2" charset="77"/>
              </a:rPr>
              <a:t>nghệ</a:t>
            </a:r>
            <a:r>
              <a:rPr lang="en-US">
                <a:latin typeface="Nunito Sans" pitchFamily="2" charset="77"/>
              </a:rPr>
              <a:t> radar </a:t>
            </a:r>
            <a:r>
              <a:rPr lang="en-US" err="1">
                <a:latin typeface="Nunito Sans" pitchFamily="2" charset="77"/>
              </a:rPr>
              <a:t>giảm</a:t>
            </a:r>
            <a:r>
              <a:rPr lang="en-US">
                <a:latin typeface="Nunito Sans" pitchFamily="2" charset="77"/>
              </a:rPr>
              <a:t> </a:t>
            </a:r>
            <a:r>
              <a:rPr lang="en-US" err="1">
                <a:latin typeface="Nunito Sans" pitchFamily="2" charset="77"/>
              </a:rPr>
              <a:t>thiểu</a:t>
            </a:r>
            <a:r>
              <a:rPr lang="en-US">
                <a:latin typeface="Nunito Sans" pitchFamily="2" charset="77"/>
              </a:rPr>
              <a:t> </a:t>
            </a:r>
            <a:r>
              <a:rPr lang="en-US" err="1">
                <a:latin typeface="Nunito Sans" pitchFamily="2" charset="77"/>
              </a:rPr>
              <a:t>báo</a:t>
            </a:r>
            <a:r>
              <a:rPr lang="en-US">
                <a:latin typeface="Nunito Sans" pitchFamily="2" charset="77"/>
              </a:rPr>
              <a:t> </a:t>
            </a:r>
            <a:r>
              <a:rPr lang="en-US" err="1">
                <a:latin typeface="Nunito Sans" pitchFamily="2" charset="77"/>
              </a:rPr>
              <a:t>động</a:t>
            </a:r>
            <a:r>
              <a:rPr lang="en-US">
                <a:latin typeface="Nunito Sans" pitchFamily="2" charset="77"/>
              </a:rPr>
              <a:t> </a:t>
            </a:r>
            <a:r>
              <a:rPr lang="en-US" err="1">
                <a:latin typeface="Nunito Sans" pitchFamily="2" charset="77"/>
              </a:rPr>
              <a:t>giả</a:t>
            </a:r>
            <a:r>
              <a:rPr lang="en-US">
                <a:latin typeface="Nunito Sans" pitchFamily="2" charset="77"/>
              </a:rPr>
              <a:t> </a:t>
            </a:r>
            <a:r>
              <a:rPr lang="en-US" err="1">
                <a:latin typeface="Nunito Sans" pitchFamily="2" charset="77"/>
              </a:rPr>
              <a:t>hơn</a:t>
            </a:r>
            <a:r>
              <a:rPr lang="en-US">
                <a:latin typeface="Nunito Sans" pitchFamily="2" charset="77"/>
              </a:rPr>
              <a:t>, </a:t>
            </a:r>
            <a:r>
              <a:rPr lang="en-US" err="1">
                <a:latin typeface="Nunito Sans" pitchFamily="2" charset="77"/>
              </a:rPr>
              <a:t>tăng</a:t>
            </a:r>
            <a:r>
              <a:rPr lang="en-US">
                <a:latin typeface="Nunito Sans" pitchFamily="2" charset="77"/>
              </a:rPr>
              <a:t> </a:t>
            </a:r>
            <a:r>
              <a:rPr lang="en-US" err="1">
                <a:latin typeface="Nunito Sans" pitchFamily="2" charset="77"/>
              </a:rPr>
              <a:t>diện</a:t>
            </a:r>
            <a:r>
              <a:rPr lang="en-US">
                <a:latin typeface="Nunito Sans" pitchFamily="2" charset="77"/>
              </a:rPr>
              <a:t> </a:t>
            </a:r>
            <a:r>
              <a:rPr lang="en-US" err="1">
                <a:latin typeface="Nunito Sans" pitchFamily="2" charset="77"/>
              </a:rPr>
              <a:t>tích</a:t>
            </a:r>
            <a:r>
              <a:rPr lang="en-US">
                <a:latin typeface="Nunito Sans" pitchFamily="2" charset="77"/>
              </a:rPr>
              <a:t> </a:t>
            </a:r>
            <a:r>
              <a:rPr lang="en-US" err="1">
                <a:latin typeface="Nunito Sans" pitchFamily="2" charset="77"/>
              </a:rPr>
              <a:t>khu</a:t>
            </a:r>
            <a:r>
              <a:rPr lang="en-US">
                <a:latin typeface="Nunito Sans" pitchFamily="2" charset="77"/>
              </a:rPr>
              <a:t> </a:t>
            </a:r>
            <a:r>
              <a:rPr lang="en-US" err="1">
                <a:latin typeface="Nunito Sans" pitchFamily="2" charset="77"/>
              </a:rPr>
              <a:t>vực</a:t>
            </a:r>
            <a:r>
              <a:rPr lang="en-US">
                <a:latin typeface="Nunito Sans" pitchFamily="2" charset="77"/>
              </a:rPr>
              <a:t> </a:t>
            </a:r>
            <a:r>
              <a:rPr lang="en-US" err="1">
                <a:latin typeface="Nunito Sans" pitchFamily="2" charset="77"/>
              </a:rPr>
              <a:t>nhận</a:t>
            </a:r>
            <a:r>
              <a:rPr lang="en-US">
                <a:latin typeface="Nunito Sans" pitchFamily="2" charset="77"/>
              </a:rPr>
              <a:t> </a:t>
            </a:r>
            <a:r>
              <a:rPr lang="en-US" err="1">
                <a:latin typeface="Nunito Sans" pitchFamily="2" charset="77"/>
              </a:rPr>
              <a:t>diện</a:t>
            </a:r>
            <a:endParaRPr>
              <a:latin typeface="Nunito Sans" pitchFamily="2" charset="77"/>
            </a:endParaRPr>
          </a:p>
        </p:txBody>
      </p:sp>
      <p:sp>
        <p:nvSpPr>
          <p:cNvPr id="252" name="↑"/>
          <p:cNvSpPr/>
          <p:nvPr/>
        </p:nvSpPr>
        <p:spPr>
          <a:xfrm>
            <a:off x="16478251" y="8100208"/>
            <a:ext cx="659252"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a:t>
            </a:r>
          </a:p>
        </p:txBody>
      </p:sp>
      <p:sp>
        <p:nvSpPr>
          <p:cNvPr id="253" name="Louder Speaker"/>
          <p:cNvSpPr txBox="1"/>
          <p:nvPr/>
        </p:nvSpPr>
        <p:spPr>
          <a:xfrm>
            <a:off x="17528384" y="8119282"/>
            <a:ext cx="5792136"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Bold"/>
                <a:ea typeface="Roboto Bold"/>
                <a:cs typeface="Roboto Bold"/>
                <a:sym typeface="Roboto Bold"/>
              </a:defRPr>
            </a:lvl1pPr>
          </a:lstStyle>
          <a:p>
            <a:r>
              <a:rPr lang="en-US">
                <a:latin typeface="Nunito Sans" pitchFamily="2" charset="77"/>
              </a:rPr>
              <a:t>Loa lớn kiêm chuông báo động</a:t>
            </a:r>
            <a:endParaRPr>
              <a:latin typeface="Nunito Sans" pitchFamily="2" charset="77"/>
            </a:endParaRPr>
          </a:p>
        </p:txBody>
      </p:sp>
      <p:sp>
        <p:nvSpPr>
          <p:cNvPr id="254" name="Better Acoustic Design up to 105dB"/>
          <p:cNvSpPr txBox="1"/>
          <p:nvPr/>
        </p:nvSpPr>
        <p:spPr>
          <a:xfrm>
            <a:off x="17528384" y="8707004"/>
            <a:ext cx="5356559" cy="49299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spAutoFit/>
          </a:bodyPr>
          <a:lstStyle>
            <a:lvl1pPr algn="l" defTabSz="1779223">
              <a:lnSpc>
                <a:spcPct val="90000"/>
              </a:lnSpc>
              <a:defRPr sz="2300" b="0">
                <a:solidFill>
                  <a:srgbClr val="5B5B5D"/>
                </a:solidFill>
                <a:latin typeface="Roboto Regular"/>
                <a:ea typeface="Roboto Regular"/>
                <a:cs typeface="Roboto Regular"/>
                <a:sym typeface="Roboto Regular"/>
              </a:defRPr>
            </a:lvl1pPr>
          </a:lstStyle>
          <a:p>
            <a:r>
              <a:rPr lang="en-US">
                <a:latin typeface="Nunito Sans" pitchFamily="2" charset="77"/>
              </a:rPr>
              <a:t>Độ lớn tối đa 105dB</a:t>
            </a:r>
            <a:endParaRPr>
              <a:latin typeface="Nunito Sans" pitchFamily="2" charset="77"/>
            </a:endParaRPr>
          </a:p>
        </p:txBody>
      </p:sp>
      <p:sp>
        <p:nvSpPr>
          <p:cNvPr id="255" name="↑"/>
          <p:cNvSpPr/>
          <p:nvPr/>
        </p:nvSpPr>
        <p:spPr>
          <a:xfrm>
            <a:off x="9498272" y="8157508"/>
            <a:ext cx="659252"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a:t>
            </a:r>
          </a:p>
        </p:txBody>
      </p:sp>
      <p:sp>
        <p:nvSpPr>
          <p:cNvPr id="256" name="Support Continuous Power"/>
          <p:cNvSpPr txBox="1"/>
          <p:nvPr/>
        </p:nvSpPr>
        <p:spPr>
          <a:xfrm>
            <a:off x="10501529" y="8193163"/>
            <a:ext cx="5564509"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Bold"/>
                <a:ea typeface="Roboto Bold"/>
                <a:cs typeface="Roboto Bold"/>
                <a:sym typeface="Roboto Bold"/>
              </a:defRPr>
            </a:lvl1pPr>
          </a:lstStyle>
          <a:p>
            <a:r>
              <a:rPr lang="en-US">
                <a:latin typeface="Nunito Sans" pitchFamily="2" charset="77"/>
              </a:rPr>
              <a:t>Đa dạng tùy chọn nguồn điện</a:t>
            </a:r>
            <a:endParaRPr>
              <a:latin typeface="Nunito Sans" pitchFamily="2" charset="77"/>
            </a:endParaRPr>
          </a:p>
        </p:txBody>
      </p:sp>
      <p:sp>
        <p:nvSpPr>
          <p:cNvPr id="257" name="Allow 24/7 Recording or Prerecording"/>
          <p:cNvSpPr txBox="1"/>
          <p:nvPr/>
        </p:nvSpPr>
        <p:spPr>
          <a:xfrm>
            <a:off x="10548135" y="8740273"/>
            <a:ext cx="5356559" cy="8115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spAutoFit/>
          </a:bodyPr>
          <a:lstStyle>
            <a:lvl1pPr algn="l" defTabSz="1779223">
              <a:lnSpc>
                <a:spcPct val="90000"/>
              </a:lnSpc>
              <a:defRPr sz="2300" b="0">
                <a:solidFill>
                  <a:srgbClr val="5B5B5D"/>
                </a:solidFill>
                <a:latin typeface="Roboto Regular"/>
                <a:ea typeface="Roboto Regular"/>
                <a:cs typeface="Roboto Regular"/>
                <a:sym typeface="Roboto Regular"/>
              </a:defRPr>
            </a:lvl1pPr>
          </a:lstStyle>
          <a:p>
            <a:r>
              <a:rPr lang="en-US" err="1">
                <a:latin typeface="Nunito Sans" pitchFamily="2" charset="77"/>
              </a:rPr>
              <a:t>Sử</a:t>
            </a:r>
            <a:r>
              <a:rPr lang="en-US">
                <a:latin typeface="Nunito Sans" pitchFamily="2" charset="77"/>
              </a:rPr>
              <a:t> </a:t>
            </a:r>
            <a:r>
              <a:rPr lang="en-US" err="1">
                <a:latin typeface="Nunito Sans" pitchFamily="2" charset="77"/>
              </a:rPr>
              <a:t>dụng</a:t>
            </a:r>
            <a:r>
              <a:rPr lang="en-US">
                <a:latin typeface="Nunito Sans" pitchFamily="2" charset="77"/>
              </a:rPr>
              <a:t> pin </a:t>
            </a:r>
            <a:r>
              <a:rPr lang="en-US" err="1">
                <a:latin typeface="Nunito Sans" pitchFamily="2" charset="77"/>
              </a:rPr>
              <a:t>để</a:t>
            </a:r>
            <a:r>
              <a:rPr lang="en-US">
                <a:latin typeface="Nunito Sans" pitchFamily="2" charset="77"/>
              </a:rPr>
              <a:t> </a:t>
            </a:r>
            <a:r>
              <a:rPr lang="en-US" err="1">
                <a:latin typeface="Nunito Sans" pitchFamily="2" charset="77"/>
              </a:rPr>
              <a:t>ghi</a:t>
            </a:r>
            <a:r>
              <a:rPr lang="en-US">
                <a:latin typeface="Nunito Sans" pitchFamily="2" charset="77"/>
              </a:rPr>
              <a:t> </a:t>
            </a:r>
            <a:r>
              <a:rPr lang="en-US" err="1">
                <a:latin typeface="Nunito Sans" pitchFamily="2" charset="77"/>
              </a:rPr>
              <a:t>lại</a:t>
            </a:r>
            <a:r>
              <a:rPr lang="en-US">
                <a:latin typeface="Nunito Sans" pitchFamily="2" charset="77"/>
              </a:rPr>
              <a:t> </a:t>
            </a:r>
            <a:r>
              <a:rPr lang="en-US" err="1">
                <a:latin typeface="Nunito Sans" pitchFamily="2" charset="77"/>
              </a:rPr>
              <a:t>khi</a:t>
            </a:r>
            <a:r>
              <a:rPr lang="en-US">
                <a:latin typeface="Nunito Sans" pitchFamily="2" charset="77"/>
              </a:rPr>
              <a:t> </a:t>
            </a:r>
            <a:r>
              <a:rPr lang="en-US" err="1">
                <a:latin typeface="Nunito Sans" pitchFamily="2" charset="77"/>
              </a:rPr>
              <a:t>có</a:t>
            </a:r>
            <a:r>
              <a:rPr lang="en-US">
                <a:latin typeface="Nunito Sans" pitchFamily="2" charset="77"/>
              </a:rPr>
              <a:t> </a:t>
            </a:r>
            <a:r>
              <a:rPr lang="en-US" err="1">
                <a:latin typeface="Nunito Sans" pitchFamily="2" charset="77"/>
              </a:rPr>
              <a:t>chuyển</a:t>
            </a:r>
            <a:r>
              <a:rPr lang="en-US">
                <a:latin typeface="Nunito Sans" pitchFamily="2" charset="77"/>
              </a:rPr>
              <a:t> </a:t>
            </a:r>
            <a:r>
              <a:rPr lang="en-US" err="1">
                <a:latin typeface="Nunito Sans" pitchFamily="2" charset="77"/>
              </a:rPr>
              <a:t>động</a:t>
            </a:r>
            <a:r>
              <a:rPr lang="en-US">
                <a:latin typeface="Nunito Sans" pitchFamily="2" charset="77"/>
              </a:rPr>
              <a:t> </a:t>
            </a:r>
            <a:r>
              <a:rPr lang="en-US" err="1">
                <a:latin typeface="Nunito Sans" pitchFamily="2" charset="77"/>
              </a:rPr>
              <a:t>hoặc</a:t>
            </a:r>
            <a:r>
              <a:rPr lang="en-US">
                <a:latin typeface="Nunito Sans" pitchFamily="2" charset="77"/>
              </a:rPr>
              <a:t> </a:t>
            </a:r>
            <a:r>
              <a:rPr lang="en-US" err="1">
                <a:latin typeface="Nunito Sans" pitchFamily="2" charset="77"/>
              </a:rPr>
              <a:t>cắm</a:t>
            </a:r>
            <a:r>
              <a:rPr lang="en-US">
                <a:latin typeface="Nunito Sans" pitchFamily="2" charset="77"/>
              </a:rPr>
              <a:t> </a:t>
            </a:r>
            <a:r>
              <a:rPr lang="en-US" err="1">
                <a:latin typeface="Nunito Sans" pitchFamily="2" charset="77"/>
              </a:rPr>
              <a:t>điện</a:t>
            </a:r>
            <a:r>
              <a:rPr lang="en-US">
                <a:latin typeface="Nunito Sans" pitchFamily="2" charset="77"/>
              </a:rPr>
              <a:t> </a:t>
            </a:r>
            <a:r>
              <a:rPr lang="en-US" err="1">
                <a:latin typeface="Nunito Sans" pitchFamily="2" charset="77"/>
              </a:rPr>
              <a:t>ghi</a:t>
            </a:r>
            <a:r>
              <a:rPr lang="en-US">
                <a:latin typeface="Nunito Sans" pitchFamily="2" charset="77"/>
              </a:rPr>
              <a:t> </a:t>
            </a:r>
            <a:r>
              <a:rPr lang="en-US" err="1">
                <a:latin typeface="Nunito Sans" pitchFamily="2" charset="77"/>
              </a:rPr>
              <a:t>lại</a:t>
            </a:r>
            <a:r>
              <a:rPr lang="en-US">
                <a:latin typeface="Nunito Sans" pitchFamily="2" charset="77"/>
              </a:rPr>
              <a:t> 24/7</a:t>
            </a:r>
            <a:endParaRPr>
              <a:latin typeface="Nunito Sans" pitchFamily="2" charset="77"/>
            </a:endParaRPr>
          </a:p>
        </p:txBody>
      </p:sp>
      <p:sp>
        <p:nvSpPr>
          <p:cNvPr id="258" name="↑"/>
          <p:cNvSpPr/>
          <p:nvPr/>
        </p:nvSpPr>
        <p:spPr>
          <a:xfrm>
            <a:off x="16478251" y="10232652"/>
            <a:ext cx="659252"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a:t>
            </a:r>
          </a:p>
        </p:txBody>
      </p:sp>
      <p:sp>
        <p:nvSpPr>
          <p:cNvPr id="259" name="Built-in Video Analytic"/>
          <p:cNvSpPr txBox="1"/>
          <p:nvPr/>
        </p:nvSpPr>
        <p:spPr>
          <a:xfrm>
            <a:off x="17528384" y="10251725"/>
            <a:ext cx="4642783"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Bold"/>
                <a:ea typeface="Roboto Bold"/>
                <a:cs typeface="Roboto Bold"/>
                <a:sym typeface="Roboto Bold"/>
              </a:defRPr>
            </a:lvl1pPr>
          </a:lstStyle>
          <a:p>
            <a:r>
              <a:rPr lang="en-US">
                <a:latin typeface="Nunito Sans" pitchFamily="2" charset="77"/>
              </a:rPr>
              <a:t>Tích hợp trí tuệ nhân tạo</a:t>
            </a:r>
            <a:endParaRPr>
              <a:latin typeface="Nunito Sans" pitchFamily="2" charset="77"/>
            </a:endParaRPr>
          </a:p>
        </p:txBody>
      </p:sp>
      <p:sp>
        <p:nvSpPr>
          <p:cNvPr id="260" name="Object Detection and Tracking"/>
          <p:cNvSpPr txBox="1"/>
          <p:nvPr/>
        </p:nvSpPr>
        <p:spPr>
          <a:xfrm>
            <a:off x="17528384" y="10837609"/>
            <a:ext cx="5356559" cy="49299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spAutoFit/>
          </a:bodyPr>
          <a:lstStyle>
            <a:lvl1pPr algn="l" defTabSz="1779223">
              <a:lnSpc>
                <a:spcPct val="90000"/>
              </a:lnSpc>
              <a:defRPr sz="2300" b="0">
                <a:solidFill>
                  <a:srgbClr val="5B5B5D"/>
                </a:solidFill>
                <a:latin typeface="Roboto Regular"/>
                <a:ea typeface="Roboto Regular"/>
                <a:cs typeface="Roboto Regular"/>
                <a:sym typeface="Roboto Regular"/>
              </a:defRPr>
            </a:lvl1pPr>
          </a:lstStyle>
          <a:p>
            <a:r>
              <a:rPr lang="en-US">
                <a:latin typeface="Nunito Sans" pitchFamily="2" charset="77"/>
              </a:rPr>
              <a:t>Tự động nhận diện và theo dõi chủ thể</a:t>
            </a:r>
            <a:endParaRPr>
              <a:latin typeface="Nunito Sans" pitchFamily="2" charset="77"/>
            </a:endParaRPr>
          </a:p>
        </p:txBody>
      </p:sp>
      <p:sp>
        <p:nvSpPr>
          <p:cNvPr id="261" name="↑"/>
          <p:cNvSpPr/>
          <p:nvPr/>
        </p:nvSpPr>
        <p:spPr>
          <a:xfrm>
            <a:off x="9498272" y="10269596"/>
            <a:ext cx="659252"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a:t>
            </a:r>
          </a:p>
        </p:txBody>
      </p:sp>
      <p:sp>
        <p:nvSpPr>
          <p:cNvPr id="262" name="Multiple Mounting Methods"/>
          <p:cNvSpPr txBox="1"/>
          <p:nvPr/>
        </p:nvSpPr>
        <p:spPr>
          <a:xfrm>
            <a:off x="10526929" y="10237870"/>
            <a:ext cx="5527641"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Bold"/>
                <a:ea typeface="Roboto Bold"/>
                <a:cs typeface="Roboto Bold"/>
                <a:sym typeface="Roboto Bold"/>
              </a:defRPr>
            </a:lvl1pPr>
          </a:lstStyle>
          <a:p>
            <a:r>
              <a:rPr lang="en-US">
                <a:latin typeface="Nunito Sans" pitchFamily="2" charset="77"/>
              </a:rPr>
              <a:t>Đa dạng phương thức lắp đặt</a:t>
            </a:r>
            <a:endParaRPr>
              <a:latin typeface="Nunito Sans" pitchFamily="2" charset="77"/>
            </a:endParaRPr>
          </a:p>
        </p:txBody>
      </p:sp>
      <p:sp>
        <p:nvSpPr>
          <p:cNvPr id="263" name="Flexible to Mount on Different Locations"/>
          <p:cNvSpPr txBox="1"/>
          <p:nvPr/>
        </p:nvSpPr>
        <p:spPr>
          <a:xfrm>
            <a:off x="10548136" y="10837609"/>
            <a:ext cx="5816885" cy="8115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spAutoFit/>
          </a:bodyPr>
          <a:lstStyle>
            <a:lvl1pPr algn="l" defTabSz="1779223">
              <a:lnSpc>
                <a:spcPct val="90000"/>
              </a:lnSpc>
              <a:defRPr sz="2300" b="0">
                <a:solidFill>
                  <a:srgbClr val="5B5B5D"/>
                </a:solidFill>
                <a:latin typeface="Roboto Regular"/>
                <a:ea typeface="Roboto Regular"/>
                <a:cs typeface="Roboto Regular"/>
                <a:sym typeface="Roboto Regular"/>
              </a:defRPr>
            </a:lvl1pPr>
          </a:lstStyle>
          <a:p>
            <a:r>
              <a:rPr lang="en-US" err="1">
                <a:latin typeface="Nunito Sans" pitchFamily="2" charset="77"/>
              </a:rPr>
              <a:t>Đế</a:t>
            </a:r>
            <a:r>
              <a:rPr lang="en-US">
                <a:latin typeface="Nunito Sans" pitchFamily="2" charset="77"/>
              </a:rPr>
              <a:t> </a:t>
            </a:r>
            <a:r>
              <a:rPr lang="en-US" err="1">
                <a:latin typeface="Nunito Sans" pitchFamily="2" charset="77"/>
              </a:rPr>
              <a:t>nam</a:t>
            </a:r>
            <a:r>
              <a:rPr lang="en-US">
                <a:latin typeface="Nunito Sans" pitchFamily="2" charset="77"/>
              </a:rPr>
              <a:t> </a:t>
            </a:r>
            <a:r>
              <a:rPr lang="en-US" err="1">
                <a:latin typeface="Nunito Sans" pitchFamily="2" charset="77"/>
              </a:rPr>
              <a:t>châm</a:t>
            </a:r>
            <a:r>
              <a:rPr lang="en-US">
                <a:latin typeface="Nunito Sans" pitchFamily="2" charset="77"/>
              </a:rPr>
              <a:t> </a:t>
            </a:r>
            <a:r>
              <a:rPr lang="en-US" err="1">
                <a:latin typeface="Nunito Sans" pitchFamily="2" charset="77"/>
              </a:rPr>
              <a:t>lắp</a:t>
            </a:r>
            <a:r>
              <a:rPr lang="en-US">
                <a:latin typeface="Nunito Sans" pitchFamily="2" charset="77"/>
              </a:rPr>
              <a:t> </a:t>
            </a:r>
            <a:r>
              <a:rPr lang="en-US" err="1">
                <a:latin typeface="Nunito Sans" pitchFamily="2" charset="77"/>
              </a:rPr>
              <a:t>đặt</a:t>
            </a:r>
            <a:r>
              <a:rPr lang="en-US">
                <a:latin typeface="Nunito Sans" pitchFamily="2" charset="77"/>
              </a:rPr>
              <a:t> linh </a:t>
            </a:r>
            <a:r>
              <a:rPr lang="en-US" err="1">
                <a:latin typeface="Nunito Sans" pitchFamily="2" charset="77"/>
              </a:rPr>
              <a:t>hoạt</a:t>
            </a:r>
            <a:r>
              <a:rPr lang="en-US">
                <a:latin typeface="Nunito Sans" pitchFamily="2" charset="77"/>
              </a:rPr>
              <a:t> ở </a:t>
            </a:r>
            <a:r>
              <a:rPr lang="en-US" err="1">
                <a:latin typeface="Nunito Sans" pitchFamily="2" charset="77"/>
              </a:rPr>
              <a:t>nhiều</a:t>
            </a:r>
            <a:r>
              <a:rPr lang="en-US">
                <a:latin typeface="Nunito Sans" pitchFamily="2" charset="77"/>
              </a:rPr>
              <a:t> </a:t>
            </a:r>
            <a:r>
              <a:rPr lang="en-US" err="1">
                <a:latin typeface="Nunito Sans" pitchFamily="2" charset="77"/>
              </a:rPr>
              <a:t>địa</a:t>
            </a:r>
            <a:r>
              <a:rPr lang="en-US">
                <a:latin typeface="Nunito Sans" pitchFamily="2" charset="77"/>
              </a:rPr>
              <a:t> </a:t>
            </a:r>
            <a:r>
              <a:rPr lang="en-US" err="1">
                <a:latin typeface="Nunito Sans" pitchFamily="2" charset="77"/>
              </a:rPr>
              <a:t>hình</a:t>
            </a:r>
            <a:endParaRPr>
              <a:latin typeface="Nunito Sans" pitchFamily="2" charset="77"/>
            </a:endParaRPr>
          </a:p>
        </p:txBody>
      </p:sp>
      <p:sp>
        <p:nvSpPr>
          <p:cNvPr id="264" name="↑"/>
          <p:cNvSpPr/>
          <p:nvPr/>
        </p:nvSpPr>
        <p:spPr>
          <a:xfrm>
            <a:off x="9519480" y="3977202"/>
            <a:ext cx="659252"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a:t>
            </a:r>
          </a:p>
        </p:txBody>
      </p:sp>
      <p:sp>
        <p:nvSpPr>
          <p:cNvPr id="265" name="Brand New ID"/>
          <p:cNvSpPr txBox="1"/>
          <p:nvPr/>
        </p:nvSpPr>
        <p:spPr>
          <a:xfrm>
            <a:off x="10548137" y="3994225"/>
            <a:ext cx="3235347"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Bold"/>
                <a:ea typeface="Roboto Bold"/>
                <a:cs typeface="Roboto Bold"/>
                <a:sym typeface="Roboto Bold"/>
              </a:defRPr>
            </a:lvl1pPr>
          </a:lstStyle>
          <a:p>
            <a:r>
              <a:rPr lang="en-US">
                <a:latin typeface="Nunito Sans" pitchFamily="2" charset="77"/>
              </a:rPr>
              <a:t>Thiết kế nhỏ gọn</a:t>
            </a:r>
            <a:endParaRPr>
              <a:latin typeface="Nunito Sans" pitchFamily="2" charset="77"/>
            </a:endParaRPr>
          </a:p>
        </p:txBody>
      </p:sp>
      <p:sp>
        <p:nvSpPr>
          <p:cNvPr id="266" name="Refresh Outlook"/>
          <p:cNvSpPr txBox="1"/>
          <p:nvPr/>
        </p:nvSpPr>
        <p:spPr>
          <a:xfrm>
            <a:off x="10548137" y="4518628"/>
            <a:ext cx="5356559" cy="49299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spAutoFit/>
          </a:bodyPr>
          <a:lstStyle>
            <a:lvl1pPr algn="l" defTabSz="1779223">
              <a:lnSpc>
                <a:spcPct val="90000"/>
              </a:lnSpc>
              <a:defRPr sz="2300" b="0">
                <a:solidFill>
                  <a:srgbClr val="5B5B5D"/>
                </a:solidFill>
                <a:latin typeface="Roboto Regular"/>
                <a:ea typeface="Roboto Regular"/>
                <a:cs typeface="Roboto Regular"/>
                <a:sym typeface="Roboto Regular"/>
              </a:defRPr>
            </a:lvl1pPr>
          </a:lstStyle>
          <a:p>
            <a:r>
              <a:rPr lang="en-US" err="1">
                <a:latin typeface="Nunito Sans" pitchFamily="2" charset="77"/>
              </a:rPr>
              <a:t>Đặt</a:t>
            </a:r>
            <a:r>
              <a:rPr lang="en-US">
                <a:latin typeface="Nunito Sans" pitchFamily="2" charset="77"/>
              </a:rPr>
              <a:t> </a:t>
            </a:r>
            <a:r>
              <a:rPr lang="en-US" err="1">
                <a:latin typeface="Nunito Sans" pitchFamily="2" charset="77"/>
              </a:rPr>
              <a:t>bất</a:t>
            </a:r>
            <a:r>
              <a:rPr lang="en-US">
                <a:latin typeface="Nunito Sans" pitchFamily="2" charset="77"/>
              </a:rPr>
              <a:t> </a:t>
            </a:r>
            <a:r>
              <a:rPr lang="en-US" err="1">
                <a:latin typeface="Nunito Sans" pitchFamily="2" charset="77"/>
              </a:rPr>
              <a:t>cứ</a:t>
            </a:r>
            <a:r>
              <a:rPr lang="en-US">
                <a:latin typeface="Nunito Sans" pitchFamily="2" charset="77"/>
              </a:rPr>
              <a:t> </a:t>
            </a:r>
            <a:r>
              <a:rPr lang="en-US" err="1">
                <a:latin typeface="Nunito Sans" pitchFamily="2" charset="77"/>
              </a:rPr>
              <a:t>đâu</a:t>
            </a:r>
            <a:r>
              <a:rPr lang="en-US">
                <a:latin typeface="Nunito Sans" pitchFamily="2" charset="77"/>
              </a:rPr>
              <a:t> </a:t>
            </a:r>
            <a:r>
              <a:rPr lang="en-US" err="1">
                <a:latin typeface="Nunito Sans" pitchFamily="2" charset="77"/>
              </a:rPr>
              <a:t>một</a:t>
            </a:r>
            <a:r>
              <a:rPr lang="en-US">
                <a:latin typeface="Nunito Sans" pitchFamily="2" charset="77"/>
              </a:rPr>
              <a:t> </a:t>
            </a:r>
            <a:r>
              <a:rPr lang="en-US" err="1">
                <a:latin typeface="Nunito Sans" pitchFamily="2" charset="77"/>
              </a:rPr>
              <a:t>cách</a:t>
            </a:r>
            <a:r>
              <a:rPr lang="en-US">
                <a:latin typeface="Nunito Sans" pitchFamily="2" charset="77"/>
              </a:rPr>
              <a:t> linh </a:t>
            </a:r>
            <a:r>
              <a:rPr lang="en-US" err="1">
                <a:latin typeface="Nunito Sans" pitchFamily="2" charset="77"/>
              </a:rPr>
              <a:t>hoạt</a:t>
            </a:r>
            <a:endParaRPr>
              <a:latin typeface="Nunito Sans" pitchFamily="2" charset="77"/>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Wireless Video Doorbell"/>
          <p:cNvSpPr txBox="1">
            <a:spLocks noGrp="1"/>
          </p:cNvSpPr>
          <p:nvPr>
            <p:ph type="title"/>
          </p:nvPr>
        </p:nvSpPr>
        <p:spPr>
          <a:prstGeom prst="rect">
            <a:avLst/>
          </a:prstGeom>
        </p:spPr>
        <p:txBody>
          <a:bodyPr>
            <a:normAutofit fontScale="90000"/>
          </a:bodyPr>
          <a:lstStyle>
            <a:lvl1pPr defTabSz="607933">
              <a:defRPr sz="8140"/>
            </a:lvl1pPr>
          </a:lstStyle>
          <a:p>
            <a:r>
              <a:rPr lang="en-US">
                <a:solidFill>
                  <a:srgbClr val="1CA390"/>
                </a:solidFill>
                <a:latin typeface="Nunito Sans" pitchFamily="2" charset="77"/>
              </a:rPr>
              <a:t>Chuông cửa AI video không dây dùng pin</a:t>
            </a:r>
            <a:endParaRPr>
              <a:solidFill>
                <a:srgbClr val="1CA390"/>
              </a:solidFill>
              <a:latin typeface="Nunito Sans" pitchFamily="2" charset="77"/>
            </a:endParaRPr>
          </a:p>
        </p:txBody>
      </p:sp>
      <p:sp>
        <p:nvSpPr>
          <p:cNvPr id="269" name="Slide Number"/>
          <p:cNvSpPr txBox="1">
            <a:spLocks noGrp="1"/>
          </p:cNvSpPr>
          <p:nvPr>
            <p:ph type="sldNum" sz="quarter" idx="2"/>
          </p:nvPr>
        </p:nvSpPr>
        <p:spPr>
          <a:xfrm>
            <a:off x="24010154" y="13349611"/>
            <a:ext cx="254432" cy="341098"/>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6</a:t>
            </a:fld>
            <a:endParaRPr/>
          </a:p>
        </p:txBody>
      </p:sp>
      <p:pic>
        <p:nvPicPr>
          <p:cNvPr id="270" name="doorbell_p1.jpg" descr="doorbell_p1.jpg"/>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186099" y="3722670"/>
            <a:ext cx="17627601" cy="9623914"/>
          </a:xfrm>
          <a:prstGeom prst="rect">
            <a:avLst/>
          </a:prstGeom>
          <a:ln w="12700">
            <a:miter lim="400000"/>
          </a:ln>
        </p:spPr>
      </p:pic>
      <p:grpSp>
        <p:nvGrpSpPr>
          <p:cNvPr id="274" name="Group"/>
          <p:cNvGrpSpPr/>
          <p:nvPr/>
        </p:nvGrpSpPr>
        <p:grpSpPr>
          <a:xfrm>
            <a:off x="862293" y="10284473"/>
            <a:ext cx="3395819" cy="837435"/>
            <a:chOff x="0" y="0"/>
            <a:chExt cx="3395818" cy="837434"/>
          </a:xfrm>
        </p:grpSpPr>
        <p:sp>
          <p:nvSpPr>
            <p:cNvPr id="271" name="Rounded Rectangle"/>
            <p:cNvSpPr/>
            <p:nvPr/>
          </p:nvSpPr>
          <p:spPr>
            <a:xfrm>
              <a:off x="0" y="0"/>
              <a:ext cx="3394230" cy="837434"/>
            </a:xfrm>
            <a:prstGeom prst="roundRect">
              <a:avLst>
                <a:gd name="adj" fmla="val 9490"/>
              </a:avLst>
            </a:prstGeom>
            <a:solidFill>
              <a:srgbClr val="FFFFFF"/>
            </a:solidFill>
            <a:ln w="3175" cap="flat">
              <a:solidFill>
                <a:schemeClr val="accent5"/>
              </a:solidFill>
              <a:prstDash val="solid"/>
              <a:miter lim="400000"/>
            </a:ln>
            <a:effectLst/>
          </p:spPr>
          <p:txBody>
            <a:bodyPr wrap="square" lIns="29517" tIns="29517" rIns="29517" bIns="29517" numCol="1" anchor="ctr">
              <a:noAutofit/>
            </a:bodyPr>
            <a:lstStyle/>
            <a:p>
              <a:pPr defTabSz="640490">
                <a:defRPr sz="2200" b="0">
                  <a:solidFill>
                    <a:srgbClr val="FFFFFF"/>
                  </a:solidFill>
                  <a:latin typeface="+mn-lt"/>
                  <a:ea typeface="+mn-ea"/>
                  <a:cs typeface="+mn-cs"/>
                  <a:sym typeface="Helvetica Neue Medium"/>
                </a:defRPr>
              </a:pPr>
              <a:endParaRPr/>
            </a:p>
          </p:txBody>
        </p:sp>
        <p:sp>
          <p:nvSpPr>
            <p:cNvPr id="272" name="Someone is ringing your doorbell"/>
            <p:cNvSpPr txBox="1"/>
            <p:nvPr/>
          </p:nvSpPr>
          <p:spPr>
            <a:xfrm>
              <a:off x="431650" y="34968"/>
              <a:ext cx="2964168" cy="767496"/>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9517" tIns="29517" rIns="29517" bIns="29517" numCol="1" anchor="ctr">
              <a:spAutoFit/>
            </a:bodyPr>
            <a:lstStyle>
              <a:lvl1pPr defTabSz="640490">
                <a:defRPr sz="2300" b="0">
                  <a:solidFill>
                    <a:srgbClr val="F28641"/>
                  </a:solidFill>
                  <a:latin typeface="Roboto Lt"/>
                  <a:ea typeface="Roboto Lt"/>
                  <a:cs typeface="Roboto Lt"/>
                  <a:sym typeface="Roboto Light"/>
                </a:defRPr>
              </a:lvl1pPr>
            </a:lstStyle>
            <a:p>
              <a:r>
                <a:rPr lang="en-US">
                  <a:solidFill>
                    <a:srgbClr val="01B19F"/>
                  </a:solidFill>
                </a:rPr>
                <a:t>Ai </a:t>
              </a:r>
              <a:r>
                <a:rPr lang="en-US" err="1">
                  <a:solidFill>
                    <a:srgbClr val="01B19F"/>
                  </a:solidFill>
                </a:rPr>
                <a:t>đó</a:t>
              </a:r>
              <a:r>
                <a:rPr lang="en-US">
                  <a:solidFill>
                    <a:srgbClr val="01B19F"/>
                  </a:solidFill>
                </a:rPr>
                <a:t> </a:t>
              </a:r>
              <a:r>
                <a:rPr lang="en-US" err="1">
                  <a:solidFill>
                    <a:srgbClr val="01B19F"/>
                  </a:solidFill>
                </a:rPr>
                <a:t>đang</a:t>
              </a:r>
              <a:r>
                <a:rPr lang="en-US">
                  <a:solidFill>
                    <a:srgbClr val="01B19F"/>
                  </a:solidFill>
                </a:rPr>
                <a:t> </a:t>
              </a:r>
              <a:r>
                <a:rPr lang="en-US" err="1">
                  <a:solidFill>
                    <a:srgbClr val="01B19F"/>
                  </a:solidFill>
                </a:rPr>
                <a:t>bâm</a:t>
              </a:r>
              <a:r>
                <a:rPr lang="en-US">
                  <a:solidFill>
                    <a:srgbClr val="01B19F"/>
                  </a:solidFill>
                </a:rPr>
                <a:t> </a:t>
              </a:r>
              <a:r>
                <a:rPr lang="en-US" err="1">
                  <a:solidFill>
                    <a:srgbClr val="01B19F"/>
                  </a:solidFill>
                </a:rPr>
                <a:t>chuông</a:t>
              </a:r>
              <a:r>
                <a:rPr lang="en-US">
                  <a:solidFill>
                    <a:srgbClr val="01B19F"/>
                  </a:solidFill>
                </a:rPr>
                <a:t> </a:t>
              </a:r>
              <a:r>
                <a:rPr lang="en-US" err="1">
                  <a:solidFill>
                    <a:srgbClr val="01B19F"/>
                  </a:solidFill>
                </a:rPr>
                <a:t>cửa</a:t>
              </a:r>
              <a:endParaRPr>
                <a:solidFill>
                  <a:srgbClr val="01B19F"/>
                </a:solidFill>
              </a:endParaRPr>
            </a:p>
          </p:txBody>
        </p:sp>
        <p:sp>
          <p:nvSpPr>
            <p:cNvPr id="273" name="!"/>
            <p:cNvSpPr/>
            <p:nvPr/>
          </p:nvSpPr>
          <p:spPr>
            <a:xfrm>
              <a:off x="70694" y="120598"/>
              <a:ext cx="596333" cy="596237"/>
            </a:xfrm>
            <a:custGeom>
              <a:avLst/>
              <a:gdLst/>
              <a:ahLst/>
              <a:cxnLst>
                <a:cxn ang="0">
                  <a:pos x="wd2" y="hd2"/>
                </a:cxn>
                <a:cxn ang="5400000">
                  <a:pos x="wd2" y="hd2"/>
                </a:cxn>
                <a:cxn ang="10800000">
                  <a:pos x="wd2" y="hd2"/>
                </a:cxn>
                <a:cxn ang="16200000">
                  <a:pos x="wd2" y="hd2"/>
                </a:cxn>
              </a:cxnLst>
              <a:rect l="0" t="0" r="r" b="b"/>
              <a:pathLst>
                <a:path w="21370" h="21600" extrusionOk="0">
                  <a:moveTo>
                    <a:pt x="10685" y="0"/>
                  </a:moveTo>
                  <a:cubicBezTo>
                    <a:pt x="9798" y="0"/>
                    <a:pt x="9001" y="498"/>
                    <a:pt x="8605" y="1300"/>
                  </a:cubicBezTo>
                  <a:lnTo>
                    <a:pt x="248" y="18197"/>
                  </a:lnTo>
                  <a:cubicBezTo>
                    <a:pt x="-115" y="18931"/>
                    <a:pt x="-79" y="19786"/>
                    <a:pt x="348" y="20484"/>
                  </a:cubicBezTo>
                  <a:cubicBezTo>
                    <a:pt x="775" y="21183"/>
                    <a:pt x="1515" y="21600"/>
                    <a:pt x="2327" y="21600"/>
                  </a:cubicBezTo>
                  <a:lnTo>
                    <a:pt x="19042" y="21600"/>
                  </a:lnTo>
                  <a:cubicBezTo>
                    <a:pt x="19853" y="21600"/>
                    <a:pt x="20593" y="21183"/>
                    <a:pt x="21020" y="20484"/>
                  </a:cubicBezTo>
                  <a:cubicBezTo>
                    <a:pt x="21447" y="19786"/>
                    <a:pt x="21485" y="18931"/>
                    <a:pt x="21122" y="18197"/>
                  </a:cubicBezTo>
                  <a:lnTo>
                    <a:pt x="12765" y="1300"/>
                  </a:lnTo>
                  <a:cubicBezTo>
                    <a:pt x="12369" y="498"/>
                    <a:pt x="11572" y="0"/>
                    <a:pt x="10685" y="0"/>
                  </a:cubicBezTo>
                  <a:close/>
                  <a:moveTo>
                    <a:pt x="10685" y="744"/>
                  </a:moveTo>
                  <a:cubicBezTo>
                    <a:pt x="11291" y="744"/>
                    <a:pt x="11836" y="1084"/>
                    <a:pt x="12108" y="1632"/>
                  </a:cubicBezTo>
                  <a:lnTo>
                    <a:pt x="20464" y="18530"/>
                  </a:lnTo>
                  <a:cubicBezTo>
                    <a:pt x="20712" y="19032"/>
                    <a:pt x="20686" y="19615"/>
                    <a:pt x="20394" y="20093"/>
                  </a:cubicBezTo>
                  <a:cubicBezTo>
                    <a:pt x="20102" y="20570"/>
                    <a:pt x="19597" y="20856"/>
                    <a:pt x="19042" y="20856"/>
                  </a:cubicBezTo>
                  <a:lnTo>
                    <a:pt x="2327" y="20856"/>
                  </a:lnTo>
                  <a:cubicBezTo>
                    <a:pt x="1772" y="20856"/>
                    <a:pt x="1266" y="20570"/>
                    <a:pt x="974" y="20093"/>
                  </a:cubicBezTo>
                  <a:cubicBezTo>
                    <a:pt x="683" y="19615"/>
                    <a:pt x="658" y="19032"/>
                    <a:pt x="906" y="18530"/>
                  </a:cubicBezTo>
                  <a:lnTo>
                    <a:pt x="9262" y="1632"/>
                  </a:lnTo>
                  <a:cubicBezTo>
                    <a:pt x="9534" y="1084"/>
                    <a:pt x="10079" y="744"/>
                    <a:pt x="10685" y="744"/>
                  </a:cubicBezTo>
                  <a:close/>
                  <a:moveTo>
                    <a:pt x="10685" y="1384"/>
                  </a:moveTo>
                  <a:cubicBezTo>
                    <a:pt x="10315" y="1384"/>
                    <a:pt x="9996" y="1585"/>
                    <a:pt x="9830" y="1919"/>
                  </a:cubicBezTo>
                  <a:lnTo>
                    <a:pt x="1472" y="18817"/>
                  </a:lnTo>
                  <a:cubicBezTo>
                    <a:pt x="1323" y="19118"/>
                    <a:pt x="1338" y="19470"/>
                    <a:pt x="1514" y="19757"/>
                  </a:cubicBezTo>
                  <a:cubicBezTo>
                    <a:pt x="1689" y="20044"/>
                    <a:pt x="1993" y="20214"/>
                    <a:pt x="2327" y="20214"/>
                  </a:cubicBezTo>
                  <a:lnTo>
                    <a:pt x="19042" y="20214"/>
                  </a:lnTo>
                  <a:cubicBezTo>
                    <a:pt x="19375" y="20214"/>
                    <a:pt x="19679" y="20044"/>
                    <a:pt x="19855" y="19757"/>
                  </a:cubicBezTo>
                  <a:cubicBezTo>
                    <a:pt x="20030" y="19470"/>
                    <a:pt x="20046" y="19118"/>
                    <a:pt x="19896" y="18817"/>
                  </a:cubicBezTo>
                  <a:lnTo>
                    <a:pt x="11540" y="1919"/>
                  </a:lnTo>
                  <a:cubicBezTo>
                    <a:pt x="11374" y="1585"/>
                    <a:pt x="11055" y="1384"/>
                    <a:pt x="10685" y="1384"/>
                  </a:cubicBezTo>
                  <a:close/>
                </a:path>
              </a:pathLst>
            </a:custGeom>
            <a:solidFill>
              <a:schemeClr val="accent5"/>
            </a:solid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ctr">
              <a:noAutofit/>
            </a:bodyPr>
            <a:lstStyle>
              <a:lvl1pPr defTabSz="297165">
                <a:defRPr sz="2900" b="0">
                  <a:solidFill>
                    <a:srgbClr val="FFFFFF"/>
                  </a:solidFill>
                  <a:latin typeface="+mn-lt"/>
                  <a:ea typeface="+mn-ea"/>
                  <a:cs typeface="+mn-cs"/>
                  <a:sym typeface="Helvetica Neue Medium"/>
                </a:defRPr>
              </a:lvl1pPr>
            </a:lstStyle>
            <a:p>
              <a:r>
                <a:t>!</a:t>
              </a:r>
            </a:p>
          </p:txBody>
        </p:sp>
      </p:grpSp>
      <p:pic>
        <p:nvPicPr>
          <p:cNvPr id="275" name="doorpkg.jpg" descr="doorpkg.jpg"/>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9837578" y="3449755"/>
            <a:ext cx="14565313" cy="9896074"/>
          </a:xfrm>
          <a:custGeom>
            <a:avLst/>
            <a:gdLst/>
            <a:ahLst/>
            <a:cxnLst>
              <a:cxn ang="0">
                <a:pos x="wd2" y="hd2"/>
              </a:cxn>
              <a:cxn ang="5400000">
                <a:pos x="wd2" y="hd2"/>
              </a:cxn>
              <a:cxn ang="10800000">
                <a:pos x="wd2" y="hd2"/>
              </a:cxn>
              <a:cxn ang="16200000">
                <a:pos x="wd2" y="hd2"/>
              </a:cxn>
            </a:cxnLst>
            <a:rect l="0" t="0" r="r" b="b"/>
            <a:pathLst>
              <a:path w="21600" h="21528" extrusionOk="0">
                <a:moveTo>
                  <a:pt x="18326" y="4"/>
                </a:moveTo>
                <a:cubicBezTo>
                  <a:pt x="16155" y="-72"/>
                  <a:pt x="13967" y="1101"/>
                  <a:pt x="12310" y="3524"/>
                </a:cubicBezTo>
                <a:lnTo>
                  <a:pt x="0" y="21528"/>
                </a:lnTo>
                <a:lnTo>
                  <a:pt x="21600" y="21528"/>
                </a:lnTo>
                <a:lnTo>
                  <a:pt x="21600" y="1136"/>
                </a:lnTo>
                <a:lnTo>
                  <a:pt x="21226" y="882"/>
                </a:lnTo>
                <a:cubicBezTo>
                  <a:pt x="20297" y="331"/>
                  <a:pt x="19313" y="38"/>
                  <a:pt x="18326" y="4"/>
                </a:cubicBezTo>
                <a:close/>
              </a:path>
            </a:pathLst>
          </a:custGeom>
          <a:ln w="12700">
            <a:miter lim="400000"/>
          </a:ln>
        </p:spPr>
      </p:pic>
      <p:pic>
        <p:nvPicPr>
          <p:cNvPr id="276" name="180 rendering.4558.png" descr="180 rendering.4558.png"/>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2755605" y="3814882"/>
            <a:ext cx="738066" cy="1796666"/>
          </a:xfrm>
          <a:prstGeom prst="rect">
            <a:avLst/>
          </a:prstGeom>
          <a:ln w="12700">
            <a:miter lim="400000"/>
          </a:ln>
        </p:spPr>
      </p:pic>
      <p:sp>
        <p:nvSpPr>
          <p:cNvPr id="280" name="Wireless Video Doorbell has 180 degree field of view to capture everything in front of your door, including packages directly under the doorstep. Wire-free connections to place anywhere without the need of wired doorbell in place. Chime included."/>
          <p:cNvSpPr txBox="1">
            <a:spLocks noGrp="1"/>
          </p:cNvSpPr>
          <p:nvPr>
            <p:ph type="body" sz="quarter" idx="1"/>
          </p:nvPr>
        </p:nvSpPr>
        <p:spPr>
          <a:xfrm>
            <a:off x="1270891" y="1905000"/>
            <a:ext cx="17627601" cy="3153383"/>
          </a:xfrm>
          <a:prstGeom prst="rect">
            <a:avLst/>
          </a:prstGeom>
        </p:spPr>
        <p:txBody>
          <a:bodyPr>
            <a:normAutofit lnSpcReduction="10000"/>
          </a:bodyPr>
          <a:lstStyle>
            <a:lvl1pPr marL="0" indent="0">
              <a:buSzTx/>
              <a:buNone/>
              <a:defRPr sz="4200"/>
            </a:lvl1pPr>
          </a:lstStyle>
          <a:p>
            <a:r>
              <a:rPr lang="en-US">
                <a:latin typeface="Nunito Sans" pitchFamily="2" charset="77"/>
              </a:rPr>
              <a:t>Sở </a:t>
            </a:r>
            <a:r>
              <a:rPr lang="en-US" err="1">
                <a:latin typeface="Nunito Sans" pitchFamily="2" charset="77"/>
              </a:rPr>
              <a:t>hữu</a:t>
            </a:r>
            <a:r>
              <a:rPr lang="en-US">
                <a:latin typeface="Nunito Sans" pitchFamily="2" charset="77"/>
              </a:rPr>
              <a:t> </a:t>
            </a:r>
            <a:r>
              <a:rPr lang="en-US" err="1">
                <a:latin typeface="Nunito Sans" pitchFamily="2" charset="77"/>
              </a:rPr>
              <a:t>góc</a:t>
            </a:r>
            <a:r>
              <a:rPr lang="en-US">
                <a:latin typeface="Nunito Sans" pitchFamily="2" charset="77"/>
              </a:rPr>
              <a:t> </a:t>
            </a:r>
            <a:r>
              <a:rPr lang="en-US" err="1">
                <a:latin typeface="Nunito Sans" pitchFamily="2" charset="77"/>
              </a:rPr>
              <a:t>nhìn</a:t>
            </a:r>
            <a:r>
              <a:rPr lang="en-US">
                <a:latin typeface="Nunito Sans" pitchFamily="2" charset="77"/>
              </a:rPr>
              <a:t> </a:t>
            </a:r>
            <a:r>
              <a:rPr lang="en-US" err="1">
                <a:latin typeface="Nunito Sans" pitchFamily="2" charset="77"/>
              </a:rPr>
              <a:t>siêu</a:t>
            </a:r>
            <a:r>
              <a:rPr lang="en-US">
                <a:latin typeface="Nunito Sans" pitchFamily="2" charset="77"/>
              </a:rPr>
              <a:t> </a:t>
            </a:r>
            <a:r>
              <a:rPr lang="en-US" err="1">
                <a:latin typeface="Nunito Sans" pitchFamily="2" charset="77"/>
              </a:rPr>
              <a:t>rộng</a:t>
            </a:r>
            <a:r>
              <a:rPr lang="en-US">
                <a:latin typeface="Nunito Sans" pitchFamily="2" charset="77"/>
              </a:rPr>
              <a:t> </a:t>
            </a:r>
            <a:r>
              <a:rPr lang="en-US" err="1">
                <a:latin typeface="Nunito Sans" pitchFamily="2" charset="77"/>
              </a:rPr>
              <a:t>lên</a:t>
            </a:r>
            <a:r>
              <a:rPr lang="en-US">
                <a:latin typeface="Nunito Sans" pitchFamily="2" charset="77"/>
              </a:rPr>
              <a:t> </a:t>
            </a:r>
            <a:r>
              <a:rPr lang="en-US" err="1">
                <a:latin typeface="Nunito Sans" pitchFamily="2" charset="77"/>
              </a:rPr>
              <a:t>đến</a:t>
            </a:r>
            <a:r>
              <a:rPr lang="en-US">
                <a:latin typeface="Nunito Sans" pitchFamily="2" charset="77"/>
              </a:rPr>
              <a:t> 180 </a:t>
            </a:r>
            <a:r>
              <a:rPr lang="en-US" err="1">
                <a:latin typeface="Nunito Sans" pitchFamily="2" charset="77"/>
              </a:rPr>
              <a:t>độ</a:t>
            </a:r>
            <a:r>
              <a:rPr lang="en-US">
                <a:latin typeface="Nunito Sans" pitchFamily="2" charset="77"/>
              </a:rPr>
              <a:t>, </a:t>
            </a:r>
            <a:r>
              <a:rPr lang="en-US" err="1">
                <a:latin typeface="Nunito Sans" pitchFamily="2" charset="77"/>
              </a:rPr>
              <a:t>chuông</a:t>
            </a:r>
            <a:r>
              <a:rPr lang="en-US">
                <a:latin typeface="Nunito Sans" pitchFamily="2" charset="77"/>
              </a:rPr>
              <a:t> </a:t>
            </a:r>
            <a:r>
              <a:rPr lang="en-US" err="1">
                <a:latin typeface="Nunito Sans" pitchFamily="2" charset="77"/>
              </a:rPr>
              <a:t>cửa</a:t>
            </a:r>
            <a:r>
              <a:rPr lang="en-US">
                <a:latin typeface="Nunito Sans" pitchFamily="2" charset="77"/>
              </a:rPr>
              <a:t> </a:t>
            </a:r>
            <a:r>
              <a:rPr lang="en-US" err="1">
                <a:latin typeface="Nunito Sans" pitchFamily="2" charset="77"/>
              </a:rPr>
              <a:t>tích</a:t>
            </a:r>
            <a:r>
              <a:rPr lang="en-US">
                <a:latin typeface="Nunito Sans" pitchFamily="2" charset="77"/>
              </a:rPr>
              <a:t> </a:t>
            </a:r>
            <a:r>
              <a:rPr lang="en-US" err="1">
                <a:latin typeface="Nunito Sans" pitchFamily="2" charset="77"/>
              </a:rPr>
              <a:t>hợp</a:t>
            </a:r>
            <a:r>
              <a:rPr lang="en-US">
                <a:latin typeface="Nunito Sans" pitchFamily="2" charset="77"/>
              </a:rPr>
              <a:t> </a:t>
            </a:r>
            <a:r>
              <a:rPr lang="en-US" err="1">
                <a:latin typeface="Nunito Sans" pitchFamily="2" charset="77"/>
              </a:rPr>
              <a:t>trí</a:t>
            </a:r>
            <a:r>
              <a:rPr lang="en-US">
                <a:latin typeface="Nunito Sans" pitchFamily="2" charset="77"/>
              </a:rPr>
              <a:t> </a:t>
            </a:r>
            <a:r>
              <a:rPr lang="en-US" err="1">
                <a:latin typeface="Nunito Sans" pitchFamily="2" charset="77"/>
              </a:rPr>
              <a:t>tuệ</a:t>
            </a:r>
            <a:r>
              <a:rPr lang="en-US">
                <a:latin typeface="Nunito Sans" pitchFamily="2" charset="77"/>
              </a:rPr>
              <a:t> </a:t>
            </a:r>
            <a:r>
              <a:rPr lang="en-US" err="1">
                <a:latin typeface="Nunito Sans" pitchFamily="2" charset="77"/>
              </a:rPr>
              <a:t>nhân</a:t>
            </a:r>
            <a:r>
              <a:rPr lang="en-US">
                <a:latin typeface="Nunito Sans" pitchFamily="2" charset="77"/>
              </a:rPr>
              <a:t> </a:t>
            </a:r>
            <a:r>
              <a:rPr lang="en-US" err="1">
                <a:latin typeface="Nunito Sans" pitchFamily="2" charset="77"/>
              </a:rPr>
              <a:t>tạo</a:t>
            </a:r>
            <a:r>
              <a:rPr lang="en-US">
                <a:latin typeface="Nunito Sans" pitchFamily="2" charset="77"/>
              </a:rPr>
              <a:t> </a:t>
            </a:r>
            <a:r>
              <a:rPr lang="en-US" err="1">
                <a:latin typeface="Nunito Sans" pitchFamily="2" charset="77"/>
              </a:rPr>
              <a:t>của</a:t>
            </a:r>
            <a:r>
              <a:rPr lang="en-US">
                <a:latin typeface="Nunito Sans" pitchFamily="2" charset="77"/>
              </a:rPr>
              <a:t> CUVO </a:t>
            </a:r>
            <a:r>
              <a:rPr lang="en-US" err="1">
                <a:latin typeface="Nunito Sans" pitchFamily="2" charset="77"/>
              </a:rPr>
              <a:t>sẽ</a:t>
            </a:r>
            <a:r>
              <a:rPr lang="en-US">
                <a:latin typeface="Nunito Sans" pitchFamily="2" charset="77"/>
              </a:rPr>
              <a:t> </a:t>
            </a:r>
            <a:r>
              <a:rPr lang="en-US" err="1">
                <a:latin typeface="Nunito Sans" pitchFamily="2" charset="77"/>
              </a:rPr>
              <a:t>quan</a:t>
            </a:r>
            <a:r>
              <a:rPr lang="en-US">
                <a:latin typeface="Nunito Sans" pitchFamily="2" charset="77"/>
              </a:rPr>
              <a:t> </a:t>
            </a:r>
            <a:r>
              <a:rPr lang="en-US" err="1">
                <a:latin typeface="Nunito Sans" pitchFamily="2" charset="77"/>
              </a:rPr>
              <a:t>sát</a:t>
            </a:r>
            <a:r>
              <a:rPr lang="en-US">
                <a:latin typeface="Nunito Sans" pitchFamily="2" charset="77"/>
              </a:rPr>
              <a:t> </a:t>
            </a:r>
            <a:r>
              <a:rPr lang="en-US" err="1">
                <a:latin typeface="Nunito Sans" pitchFamily="2" charset="77"/>
              </a:rPr>
              <a:t>và</a:t>
            </a:r>
            <a:r>
              <a:rPr lang="en-US">
                <a:latin typeface="Nunito Sans" pitchFamily="2" charset="77"/>
              </a:rPr>
              <a:t> </a:t>
            </a:r>
            <a:r>
              <a:rPr lang="en-US" err="1">
                <a:latin typeface="Nunito Sans" pitchFamily="2" charset="77"/>
              </a:rPr>
              <a:t>ghi</a:t>
            </a:r>
            <a:r>
              <a:rPr lang="en-US">
                <a:latin typeface="Nunito Sans" pitchFamily="2" charset="77"/>
              </a:rPr>
              <a:t> </a:t>
            </a:r>
            <a:r>
              <a:rPr lang="en-US" err="1">
                <a:latin typeface="Nunito Sans" pitchFamily="2" charset="77"/>
              </a:rPr>
              <a:t>lại</a:t>
            </a:r>
            <a:r>
              <a:rPr lang="en-US">
                <a:latin typeface="Nunito Sans" pitchFamily="2" charset="77"/>
              </a:rPr>
              <a:t> </a:t>
            </a:r>
            <a:r>
              <a:rPr lang="en-US" err="1">
                <a:latin typeface="Nunito Sans" pitchFamily="2" charset="77"/>
              </a:rPr>
              <a:t>tất</a:t>
            </a:r>
            <a:r>
              <a:rPr lang="en-US">
                <a:latin typeface="Nunito Sans" pitchFamily="2" charset="77"/>
              </a:rPr>
              <a:t> </a:t>
            </a:r>
            <a:r>
              <a:rPr lang="en-US" err="1">
                <a:latin typeface="Nunito Sans" pitchFamily="2" charset="77"/>
              </a:rPr>
              <a:t>cả</a:t>
            </a:r>
            <a:r>
              <a:rPr lang="en-US">
                <a:latin typeface="Nunito Sans" pitchFamily="2" charset="77"/>
              </a:rPr>
              <a:t> </a:t>
            </a:r>
            <a:r>
              <a:rPr lang="en-US" err="1">
                <a:latin typeface="Nunito Sans" pitchFamily="2" charset="77"/>
              </a:rPr>
              <a:t>những</a:t>
            </a:r>
            <a:r>
              <a:rPr lang="en-US">
                <a:latin typeface="Nunito Sans" pitchFamily="2" charset="77"/>
              </a:rPr>
              <a:t> </a:t>
            </a:r>
            <a:r>
              <a:rPr lang="en-US" err="1">
                <a:latin typeface="Nunito Sans" pitchFamily="2" charset="77"/>
              </a:rPr>
              <a:t>gì</a:t>
            </a:r>
            <a:r>
              <a:rPr lang="en-US">
                <a:latin typeface="Nunito Sans" pitchFamily="2" charset="77"/>
              </a:rPr>
              <a:t> </a:t>
            </a:r>
            <a:r>
              <a:rPr lang="en-US" err="1">
                <a:latin typeface="Nunito Sans" pitchFamily="2" charset="77"/>
              </a:rPr>
              <a:t>diễn</a:t>
            </a:r>
            <a:r>
              <a:rPr lang="en-US">
                <a:latin typeface="Nunito Sans" pitchFamily="2" charset="77"/>
              </a:rPr>
              <a:t> </a:t>
            </a:r>
            <a:r>
              <a:rPr lang="en-US" err="1">
                <a:latin typeface="Nunito Sans" pitchFamily="2" charset="77"/>
              </a:rPr>
              <a:t>ra</a:t>
            </a:r>
            <a:r>
              <a:rPr lang="en-US">
                <a:latin typeface="Nunito Sans" pitchFamily="2" charset="77"/>
              </a:rPr>
              <a:t> </a:t>
            </a:r>
            <a:r>
              <a:rPr lang="en-US" err="1">
                <a:latin typeface="Nunito Sans" pitchFamily="2" charset="77"/>
              </a:rPr>
              <a:t>bên</a:t>
            </a:r>
            <a:r>
              <a:rPr lang="en-US">
                <a:latin typeface="Nunito Sans" pitchFamily="2" charset="77"/>
              </a:rPr>
              <a:t> </a:t>
            </a:r>
            <a:r>
              <a:rPr lang="en-US" err="1">
                <a:latin typeface="Nunito Sans" pitchFamily="2" charset="77"/>
              </a:rPr>
              <a:t>ngoài</a:t>
            </a:r>
            <a:r>
              <a:rPr lang="en-US">
                <a:latin typeface="Nunito Sans" pitchFamily="2" charset="77"/>
              </a:rPr>
              <a:t> </a:t>
            </a:r>
            <a:r>
              <a:rPr lang="en-US" err="1">
                <a:latin typeface="Nunito Sans" pitchFamily="2" charset="77"/>
              </a:rPr>
              <a:t>cửa</a:t>
            </a:r>
            <a:r>
              <a:rPr lang="en-US">
                <a:latin typeface="Nunito Sans" pitchFamily="2" charset="77"/>
              </a:rPr>
              <a:t> </a:t>
            </a:r>
            <a:r>
              <a:rPr lang="en-US" err="1">
                <a:latin typeface="Nunito Sans" pitchFamily="2" charset="77"/>
              </a:rPr>
              <a:t>nhà</a:t>
            </a:r>
            <a:r>
              <a:rPr lang="en-US">
                <a:latin typeface="Nunito Sans" pitchFamily="2" charset="77"/>
              </a:rPr>
              <a:t> </a:t>
            </a:r>
            <a:r>
              <a:rPr lang="en-US" err="1">
                <a:latin typeface="Nunito Sans" pitchFamily="2" charset="77"/>
              </a:rPr>
              <a:t>bạn</a:t>
            </a:r>
            <a:r>
              <a:rPr lang="en-US">
                <a:latin typeface="Nunito Sans" pitchFamily="2" charset="77"/>
              </a:rPr>
              <a:t>. </a:t>
            </a:r>
            <a:r>
              <a:rPr lang="en-US" err="1">
                <a:latin typeface="Nunito Sans" pitchFamily="2" charset="77"/>
              </a:rPr>
              <a:t>Chuông</a:t>
            </a:r>
            <a:r>
              <a:rPr lang="en-US">
                <a:latin typeface="Nunito Sans" pitchFamily="2" charset="77"/>
              </a:rPr>
              <a:t> </a:t>
            </a:r>
            <a:r>
              <a:rPr lang="en-US" err="1">
                <a:latin typeface="Nunito Sans" pitchFamily="2" charset="77"/>
              </a:rPr>
              <a:t>cửa</a:t>
            </a:r>
            <a:r>
              <a:rPr lang="en-US">
                <a:latin typeface="Nunito Sans" pitchFamily="2" charset="77"/>
              </a:rPr>
              <a:t> AI </a:t>
            </a:r>
            <a:r>
              <a:rPr lang="en-US" err="1">
                <a:latin typeface="Nunito Sans" pitchFamily="2" charset="77"/>
              </a:rPr>
              <a:t>tiên</a:t>
            </a:r>
            <a:r>
              <a:rPr lang="en-US">
                <a:latin typeface="Nunito Sans" pitchFamily="2" charset="77"/>
              </a:rPr>
              <a:t> </a:t>
            </a:r>
            <a:r>
              <a:rPr lang="en-US" err="1">
                <a:latin typeface="Nunito Sans" pitchFamily="2" charset="77"/>
              </a:rPr>
              <a:t>tiến</a:t>
            </a:r>
            <a:r>
              <a:rPr lang="en-US">
                <a:latin typeface="Nunito Sans" pitchFamily="2" charset="77"/>
              </a:rPr>
              <a:t> </a:t>
            </a:r>
            <a:r>
              <a:rPr lang="en-US" err="1">
                <a:latin typeface="Nunito Sans" pitchFamily="2" charset="77"/>
              </a:rPr>
              <a:t>của</a:t>
            </a:r>
            <a:r>
              <a:rPr lang="en-US">
                <a:latin typeface="Nunito Sans" pitchFamily="2" charset="77"/>
              </a:rPr>
              <a:t> </a:t>
            </a:r>
            <a:r>
              <a:rPr lang="en-US" err="1">
                <a:latin typeface="Nunito Sans" pitchFamily="2" charset="77"/>
              </a:rPr>
              <a:t>chúng</a:t>
            </a:r>
            <a:r>
              <a:rPr lang="en-US">
                <a:latin typeface="Nunito Sans" pitchFamily="2" charset="77"/>
              </a:rPr>
              <a:t> </a:t>
            </a:r>
            <a:r>
              <a:rPr lang="en-US" err="1">
                <a:latin typeface="Nunito Sans" pitchFamily="2" charset="77"/>
              </a:rPr>
              <a:t>tôi</a:t>
            </a:r>
            <a:r>
              <a:rPr lang="en-US">
                <a:latin typeface="Nunito Sans" pitchFamily="2" charset="77"/>
              </a:rPr>
              <a:t> </a:t>
            </a:r>
            <a:r>
              <a:rPr lang="en-US" err="1">
                <a:latin typeface="Nunito Sans" pitchFamily="2" charset="77"/>
              </a:rPr>
              <a:t>đi</a:t>
            </a:r>
            <a:r>
              <a:rPr lang="en-US">
                <a:latin typeface="Nunito Sans" pitchFamily="2" charset="77"/>
              </a:rPr>
              <a:t> </a:t>
            </a:r>
            <a:r>
              <a:rPr lang="en-US" err="1">
                <a:latin typeface="Nunito Sans" pitchFamily="2" charset="77"/>
              </a:rPr>
              <a:t>kèm</a:t>
            </a:r>
            <a:r>
              <a:rPr lang="en-US">
                <a:latin typeface="Nunito Sans" pitchFamily="2" charset="77"/>
              </a:rPr>
              <a:t> </a:t>
            </a:r>
            <a:r>
              <a:rPr lang="en-US" err="1">
                <a:latin typeface="Nunito Sans" pitchFamily="2" charset="77"/>
              </a:rPr>
              <a:t>với</a:t>
            </a:r>
            <a:r>
              <a:rPr lang="en-US">
                <a:latin typeface="Nunito Sans" pitchFamily="2" charset="77"/>
              </a:rPr>
              <a:t> </a:t>
            </a:r>
            <a:r>
              <a:rPr lang="en-US" err="1">
                <a:latin typeface="Nunito Sans" pitchFamily="2" charset="77"/>
              </a:rPr>
              <a:t>chuông</a:t>
            </a:r>
            <a:r>
              <a:rPr lang="en-US">
                <a:latin typeface="Nunito Sans" pitchFamily="2" charset="77"/>
              </a:rPr>
              <a:t> </a:t>
            </a:r>
            <a:r>
              <a:rPr lang="en-US" err="1">
                <a:latin typeface="Nunito Sans" pitchFamily="2" charset="77"/>
              </a:rPr>
              <a:t>báo</a:t>
            </a:r>
            <a:r>
              <a:rPr lang="en-US">
                <a:latin typeface="Nunito Sans" pitchFamily="2" charset="77"/>
              </a:rPr>
              <a:t> </a:t>
            </a:r>
            <a:r>
              <a:rPr lang="en-US" err="1">
                <a:latin typeface="Nunito Sans" pitchFamily="2" charset="77"/>
              </a:rPr>
              <a:t>rời</a:t>
            </a:r>
            <a:r>
              <a:rPr lang="en-US">
                <a:latin typeface="Nunito Sans" pitchFamily="2" charset="77"/>
              </a:rPr>
              <a:t>, </a:t>
            </a:r>
            <a:r>
              <a:rPr lang="en-US" err="1">
                <a:latin typeface="Nunito Sans" pitchFamily="2" charset="77"/>
              </a:rPr>
              <a:t>có</a:t>
            </a:r>
            <a:r>
              <a:rPr lang="en-US">
                <a:latin typeface="Nunito Sans" pitchFamily="2" charset="77"/>
              </a:rPr>
              <a:t> </a:t>
            </a:r>
            <a:r>
              <a:rPr lang="en-US" err="1">
                <a:latin typeface="Nunito Sans" pitchFamily="2" charset="77"/>
              </a:rPr>
              <a:t>thể</a:t>
            </a:r>
            <a:r>
              <a:rPr lang="en-US">
                <a:latin typeface="Nunito Sans" pitchFamily="2" charset="77"/>
              </a:rPr>
              <a:t> </a:t>
            </a:r>
            <a:r>
              <a:rPr lang="en-US" err="1">
                <a:latin typeface="Nunito Sans" pitchFamily="2" charset="77"/>
              </a:rPr>
              <a:t>sử</a:t>
            </a:r>
            <a:r>
              <a:rPr lang="en-US">
                <a:latin typeface="Nunito Sans" pitchFamily="2" charset="77"/>
              </a:rPr>
              <a:t> </a:t>
            </a:r>
            <a:r>
              <a:rPr lang="en-US" err="1">
                <a:latin typeface="Nunito Sans" pitchFamily="2" charset="77"/>
              </a:rPr>
              <a:t>dụng</a:t>
            </a:r>
            <a:r>
              <a:rPr lang="en-US">
                <a:latin typeface="Nunito Sans" pitchFamily="2" charset="77"/>
              </a:rPr>
              <a:t> </a:t>
            </a:r>
            <a:r>
              <a:rPr lang="en-US" err="1">
                <a:latin typeface="Nunito Sans" pitchFamily="2" charset="77"/>
              </a:rPr>
              <a:t>không</a:t>
            </a:r>
            <a:r>
              <a:rPr lang="en-US">
                <a:latin typeface="Nunito Sans" pitchFamily="2" charset="77"/>
              </a:rPr>
              <a:t> </a:t>
            </a:r>
            <a:r>
              <a:rPr lang="en-US" err="1">
                <a:latin typeface="Nunito Sans" pitchFamily="2" charset="77"/>
              </a:rPr>
              <a:t>dây</a:t>
            </a:r>
            <a:r>
              <a:rPr lang="en-US">
                <a:latin typeface="Nunito Sans" pitchFamily="2" charset="77"/>
              </a:rPr>
              <a:t> </a:t>
            </a:r>
            <a:r>
              <a:rPr lang="en-US" err="1">
                <a:latin typeface="Nunito Sans" pitchFamily="2" charset="77"/>
              </a:rPr>
              <a:t>hoàn</a:t>
            </a:r>
            <a:r>
              <a:rPr lang="en-US">
                <a:latin typeface="Nunito Sans" pitchFamily="2" charset="77"/>
              </a:rPr>
              <a:t> </a:t>
            </a:r>
            <a:r>
              <a:rPr lang="en-US" err="1">
                <a:latin typeface="Nunito Sans" pitchFamily="2" charset="77"/>
              </a:rPr>
              <a:t>toàn</a:t>
            </a:r>
            <a:r>
              <a:rPr lang="en-US">
                <a:latin typeface="Nunito Sans" pitchFamily="2" charset="77"/>
              </a:rPr>
              <a:t> </a:t>
            </a:r>
            <a:r>
              <a:rPr lang="en-US" err="1">
                <a:latin typeface="Nunito Sans" pitchFamily="2" charset="77"/>
              </a:rPr>
              <a:t>hoặc</a:t>
            </a:r>
            <a:r>
              <a:rPr lang="en-US">
                <a:latin typeface="Nunito Sans" pitchFamily="2" charset="77"/>
              </a:rPr>
              <a:t> </a:t>
            </a:r>
            <a:r>
              <a:rPr lang="en-US" err="1">
                <a:latin typeface="Nunito Sans" pitchFamily="2" charset="77"/>
              </a:rPr>
              <a:t>thay</a:t>
            </a:r>
            <a:r>
              <a:rPr lang="en-US">
                <a:latin typeface="Nunito Sans" pitchFamily="2" charset="77"/>
              </a:rPr>
              <a:t> </a:t>
            </a:r>
            <a:r>
              <a:rPr lang="en-US" err="1">
                <a:latin typeface="Nunito Sans" pitchFamily="2" charset="77"/>
              </a:rPr>
              <a:t>thế</a:t>
            </a:r>
            <a:r>
              <a:rPr lang="en-US">
                <a:latin typeface="Nunito Sans" pitchFamily="2" charset="77"/>
              </a:rPr>
              <a:t> </a:t>
            </a:r>
            <a:r>
              <a:rPr lang="en-US" err="1">
                <a:latin typeface="Nunito Sans" pitchFamily="2" charset="77"/>
              </a:rPr>
              <a:t>cho</a:t>
            </a:r>
            <a:r>
              <a:rPr lang="en-US">
                <a:latin typeface="Nunito Sans" pitchFamily="2" charset="77"/>
              </a:rPr>
              <a:t> </a:t>
            </a:r>
            <a:r>
              <a:rPr lang="en-US" err="1">
                <a:latin typeface="Nunito Sans" pitchFamily="2" charset="77"/>
              </a:rPr>
              <a:t>chuông</a:t>
            </a:r>
            <a:r>
              <a:rPr lang="en-US">
                <a:latin typeface="Nunito Sans" pitchFamily="2" charset="77"/>
              </a:rPr>
              <a:t> </a:t>
            </a:r>
            <a:r>
              <a:rPr lang="en-US" err="1">
                <a:latin typeface="Nunito Sans" pitchFamily="2" charset="77"/>
              </a:rPr>
              <a:t>cửa</a:t>
            </a:r>
            <a:r>
              <a:rPr lang="en-US">
                <a:latin typeface="Nunito Sans" pitchFamily="2" charset="77"/>
              </a:rPr>
              <a:t> </a:t>
            </a:r>
            <a:r>
              <a:rPr lang="en-US" err="1">
                <a:latin typeface="Nunito Sans" pitchFamily="2" charset="77"/>
              </a:rPr>
              <a:t>truyền</a:t>
            </a:r>
            <a:r>
              <a:rPr lang="en-US">
                <a:latin typeface="Nunito Sans" pitchFamily="2" charset="77"/>
              </a:rPr>
              <a:t> </a:t>
            </a:r>
            <a:r>
              <a:rPr lang="en-US" err="1">
                <a:latin typeface="Nunito Sans" pitchFamily="2" charset="77"/>
              </a:rPr>
              <a:t>thống</a:t>
            </a:r>
            <a:r>
              <a:rPr lang="en-US">
                <a:latin typeface="Nunito Sans" pitchFamily="2" charset="77"/>
              </a:rPr>
              <a:t> </a:t>
            </a:r>
            <a:r>
              <a:rPr lang="en-US" err="1">
                <a:latin typeface="Nunito Sans" pitchFamily="2" charset="77"/>
              </a:rPr>
              <a:t>cũ</a:t>
            </a:r>
            <a:r>
              <a:rPr lang="en-US">
                <a:latin typeface="Nunito Sans" pitchFamily="2" charset="77"/>
              </a:rPr>
              <a:t>. </a:t>
            </a:r>
            <a:endParaRPr>
              <a:latin typeface="Nunito Sans" pitchFamily="2" charset="77"/>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C25AE5-C033-45F8-A5D3-877B4F0F79A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9731" y="0"/>
            <a:ext cx="24572407" cy="13338494"/>
          </a:xfrm>
          <a:prstGeom prst="rect">
            <a:avLst/>
          </a:prstGeom>
          <a:solidFill>
            <a:srgbClr val="1CA390"/>
          </a:solidFill>
        </p:spPr>
      </p:pic>
      <p:sp>
        <p:nvSpPr>
          <p:cNvPr id="283" name="Rectangle"/>
          <p:cNvSpPr/>
          <p:nvPr/>
        </p:nvSpPr>
        <p:spPr>
          <a:xfrm rot="16201121">
            <a:off x="125361" y="2973079"/>
            <a:ext cx="13336075" cy="7418277"/>
          </a:xfrm>
          <a:prstGeom prst="rect">
            <a:avLst/>
          </a:prstGeom>
          <a:gradFill>
            <a:gsLst>
              <a:gs pos="2623">
                <a:srgbClr val="FFFFFF"/>
              </a:gs>
              <a:gs pos="59260">
                <a:srgbClr val="FFFFFF">
                  <a:alpha val="50000"/>
                </a:srgbClr>
              </a:gs>
              <a:gs pos="100000">
                <a:srgbClr val="FFFFFF">
                  <a:alpha val="0"/>
                </a:srgbClr>
              </a:gs>
            </a:gsLst>
            <a:path>
              <a:fillToRect l="50000" t="-187" r="50000" b="100187"/>
            </a:path>
          </a:gradFill>
          <a:ln w="12700">
            <a:miter lim="400000"/>
          </a:ln>
        </p:spPr>
        <p:txBody>
          <a:bodyPr lIns="82004" tIns="82004" rIns="82004" bIns="82004" anchor="ctr"/>
          <a:lstStyle/>
          <a:p>
            <a:pPr defTabSz="1779223">
              <a:defRPr sz="6600" b="0">
                <a:solidFill>
                  <a:srgbClr val="FFFFFF"/>
                </a:solidFill>
                <a:latin typeface="+mn-lt"/>
                <a:ea typeface="+mn-ea"/>
                <a:cs typeface="+mn-cs"/>
                <a:sym typeface="Helvetica Neue Medium"/>
              </a:defRPr>
            </a:pPr>
            <a:endParaRPr/>
          </a:p>
        </p:txBody>
      </p:sp>
      <p:sp>
        <p:nvSpPr>
          <p:cNvPr id="284" name="Rectangle"/>
          <p:cNvSpPr/>
          <p:nvPr/>
        </p:nvSpPr>
        <p:spPr>
          <a:xfrm>
            <a:off x="20647428" y="213534"/>
            <a:ext cx="3444067" cy="2570132"/>
          </a:xfrm>
          <a:prstGeom prst="rect">
            <a:avLst/>
          </a:prstGeom>
          <a:ln w="63500">
            <a:solidFill>
              <a:srgbClr val="FFFFFF"/>
            </a:solidFill>
            <a:miter lim="400000"/>
          </a:ln>
        </p:spPr>
        <p:txBody>
          <a:bodyPr lIns="0" tIns="0" rIns="0" bIns="0" anchor="ctr"/>
          <a:lstStyle/>
          <a:p>
            <a:pPr defTabSz="825500">
              <a:defRPr sz="2900" b="0">
                <a:solidFill>
                  <a:srgbClr val="FFFFFF"/>
                </a:solidFill>
                <a:latin typeface="+mn-lt"/>
                <a:ea typeface="+mn-ea"/>
                <a:cs typeface="+mn-cs"/>
                <a:sym typeface="Helvetica Neue Medium"/>
              </a:defRPr>
            </a:pPr>
            <a:endParaRPr/>
          </a:p>
        </p:txBody>
      </p:sp>
      <p:sp>
        <p:nvSpPr>
          <p:cNvPr id="285" name="180˚ High Quality Video"/>
          <p:cNvSpPr txBox="1"/>
          <p:nvPr/>
        </p:nvSpPr>
        <p:spPr>
          <a:xfrm>
            <a:off x="8660220" y="3900831"/>
            <a:ext cx="4078526"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Lt"/>
                <a:ea typeface="Roboto Lt"/>
                <a:cs typeface="Roboto Lt"/>
                <a:sym typeface="Roboto Medium"/>
              </a:defRPr>
            </a:lvl1pPr>
          </a:lstStyle>
          <a:p>
            <a:r>
              <a:rPr lang="en-US">
                <a:latin typeface="Nunito Sans" pitchFamily="2" charset="77"/>
              </a:rPr>
              <a:t>Video siêu rộng </a:t>
            </a:r>
            <a:r>
              <a:rPr>
                <a:latin typeface="Nunito Sans" pitchFamily="2" charset="77"/>
              </a:rPr>
              <a:t>180˚</a:t>
            </a:r>
          </a:p>
        </p:txBody>
      </p:sp>
      <p:sp>
        <p:nvSpPr>
          <p:cNvPr id="286" name="Clear Two-way Intercom"/>
          <p:cNvSpPr txBox="1"/>
          <p:nvPr/>
        </p:nvSpPr>
        <p:spPr>
          <a:xfrm>
            <a:off x="8693645" y="5129142"/>
            <a:ext cx="4444011"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Lt"/>
                <a:ea typeface="Roboto Lt"/>
                <a:cs typeface="Roboto Lt"/>
                <a:sym typeface="Roboto Medium"/>
              </a:defRPr>
            </a:lvl1pPr>
          </a:lstStyle>
          <a:p>
            <a:r>
              <a:rPr lang="en-US">
                <a:latin typeface="Nunito Sans" pitchFamily="2" charset="77"/>
              </a:rPr>
              <a:t>Hỗ trợ giao tiếp 2 chiều</a:t>
            </a:r>
            <a:endParaRPr>
              <a:latin typeface="Nunito Sans" pitchFamily="2" charset="77"/>
            </a:endParaRPr>
          </a:p>
        </p:txBody>
      </p:sp>
      <p:sp>
        <p:nvSpPr>
          <p:cNvPr id="287" name="Doorbell for Visitor Notification"/>
          <p:cNvSpPr txBox="1"/>
          <p:nvPr/>
        </p:nvSpPr>
        <p:spPr>
          <a:xfrm>
            <a:off x="8693645" y="6357454"/>
            <a:ext cx="5970070"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Lt"/>
                <a:ea typeface="Roboto Lt"/>
                <a:cs typeface="Roboto Lt"/>
                <a:sym typeface="Roboto Medium"/>
              </a:defRPr>
            </a:lvl1pPr>
          </a:lstStyle>
          <a:p>
            <a:r>
              <a:rPr lang="en-US">
                <a:latin typeface="Nunito Sans" pitchFamily="2" charset="77"/>
              </a:rPr>
              <a:t>Tích hợp đèn cảnh báo trong tối</a:t>
            </a:r>
            <a:endParaRPr>
              <a:latin typeface="Nunito Sans" pitchFamily="2" charset="77"/>
            </a:endParaRPr>
          </a:p>
        </p:txBody>
      </p:sp>
      <p:sp>
        <p:nvSpPr>
          <p:cNvPr id="288" name="PIR Motion Detection *"/>
          <p:cNvSpPr txBox="1"/>
          <p:nvPr/>
        </p:nvSpPr>
        <p:spPr>
          <a:xfrm>
            <a:off x="8693645" y="7585766"/>
            <a:ext cx="6619285"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p>
            <a:pPr algn="l" defTabSz="1779223">
              <a:lnSpc>
                <a:spcPct val="90000"/>
              </a:lnSpc>
              <a:defRPr b="0">
                <a:solidFill>
                  <a:srgbClr val="5B5B5D"/>
                </a:solidFill>
                <a:latin typeface="Roboto Lt"/>
                <a:ea typeface="Roboto Lt"/>
                <a:cs typeface="Roboto Lt"/>
                <a:sym typeface="Roboto Medium"/>
              </a:defRPr>
            </a:pPr>
            <a:r>
              <a:rPr lang="en-US">
                <a:latin typeface="Nunito Sans" pitchFamily="2" charset="77"/>
              </a:rPr>
              <a:t>Nhận diện chuyển động bằng radar</a:t>
            </a:r>
            <a:endParaRPr baseline="31999">
              <a:latin typeface="Nunito Sans" pitchFamily="2" charset="77"/>
            </a:endParaRPr>
          </a:p>
        </p:txBody>
      </p:sp>
      <p:sp>
        <p:nvSpPr>
          <p:cNvPr id="289" name="Loud Speaker / Siren Alarm"/>
          <p:cNvSpPr txBox="1"/>
          <p:nvPr/>
        </p:nvSpPr>
        <p:spPr>
          <a:xfrm>
            <a:off x="8693645" y="8814077"/>
            <a:ext cx="6398071"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Lt"/>
                <a:ea typeface="Roboto Lt"/>
                <a:cs typeface="Roboto Lt"/>
                <a:sym typeface="Roboto Medium"/>
              </a:defRPr>
            </a:lvl1pPr>
          </a:lstStyle>
          <a:p>
            <a:r>
              <a:rPr lang="en-US">
                <a:latin typeface="Nunito Sans" pitchFamily="2" charset="77"/>
              </a:rPr>
              <a:t>Loa lớn tích hợp báo động 105 dB</a:t>
            </a:r>
            <a:endParaRPr>
              <a:latin typeface="Nunito Sans" pitchFamily="2" charset="77"/>
            </a:endParaRPr>
          </a:p>
        </p:txBody>
      </p:sp>
      <p:sp>
        <p:nvSpPr>
          <p:cNvPr id="290" name="Circle"/>
          <p:cNvSpPr/>
          <p:nvPr/>
        </p:nvSpPr>
        <p:spPr>
          <a:xfrm>
            <a:off x="19619985" y="9887398"/>
            <a:ext cx="304477" cy="304476"/>
          </a:xfrm>
          <a:prstGeom prst="ellipse">
            <a:avLst/>
          </a:prstGeom>
          <a:solidFill>
            <a:srgbClr val="1CA390"/>
          </a:solidFill>
          <a:ln w="127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291" name="Circle"/>
          <p:cNvSpPr/>
          <p:nvPr/>
        </p:nvSpPr>
        <p:spPr>
          <a:xfrm>
            <a:off x="21491792" y="9735198"/>
            <a:ext cx="304476" cy="304476"/>
          </a:xfrm>
          <a:prstGeom prst="ellipse">
            <a:avLst/>
          </a:prstGeom>
          <a:solidFill>
            <a:srgbClr val="1CA390"/>
          </a:solidFill>
          <a:ln w="127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292" name="Line"/>
          <p:cNvSpPr/>
          <p:nvPr/>
        </p:nvSpPr>
        <p:spPr>
          <a:xfrm>
            <a:off x="13328647" y="9985655"/>
            <a:ext cx="8323658" cy="1768333"/>
          </a:xfrm>
          <a:custGeom>
            <a:avLst/>
            <a:gdLst/>
            <a:ahLst/>
            <a:cxnLst>
              <a:cxn ang="0">
                <a:pos x="wd2" y="hd2"/>
              </a:cxn>
              <a:cxn ang="5400000">
                <a:pos x="wd2" y="hd2"/>
              </a:cxn>
              <a:cxn ang="10800000">
                <a:pos x="wd2" y="hd2"/>
              </a:cxn>
              <a:cxn ang="16200000">
                <a:pos x="wd2" y="hd2"/>
              </a:cxn>
            </a:cxnLst>
            <a:rect l="0" t="0" r="r" b="b"/>
            <a:pathLst>
              <a:path w="21600" h="21600" extrusionOk="0">
                <a:moveTo>
                  <a:pt x="0" y="21165"/>
                </a:moveTo>
                <a:lnTo>
                  <a:pt x="21560" y="21600"/>
                </a:lnTo>
                <a:lnTo>
                  <a:pt x="21600" y="0"/>
                </a:lnTo>
              </a:path>
            </a:pathLst>
          </a:custGeom>
          <a:ln w="254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293" name="Circle"/>
          <p:cNvSpPr/>
          <p:nvPr/>
        </p:nvSpPr>
        <p:spPr>
          <a:xfrm>
            <a:off x="19319730" y="4767330"/>
            <a:ext cx="304477" cy="304477"/>
          </a:xfrm>
          <a:prstGeom prst="ellipse">
            <a:avLst/>
          </a:prstGeom>
          <a:solidFill>
            <a:srgbClr val="1CA390"/>
          </a:solidFill>
          <a:ln w="127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294" name="Line"/>
          <p:cNvSpPr/>
          <p:nvPr/>
        </p:nvSpPr>
        <p:spPr>
          <a:xfrm>
            <a:off x="13365863" y="4222930"/>
            <a:ext cx="6055085" cy="59009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529" y="1081"/>
                </a:lnTo>
                <a:lnTo>
                  <a:pt x="21600" y="21600"/>
                </a:lnTo>
              </a:path>
            </a:pathLst>
          </a:custGeom>
          <a:ln w="254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295" name="Weatherproof Casing"/>
          <p:cNvSpPr txBox="1"/>
          <p:nvPr/>
        </p:nvSpPr>
        <p:spPr>
          <a:xfrm>
            <a:off x="8693645" y="10042389"/>
            <a:ext cx="2361710"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Lt"/>
                <a:ea typeface="Roboto Lt"/>
                <a:cs typeface="Roboto Lt"/>
                <a:sym typeface="Roboto Medium"/>
              </a:defRPr>
            </a:lvl1pPr>
          </a:lstStyle>
          <a:p>
            <a:r>
              <a:rPr lang="en-US">
                <a:latin typeface="Nunito Sans" pitchFamily="2" charset="77"/>
              </a:rPr>
              <a:t>Chống nước</a:t>
            </a:r>
            <a:endParaRPr>
              <a:latin typeface="Nunito Sans" pitchFamily="2" charset="77"/>
            </a:endParaRPr>
          </a:p>
        </p:txBody>
      </p:sp>
      <p:sp>
        <p:nvSpPr>
          <p:cNvPr id="296" name="Circle"/>
          <p:cNvSpPr/>
          <p:nvPr/>
        </p:nvSpPr>
        <p:spPr>
          <a:xfrm>
            <a:off x="19173283" y="7214277"/>
            <a:ext cx="304477" cy="304477"/>
          </a:xfrm>
          <a:prstGeom prst="ellipse">
            <a:avLst/>
          </a:prstGeom>
          <a:solidFill>
            <a:srgbClr val="1CA390"/>
          </a:solidFill>
          <a:ln w="127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297" name="Line"/>
          <p:cNvSpPr/>
          <p:nvPr/>
        </p:nvSpPr>
        <p:spPr>
          <a:xfrm>
            <a:off x="14671071" y="6721184"/>
            <a:ext cx="4668561" cy="640725"/>
          </a:xfrm>
          <a:custGeom>
            <a:avLst/>
            <a:gdLst/>
            <a:ahLst/>
            <a:cxnLst>
              <a:cxn ang="0">
                <a:pos x="wd2" y="hd2"/>
              </a:cxn>
              <a:cxn ang="5400000">
                <a:pos x="wd2" y="hd2"/>
              </a:cxn>
              <a:cxn ang="10800000">
                <a:pos x="wd2" y="hd2"/>
              </a:cxn>
              <a:cxn ang="16200000">
                <a:pos x="wd2" y="hd2"/>
              </a:cxn>
            </a:cxnLst>
            <a:rect l="0" t="0" r="r" b="b"/>
            <a:pathLst>
              <a:path w="21600" h="21600" extrusionOk="0">
                <a:moveTo>
                  <a:pt x="0" y="521"/>
                </a:moveTo>
                <a:lnTo>
                  <a:pt x="20045" y="0"/>
                </a:lnTo>
                <a:lnTo>
                  <a:pt x="21600" y="21600"/>
                </a:lnTo>
              </a:path>
            </a:pathLst>
          </a:custGeom>
          <a:ln w="254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298" name="Circle"/>
          <p:cNvSpPr/>
          <p:nvPr/>
        </p:nvSpPr>
        <p:spPr>
          <a:xfrm>
            <a:off x="19319730" y="5868381"/>
            <a:ext cx="304477" cy="304477"/>
          </a:xfrm>
          <a:prstGeom prst="ellipse">
            <a:avLst/>
          </a:prstGeom>
          <a:solidFill>
            <a:srgbClr val="1CA390"/>
          </a:solidFill>
          <a:ln w="127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299" name="Line"/>
          <p:cNvSpPr/>
          <p:nvPr/>
        </p:nvSpPr>
        <p:spPr>
          <a:xfrm>
            <a:off x="13558849" y="5381051"/>
            <a:ext cx="5839781" cy="55224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480" y="133"/>
                </a:lnTo>
                <a:lnTo>
                  <a:pt x="21600" y="21600"/>
                </a:lnTo>
              </a:path>
            </a:pathLst>
          </a:custGeom>
          <a:ln w="254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pic>
        <p:nvPicPr>
          <p:cNvPr id="300" name="Image" descr="Image"/>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943589" y="3118807"/>
            <a:ext cx="5075754" cy="3151802"/>
          </a:xfrm>
          <a:prstGeom prst="rect">
            <a:avLst/>
          </a:prstGeom>
          <a:ln w="12700">
            <a:miter lim="400000"/>
          </a:ln>
        </p:spPr>
      </p:pic>
      <p:sp>
        <p:nvSpPr>
          <p:cNvPr id="301" name="Callout"/>
          <p:cNvSpPr/>
          <p:nvPr/>
        </p:nvSpPr>
        <p:spPr>
          <a:xfrm>
            <a:off x="4231162" y="5216495"/>
            <a:ext cx="2083992" cy="774701"/>
          </a:xfrm>
          <a:custGeom>
            <a:avLst/>
            <a:gdLst/>
            <a:ahLst/>
            <a:cxnLst>
              <a:cxn ang="0">
                <a:pos x="wd2" y="hd2"/>
              </a:cxn>
              <a:cxn ang="5400000">
                <a:pos x="wd2" y="hd2"/>
              </a:cxn>
              <a:cxn ang="10800000">
                <a:pos x="wd2" y="hd2"/>
              </a:cxn>
              <a:cxn ang="16200000">
                <a:pos x="wd2" y="hd2"/>
              </a:cxn>
            </a:cxnLst>
            <a:rect l="0" t="0" r="r" b="b"/>
            <a:pathLst>
              <a:path w="21600" h="21600" extrusionOk="0">
                <a:moveTo>
                  <a:pt x="2546" y="0"/>
                </a:moveTo>
                <a:lnTo>
                  <a:pt x="2102" y="10944"/>
                </a:lnTo>
                <a:lnTo>
                  <a:pt x="658" y="10944"/>
                </a:lnTo>
                <a:cubicBezTo>
                  <a:pt x="295" y="10944"/>
                  <a:pt x="0" y="11737"/>
                  <a:pt x="0" y="12714"/>
                </a:cubicBezTo>
                <a:lnTo>
                  <a:pt x="0" y="19830"/>
                </a:lnTo>
                <a:cubicBezTo>
                  <a:pt x="0" y="20807"/>
                  <a:pt x="295" y="21600"/>
                  <a:pt x="658" y="21600"/>
                </a:cubicBezTo>
                <a:lnTo>
                  <a:pt x="20942" y="21600"/>
                </a:lnTo>
                <a:cubicBezTo>
                  <a:pt x="21305" y="21600"/>
                  <a:pt x="21600" y="20807"/>
                  <a:pt x="21600" y="19830"/>
                </a:cubicBezTo>
                <a:lnTo>
                  <a:pt x="21600" y="12714"/>
                </a:lnTo>
                <a:cubicBezTo>
                  <a:pt x="21600" y="11737"/>
                  <a:pt x="21305" y="10944"/>
                  <a:pt x="20942" y="10944"/>
                </a:cubicBezTo>
                <a:lnTo>
                  <a:pt x="2991" y="10944"/>
                </a:lnTo>
                <a:lnTo>
                  <a:pt x="2546" y="0"/>
                </a:lnTo>
                <a:close/>
              </a:path>
            </a:pathLst>
          </a:custGeom>
          <a:solidFill>
            <a:srgbClr val="FFFFFF"/>
          </a:solidFill>
          <a:ln w="6350">
            <a:solidFill>
              <a:srgbClr val="F28641"/>
            </a:solidFill>
            <a:miter lim="400000"/>
          </a:ln>
        </p:spPr>
        <p:txBody>
          <a:bodyPr lIns="0" tIns="0" rIns="0" bIns="0" anchor="ctr"/>
          <a:lstStyle/>
          <a:p>
            <a:pPr defTabSz="825500">
              <a:defRPr b="0">
                <a:solidFill>
                  <a:srgbClr val="FFFFFF"/>
                </a:solidFill>
                <a:latin typeface="+mn-lt"/>
                <a:ea typeface="+mn-ea"/>
                <a:cs typeface="+mn-cs"/>
                <a:sym typeface="Helvetica Neue Medium"/>
              </a:defRPr>
            </a:pPr>
            <a:endParaRPr/>
          </a:p>
        </p:txBody>
      </p:sp>
      <p:pic>
        <p:nvPicPr>
          <p:cNvPr id="302" name="istockphoto-1063671862-2048x2048.jpg" descr="istockphoto-1063671862-2048x2048.jpg"/>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1945537" y="6488544"/>
            <a:ext cx="5080001" cy="3149601"/>
          </a:xfrm>
          <a:prstGeom prst="rect">
            <a:avLst/>
          </a:prstGeom>
          <a:ln w="12700">
            <a:miter lim="400000"/>
          </a:ln>
        </p:spPr>
      </p:pic>
      <p:pic>
        <p:nvPicPr>
          <p:cNvPr id="303" name="shutterstock_763873657.jpg" descr="shutterstock_763873657.jpg"/>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1941407" y="9855901"/>
            <a:ext cx="5080001" cy="3149601"/>
          </a:xfrm>
          <a:prstGeom prst="rect">
            <a:avLst/>
          </a:prstGeom>
          <a:ln w="12700">
            <a:miter lim="400000"/>
          </a:ln>
        </p:spPr>
      </p:pic>
      <p:sp>
        <p:nvSpPr>
          <p:cNvPr id="304" name="Rounded Rectangle"/>
          <p:cNvSpPr/>
          <p:nvPr/>
        </p:nvSpPr>
        <p:spPr>
          <a:xfrm>
            <a:off x="2732119" y="11087757"/>
            <a:ext cx="2956877" cy="396120"/>
          </a:xfrm>
          <a:prstGeom prst="roundRect">
            <a:avLst>
              <a:gd name="adj" fmla="val 12612"/>
            </a:avLst>
          </a:prstGeom>
          <a:solidFill>
            <a:srgbClr val="FFFFFF"/>
          </a:solidFill>
          <a:ln w="6350">
            <a:solidFill>
              <a:srgbClr val="F28641"/>
            </a:solidFill>
            <a:miter lim="400000"/>
          </a:ln>
        </p:spPr>
        <p:txBody>
          <a:bodyPr lIns="29517" tIns="29517" rIns="29517" bIns="29517" anchor="ctr"/>
          <a:lstStyle/>
          <a:p>
            <a:pPr defTabSz="640490">
              <a:defRPr sz="2200" b="0">
                <a:solidFill>
                  <a:srgbClr val="FFFFFF"/>
                </a:solidFill>
                <a:latin typeface="+mn-lt"/>
                <a:ea typeface="+mn-ea"/>
                <a:cs typeface="+mn-cs"/>
                <a:sym typeface="Helvetica Neue Medium"/>
              </a:defRPr>
            </a:pPr>
            <a:endParaRPr/>
          </a:p>
        </p:txBody>
      </p:sp>
      <p:sp>
        <p:nvSpPr>
          <p:cNvPr id="305" name="Someone is ringing your doorbell"/>
          <p:cNvSpPr txBox="1"/>
          <p:nvPr/>
        </p:nvSpPr>
        <p:spPr>
          <a:xfrm>
            <a:off x="2999878" y="11155757"/>
            <a:ext cx="2628821" cy="26223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9517" tIns="29517" rIns="29517" bIns="29517" anchor="ctr">
            <a:spAutoFit/>
          </a:bodyPr>
          <a:lstStyle>
            <a:lvl1pPr algn="r" defTabSz="640490">
              <a:lnSpc>
                <a:spcPct val="90000"/>
              </a:lnSpc>
              <a:defRPr sz="1400" b="0">
                <a:solidFill>
                  <a:srgbClr val="F28641"/>
                </a:solidFill>
                <a:latin typeface="Roboto Lt"/>
                <a:ea typeface="Roboto Lt"/>
                <a:cs typeface="Roboto Lt"/>
                <a:sym typeface="Roboto Light"/>
              </a:defRPr>
            </a:lvl1pPr>
          </a:lstStyle>
          <a:p>
            <a:r>
              <a:rPr lang="en-US" err="1"/>
              <a:t>Có</a:t>
            </a:r>
            <a:r>
              <a:rPr lang="en-US"/>
              <a:t> </a:t>
            </a:r>
            <a:r>
              <a:rPr lang="en-US" err="1"/>
              <a:t>ai</a:t>
            </a:r>
            <a:r>
              <a:rPr lang="en-US"/>
              <a:t> </a:t>
            </a:r>
            <a:r>
              <a:rPr lang="en-US" err="1"/>
              <a:t>đó</a:t>
            </a:r>
            <a:r>
              <a:rPr lang="en-US"/>
              <a:t> </a:t>
            </a:r>
            <a:r>
              <a:rPr lang="en-US" err="1"/>
              <a:t>đang</a:t>
            </a:r>
            <a:r>
              <a:rPr lang="en-US"/>
              <a:t> </a:t>
            </a:r>
            <a:r>
              <a:rPr lang="en-US" err="1"/>
              <a:t>bấm</a:t>
            </a:r>
            <a:r>
              <a:rPr lang="en-US"/>
              <a:t> </a:t>
            </a:r>
            <a:r>
              <a:rPr lang="en-US" err="1"/>
              <a:t>chuông</a:t>
            </a:r>
            <a:endParaRPr/>
          </a:p>
        </p:txBody>
      </p:sp>
      <p:sp>
        <p:nvSpPr>
          <p:cNvPr id="306" name="“Hi, package delivery”"/>
          <p:cNvSpPr txBox="1"/>
          <p:nvPr/>
        </p:nvSpPr>
        <p:spPr>
          <a:xfrm>
            <a:off x="4543817" y="5678080"/>
            <a:ext cx="1748971" cy="23966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9517" tIns="29517" rIns="29517" bIns="29517" anchor="ctr">
            <a:spAutoFit/>
          </a:bodyPr>
          <a:lstStyle>
            <a:lvl1pPr algn="l" defTabSz="640490">
              <a:lnSpc>
                <a:spcPct val="90000"/>
              </a:lnSpc>
              <a:defRPr sz="1300" b="0">
                <a:solidFill>
                  <a:srgbClr val="F28641"/>
                </a:solidFill>
                <a:latin typeface="Roboto Lt"/>
                <a:ea typeface="Roboto Lt"/>
                <a:cs typeface="Roboto Lt"/>
                <a:sym typeface="Roboto Light"/>
              </a:defRPr>
            </a:lvl1pPr>
          </a:lstStyle>
          <a:p>
            <a:r>
              <a:rPr lang="en-US"/>
              <a:t>Xin </a:t>
            </a:r>
            <a:r>
              <a:rPr lang="en-US" err="1"/>
              <a:t>chào</a:t>
            </a:r>
            <a:r>
              <a:rPr lang="en-US"/>
              <a:t>, </a:t>
            </a:r>
            <a:r>
              <a:rPr lang="en-US" err="1"/>
              <a:t>tôi</a:t>
            </a:r>
            <a:r>
              <a:rPr lang="en-US"/>
              <a:t> </a:t>
            </a:r>
            <a:r>
              <a:rPr lang="en-US" err="1"/>
              <a:t>giao</a:t>
            </a:r>
            <a:r>
              <a:rPr lang="en-US"/>
              <a:t> </a:t>
            </a:r>
            <a:r>
              <a:rPr lang="en-US" err="1"/>
              <a:t>hàng</a:t>
            </a:r>
            <a:endParaRPr/>
          </a:p>
        </p:txBody>
      </p:sp>
      <p:sp>
        <p:nvSpPr>
          <p:cNvPr id="307" name="Microphone"/>
          <p:cNvSpPr/>
          <p:nvPr/>
        </p:nvSpPr>
        <p:spPr>
          <a:xfrm>
            <a:off x="4379882" y="5673160"/>
            <a:ext cx="131202" cy="249536"/>
          </a:xfrm>
          <a:custGeom>
            <a:avLst/>
            <a:gdLst/>
            <a:ahLst/>
            <a:cxnLst>
              <a:cxn ang="0">
                <a:pos x="wd2" y="hd2"/>
              </a:cxn>
              <a:cxn ang="5400000">
                <a:pos x="wd2" y="hd2"/>
              </a:cxn>
              <a:cxn ang="10800000">
                <a:pos x="wd2" y="hd2"/>
              </a:cxn>
              <a:cxn ang="16200000">
                <a:pos x="wd2" y="hd2"/>
              </a:cxn>
            </a:cxnLst>
            <a:rect l="0" t="0" r="r" b="b"/>
            <a:pathLst>
              <a:path w="21600" h="21600" extrusionOk="0">
                <a:moveTo>
                  <a:pt x="10341" y="0"/>
                </a:moveTo>
                <a:cubicBezTo>
                  <a:pt x="6808" y="0"/>
                  <a:pt x="3916" y="1519"/>
                  <a:pt x="3916" y="3377"/>
                </a:cubicBezTo>
                <a:lnTo>
                  <a:pt x="3916" y="11505"/>
                </a:lnTo>
                <a:cubicBezTo>
                  <a:pt x="3916" y="13363"/>
                  <a:pt x="6808" y="14882"/>
                  <a:pt x="10341" y="14882"/>
                </a:cubicBezTo>
                <a:lnTo>
                  <a:pt x="11259" y="14882"/>
                </a:lnTo>
                <a:cubicBezTo>
                  <a:pt x="14792" y="14882"/>
                  <a:pt x="17684" y="13363"/>
                  <a:pt x="17684" y="11505"/>
                </a:cubicBezTo>
                <a:lnTo>
                  <a:pt x="17684" y="3377"/>
                </a:lnTo>
                <a:cubicBezTo>
                  <a:pt x="17684" y="1519"/>
                  <a:pt x="14792" y="0"/>
                  <a:pt x="11259" y="0"/>
                </a:cubicBezTo>
                <a:lnTo>
                  <a:pt x="10341" y="0"/>
                </a:lnTo>
                <a:close/>
                <a:moveTo>
                  <a:pt x="1127" y="6630"/>
                </a:moveTo>
                <a:cubicBezTo>
                  <a:pt x="503" y="6630"/>
                  <a:pt x="0" y="6896"/>
                  <a:pt x="0" y="7224"/>
                </a:cubicBezTo>
                <a:lnTo>
                  <a:pt x="0" y="11087"/>
                </a:lnTo>
                <a:cubicBezTo>
                  <a:pt x="0" y="14039"/>
                  <a:pt x="4307" y="16472"/>
                  <a:pt x="9792" y="16740"/>
                </a:cubicBezTo>
                <a:lnTo>
                  <a:pt x="9792" y="20540"/>
                </a:lnTo>
                <a:lnTo>
                  <a:pt x="5353" y="20540"/>
                </a:lnTo>
                <a:cubicBezTo>
                  <a:pt x="4797" y="20540"/>
                  <a:pt x="4349" y="20778"/>
                  <a:pt x="4349" y="21070"/>
                </a:cubicBezTo>
                <a:cubicBezTo>
                  <a:pt x="4349" y="21363"/>
                  <a:pt x="4797" y="21600"/>
                  <a:pt x="5353" y="21600"/>
                </a:cubicBezTo>
                <a:lnTo>
                  <a:pt x="16243" y="21600"/>
                </a:lnTo>
                <a:cubicBezTo>
                  <a:pt x="16799" y="21600"/>
                  <a:pt x="17251" y="21363"/>
                  <a:pt x="17251" y="21070"/>
                </a:cubicBezTo>
                <a:cubicBezTo>
                  <a:pt x="17251" y="20778"/>
                  <a:pt x="16799" y="20540"/>
                  <a:pt x="16243" y="20540"/>
                </a:cubicBezTo>
                <a:lnTo>
                  <a:pt x="11808" y="20540"/>
                </a:lnTo>
                <a:lnTo>
                  <a:pt x="11808" y="16740"/>
                </a:lnTo>
                <a:cubicBezTo>
                  <a:pt x="17293" y="16472"/>
                  <a:pt x="21600" y="14040"/>
                  <a:pt x="21600" y="11087"/>
                </a:cubicBezTo>
                <a:lnTo>
                  <a:pt x="21600" y="7224"/>
                </a:lnTo>
                <a:cubicBezTo>
                  <a:pt x="21600" y="6896"/>
                  <a:pt x="21097" y="6630"/>
                  <a:pt x="20473" y="6630"/>
                </a:cubicBezTo>
                <a:cubicBezTo>
                  <a:pt x="19850" y="6630"/>
                  <a:pt x="19344" y="6896"/>
                  <a:pt x="19344" y="7224"/>
                </a:cubicBezTo>
                <a:lnTo>
                  <a:pt x="19344" y="11087"/>
                </a:lnTo>
                <a:cubicBezTo>
                  <a:pt x="19344" y="13564"/>
                  <a:pt x="15511" y="15579"/>
                  <a:pt x="10800" y="15579"/>
                </a:cubicBezTo>
                <a:cubicBezTo>
                  <a:pt x="6089" y="15579"/>
                  <a:pt x="2256" y="13564"/>
                  <a:pt x="2256" y="11087"/>
                </a:cubicBezTo>
                <a:lnTo>
                  <a:pt x="2256" y="7224"/>
                </a:lnTo>
                <a:cubicBezTo>
                  <a:pt x="2256" y="6896"/>
                  <a:pt x="1750" y="6630"/>
                  <a:pt x="1127" y="6630"/>
                </a:cubicBezTo>
                <a:close/>
              </a:path>
            </a:pathLst>
          </a:custGeom>
          <a:solidFill>
            <a:schemeClr val="accent5"/>
          </a:solidFill>
          <a:ln w="12700">
            <a:miter lim="400000"/>
          </a:ln>
        </p:spPr>
        <p:txBody>
          <a:bodyPr lIns="0" tIns="0" rIns="0" bIns="0" anchor="ctr"/>
          <a:lstStyle/>
          <a:p>
            <a:pPr defTabSz="825500">
              <a:defRPr b="0">
                <a:solidFill>
                  <a:srgbClr val="FFFFFF"/>
                </a:solidFill>
                <a:latin typeface="+mn-lt"/>
                <a:ea typeface="+mn-ea"/>
                <a:cs typeface="+mn-cs"/>
                <a:sym typeface="Helvetica Neue Medium"/>
              </a:defRPr>
            </a:pPr>
            <a:endParaRPr/>
          </a:p>
        </p:txBody>
      </p:sp>
      <p:sp>
        <p:nvSpPr>
          <p:cNvPr id="308" name="Rounded Rectangle"/>
          <p:cNvSpPr/>
          <p:nvPr/>
        </p:nvSpPr>
        <p:spPr>
          <a:xfrm>
            <a:off x="4049640" y="3874422"/>
            <a:ext cx="1022041" cy="468225"/>
          </a:xfrm>
          <a:prstGeom prst="roundRect">
            <a:avLst>
              <a:gd name="adj" fmla="val 42659"/>
            </a:avLst>
          </a:prstGeom>
          <a:solidFill>
            <a:srgbClr val="FFFFFF"/>
          </a:solidFill>
          <a:ln w="12700">
            <a:miter lim="400000"/>
          </a:ln>
        </p:spPr>
        <p:txBody>
          <a:bodyPr lIns="29517" tIns="29517" rIns="29517" bIns="29517" anchor="ctr"/>
          <a:lstStyle/>
          <a:p>
            <a:pPr defTabSz="640490">
              <a:defRPr sz="2200" b="0">
                <a:solidFill>
                  <a:srgbClr val="FFFFFF"/>
                </a:solidFill>
                <a:latin typeface="+mn-lt"/>
                <a:ea typeface="+mn-ea"/>
                <a:cs typeface="+mn-cs"/>
                <a:sym typeface="Helvetica Neue Medium"/>
              </a:defRPr>
            </a:pPr>
            <a:endParaRPr/>
          </a:p>
        </p:txBody>
      </p:sp>
      <p:sp>
        <p:nvSpPr>
          <p:cNvPr id="309" name="Please just drop it off"/>
          <p:cNvSpPr txBox="1"/>
          <p:nvPr/>
        </p:nvSpPr>
        <p:spPr>
          <a:xfrm>
            <a:off x="4052182" y="3910846"/>
            <a:ext cx="1016956" cy="39200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9517" tIns="29517" rIns="29517" bIns="29517" anchor="ctr">
            <a:spAutoFit/>
          </a:bodyPr>
          <a:lstStyle>
            <a:lvl1pPr defTabSz="640490">
              <a:lnSpc>
                <a:spcPct val="90000"/>
              </a:lnSpc>
              <a:defRPr sz="1200" b="0">
                <a:solidFill>
                  <a:srgbClr val="F28641"/>
                </a:solidFill>
                <a:latin typeface="Roboto Lt"/>
                <a:ea typeface="Roboto Lt"/>
                <a:cs typeface="Roboto Lt"/>
                <a:sym typeface="Roboto Light"/>
              </a:defRPr>
            </a:lvl1pPr>
          </a:lstStyle>
          <a:p>
            <a:r>
              <a:rPr lang="en-US" err="1"/>
              <a:t>Anh</a:t>
            </a:r>
            <a:r>
              <a:rPr lang="en-US"/>
              <a:t> </a:t>
            </a:r>
            <a:r>
              <a:rPr lang="en-US" err="1"/>
              <a:t>cứ</a:t>
            </a:r>
            <a:r>
              <a:rPr lang="en-US"/>
              <a:t> </a:t>
            </a:r>
            <a:r>
              <a:rPr lang="en-US" err="1"/>
              <a:t>để</a:t>
            </a:r>
            <a:r>
              <a:rPr lang="en-US"/>
              <a:t> ở </a:t>
            </a:r>
            <a:r>
              <a:rPr lang="en-US" err="1"/>
              <a:t>cửa</a:t>
            </a:r>
            <a:r>
              <a:rPr lang="en-US"/>
              <a:t> </a:t>
            </a:r>
            <a:r>
              <a:rPr lang="en-US" err="1"/>
              <a:t>nhé</a:t>
            </a:r>
            <a:endParaRPr/>
          </a:p>
        </p:txBody>
      </p:sp>
      <p:pic>
        <p:nvPicPr>
          <p:cNvPr id="310" name="Image" descr="Image"/>
          <p:cNvPicPr>
            <a:picLocks noChangeAspect="1"/>
          </p:cNvPicPr>
          <p:nvPr/>
        </p:nvPicPr>
        <p:blipFill>
          <a:blip r:embed="rId6"/>
          <a:stretch>
            <a:fillRect/>
          </a:stretch>
        </p:blipFill>
        <p:spPr>
          <a:xfrm>
            <a:off x="4049640" y="3700362"/>
            <a:ext cx="277091" cy="202463"/>
          </a:xfrm>
          <a:prstGeom prst="rect">
            <a:avLst/>
          </a:prstGeom>
          <a:ln w="12700">
            <a:miter lim="400000"/>
          </a:ln>
        </p:spPr>
      </p:pic>
      <p:sp>
        <p:nvSpPr>
          <p:cNvPr id="311" name="Rounded Rectangle"/>
          <p:cNvSpPr/>
          <p:nvPr/>
        </p:nvSpPr>
        <p:spPr>
          <a:xfrm>
            <a:off x="4754687" y="9000553"/>
            <a:ext cx="2059504" cy="470786"/>
          </a:xfrm>
          <a:prstGeom prst="roundRect">
            <a:avLst>
              <a:gd name="adj" fmla="val 10612"/>
            </a:avLst>
          </a:prstGeom>
          <a:solidFill>
            <a:srgbClr val="FFFFFF"/>
          </a:solidFill>
          <a:ln w="6350">
            <a:solidFill>
              <a:srgbClr val="F28641"/>
            </a:solidFill>
            <a:miter lim="400000"/>
          </a:ln>
        </p:spPr>
        <p:txBody>
          <a:bodyPr lIns="29517" tIns="29517" rIns="29517" bIns="29517" anchor="ctr"/>
          <a:lstStyle/>
          <a:p>
            <a:pPr defTabSz="640490">
              <a:defRPr sz="2200" b="0">
                <a:solidFill>
                  <a:srgbClr val="FFFFFF"/>
                </a:solidFill>
                <a:latin typeface="+mn-lt"/>
                <a:ea typeface="+mn-ea"/>
                <a:cs typeface="+mn-cs"/>
                <a:sym typeface="Helvetica Neue Medium"/>
              </a:defRPr>
            </a:pPr>
            <a:endParaRPr/>
          </a:p>
        </p:txBody>
      </p:sp>
      <p:sp>
        <p:nvSpPr>
          <p:cNvPr id="312" name="Someone is detected at your front door"/>
          <p:cNvSpPr txBox="1"/>
          <p:nvPr/>
        </p:nvSpPr>
        <p:spPr>
          <a:xfrm>
            <a:off x="4992223" y="9102840"/>
            <a:ext cx="1839006" cy="25351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9517" tIns="29517" rIns="29517" bIns="29517" anchor="ctr">
            <a:spAutoFit/>
          </a:bodyPr>
          <a:lstStyle>
            <a:lvl1pPr defTabSz="640490">
              <a:lnSpc>
                <a:spcPct val="90000"/>
              </a:lnSpc>
              <a:defRPr sz="1400" b="0">
                <a:solidFill>
                  <a:srgbClr val="F28641"/>
                </a:solidFill>
                <a:latin typeface="Roboto Lt"/>
                <a:ea typeface="Roboto Lt"/>
                <a:cs typeface="Roboto Lt"/>
                <a:sym typeface="Roboto Light"/>
              </a:defRPr>
            </a:lvl1pPr>
          </a:lstStyle>
          <a:p>
            <a:r>
              <a:rPr lang="en-US" err="1"/>
              <a:t>Có</a:t>
            </a:r>
            <a:r>
              <a:rPr lang="en-US"/>
              <a:t> </a:t>
            </a:r>
            <a:r>
              <a:rPr lang="en-US" err="1"/>
              <a:t>ai</a:t>
            </a:r>
            <a:r>
              <a:rPr lang="en-US"/>
              <a:t> </a:t>
            </a:r>
            <a:r>
              <a:rPr lang="en-US" err="1"/>
              <a:t>đó</a:t>
            </a:r>
            <a:r>
              <a:rPr lang="en-US"/>
              <a:t> ở </a:t>
            </a:r>
            <a:r>
              <a:rPr lang="en-US" err="1"/>
              <a:t>cửa</a:t>
            </a:r>
            <a:r>
              <a:rPr lang="en-US"/>
              <a:t> </a:t>
            </a:r>
            <a:r>
              <a:rPr lang="en-US" err="1"/>
              <a:t>trước</a:t>
            </a:r>
            <a:endParaRPr/>
          </a:p>
        </p:txBody>
      </p:sp>
      <p:sp>
        <p:nvSpPr>
          <p:cNvPr id="313" name="!"/>
          <p:cNvSpPr/>
          <p:nvPr/>
        </p:nvSpPr>
        <p:spPr>
          <a:xfrm>
            <a:off x="4814246" y="9091070"/>
            <a:ext cx="274976" cy="274932"/>
          </a:xfrm>
          <a:custGeom>
            <a:avLst/>
            <a:gdLst/>
            <a:ahLst/>
            <a:cxnLst>
              <a:cxn ang="0">
                <a:pos x="wd2" y="hd2"/>
              </a:cxn>
              <a:cxn ang="5400000">
                <a:pos x="wd2" y="hd2"/>
              </a:cxn>
              <a:cxn ang="10800000">
                <a:pos x="wd2" y="hd2"/>
              </a:cxn>
              <a:cxn ang="16200000">
                <a:pos x="wd2" y="hd2"/>
              </a:cxn>
            </a:cxnLst>
            <a:rect l="0" t="0" r="r" b="b"/>
            <a:pathLst>
              <a:path w="21370" h="21600" extrusionOk="0">
                <a:moveTo>
                  <a:pt x="10685" y="0"/>
                </a:moveTo>
                <a:cubicBezTo>
                  <a:pt x="9798" y="0"/>
                  <a:pt x="9001" y="498"/>
                  <a:pt x="8605" y="1300"/>
                </a:cubicBezTo>
                <a:lnTo>
                  <a:pt x="248" y="18197"/>
                </a:lnTo>
                <a:cubicBezTo>
                  <a:pt x="-115" y="18931"/>
                  <a:pt x="-79" y="19786"/>
                  <a:pt x="348" y="20484"/>
                </a:cubicBezTo>
                <a:cubicBezTo>
                  <a:pt x="775" y="21183"/>
                  <a:pt x="1515" y="21600"/>
                  <a:pt x="2327" y="21600"/>
                </a:cubicBezTo>
                <a:lnTo>
                  <a:pt x="19042" y="21600"/>
                </a:lnTo>
                <a:cubicBezTo>
                  <a:pt x="19853" y="21600"/>
                  <a:pt x="20593" y="21183"/>
                  <a:pt x="21020" y="20484"/>
                </a:cubicBezTo>
                <a:cubicBezTo>
                  <a:pt x="21447" y="19786"/>
                  <a:pt x="21485" y="18931"/>
                  <a:pt x="21122" y="18197"/>
                </a:cubicBezTo>
                <a:lnTo>
                  <a:pt x="12765" y="1300"/>
                </a:lnTo>
                <a:cubicBezTo>
                  <a:pt x="12369" y="498"/>
                  <a:pt x="11572" y="0"/>
                  <a:pt x="10685" y="0"/>
                </a:cubicBezTo>
                <a:close/>
                <a:moveTo>
                  <a:pt x="10685" y="744"/>
                </a:moveTo>
                <a:cubicBezTo>
                  <a:pt x="11291" y="744"/>
                  <a:pt x="11836" y="1084"/>
                  <a:pt x="12108" y="1632"/>
                </a:cubicBezTo>
                <a:lnTo>
                  <a:pt x="20464" y="18530"/>
                </a:lnTo>
                <a:cubicBezTo>
                  <a:pt x="20712" y="19032"/>
                  <a:pt x="20686" y="19615"/>
                  <a:pt x="20394" y="20093"/>
                </a:cubicBezTo>
                <a:cubicBezTo>
                  <a:pt x="20102" y="20570"/>
                  <a:pt x="19597" y="20856"/>
                  <a:pt x="19042" y="20856"/>
                </a:cubicBezTo>
                <a:lnTo>
                  <a:pt x="2327" y="20856"/>
                </a:lnTo>
                <a:cubicBezTo>
                  <a:pt x="1772" y="20856"/>
                  <a:pt x="1266" y="20570"/>
                  <a:pt x="974" y="20093"/>
                </a:cubicBezTo>
                <a:cubicBezTo>
                  <a:pt x="683" y="19615"/>
                  <a:pt x="658" y="19032"/>
                  <a:pt x="906" y="18530"/>
                </a:cubicBezTo>
                <a:lnTo>
                  <a:pt x="9262" y="1632"/>
                </a:lnTo>
                <a:cubicBezTo>
                  <a:pt x="9534" y="1084"/>
                  <a:pt x="10079" y="744"/>
                  <a:pt x="10685" y="744"/>
                </a:cubicBezTo>
                <a:close/>
                <a:moveTo>
                  <a:pt x="10685" y="1384"/>
                </a:moveTo>
                <a:cubicBezTo>
                  <a:pt x="10315" y="1384"/>
                  <a:pt x="9996" y="1585"/>
                  <a:pt x="9830" y="1919"/>
                </a:cubicBezTo>
                <a:lnTo>
                  <a:pt x="1472" y="18817"/>
                </a:lnTo>
                <a:cubicBezTo>
                  <a:pt x="1323" y="19118"/>
                  <a:pt x="1338" y="19470"/>
                  <a:pt x="1514" y="19757"/>
                </a:cubicBezTo>
                <a:cubicBezTo>
                  <a:pt x="1689" y="20044"/>
                  <a:pt x="1993" y="20214"/>
                  <a:pt x="2327" y="20214"/>
                </a:cubicBezTo>
                <a:lnTo>
                  <a:pt x="19042" y="20214"/>
                </a:lnTo>
                <a:cubicBezTo>
                  <a:pt x="19375" y="20214"/>
                  <a:pt x="19679" y="20044"/>
                  <a:pt x="19855" y="19757"/>
                </a:cubicBezTo>
                <a:cubicBezTo>
                  <a:pt x="20030" y="19470"/>
                  <a:pt x="20046" y="19118"/>
                  <a:pt x="19896" y="18817"/>
                </a:cubicBezTo>
                <a:lnTo>
                  <a:pt x="11540" y="1919"/>
                </a:lnTo>
                <a:cubicBezTo>
                  <a:pt x="11374" y="1585"/>
                  <a:pt x="11055" y="1384"/>
                  <a:pt x="10685" y="1384"/>
                </a:cubicBezTo>
                <a:close/>
              </a:path>
            </a:pathLst>
          </a:custGeom>
          <a:solidFill>
            <a:schemeClr val="accent5"/>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lvl1pPr defTabSz="297165">
              <a:defRPr sz="1200" b="0">
                <a:solidFill>
                  <a:srgbClr val="FFFFFF"/>
                </a:solidFill>
                <a:latin typeface="+mn-lt"/>
                <a:ea typeface="+mn-ea"/>
                <a:cs typeface="+mn-cs"/>
                <a:sym typeface="Helvetica Neue Medium"/>
              </a:defRPr>
            </a:lvl1pPr>
          </a:lstStyle>
          <a:p>
            <a:r>
              <a:t>!</a:t>
            </a:r>
          </a:p>
        </p:txBody>
      </p:sp>
      <p:sp>
        <p:nvSpPr>
          <p:cNvPr id="314" name="Line"/>
          <p:cNvSpPr/>
          <p:nvPr/>
        </p:nvSpPr>
        <p:spPr>
          <a:xfrm flipH="1">
            <a:off x="5933357" y="7788776"/>
            <a:ext cx="347195" cy="561576"/>
          </a:xfrm>
          <a:prstGeom prst="line">
            <a:avLst/>
          </a:prstGeom>
          <a:ln w="25400">
            <a:solidFill>
              <a:schemeClr val="accent5"/>
            </a:solidFill>
            <a:miter lim="400000"/>
          </a:ln>
        </p:spPr>
        <p:txBody>
          <a:bodyPr lIns="29517" tIns="29517" rIns="29517" bIns="29517" anchor="ctr"/>
          <a:lstStyle/>
          <a:p>
            <a:pPr defTabSz="640490">
              <a:defRPr sz="2200" b="0">
                <a:solidFill>
                  <a:srgbClr val="FFFFFF"/>
                </a:solidFill>
                <a:latin typeface="+mn-lt"/>
                <a:ea typeface="+mn-ea"/>
                <a:cs typeface="+mn-cs"/>
                <a:sym typeface="Helvetica Neue Medium"/>
              </a:defRPr>
            </a:pPr>
            <a:endParaRPr/>
          </a:p>
        </p:txBody>
      </p:sp>
      <p:sp>
        <p:nvSpPr>
          <p:cNvPr id="315" name="Rounded Rectangle"/>
          <p:cNvSpPr/>
          <p:nvPr/>
        </p:nvSpPr>
        <p:spPr>
          <a:xfrm>
            <a:off x="5961230" y="7586556"/>
            <a:ext cx="956588" cy="259166"/>
          </a:xfrm>
          <a:prstGeom prst="roundRect">
            <a:avLst>
              <a:gd name="adj" fmla="val 50000"/>
            </a:avLst>
          </a:prstGeom>
          <a:solidFill>
            <a:srgbClr val="F28641"/>
          </a:solidFill>
          <a:ln w="3175">
            <a:solidFill>
              <a:schemeClr val="accent5"/>
            </a:solidFill>
            <a:miter lim="400000"/>
          </a:ln>
        </p:spPr>
        <p:txBody>
          <a:bodyPr lIns="29517" tIns="29517" rIns="29517" bIns="29517" anchor="ctr"/>
          <a:lstStyle/>
          <a:p>
            <a:pPr defTabSz="640490">
              <a:defRPr sz="2200" b="0">
                <a:solidFill>
                  <a:srgbClr val="FFFFFF"/>
                </a:solidFill>
                <a:latin typeface="+mn-lt"/>
                <a:ea typeface="+mn-ea"/>
                <a:cs typeface="+mn-cs"/>
                <a:sym typeface="Helvetica Neue Medium"/>
              </a:defRPr>
            </a:pPr>
            <a:endParaRPr/>
          </a:p>
        </p:txBody>
      </p:sp>
      <p:sp>
        <p:nvSpPr>
          <p:cNvPr id="316" name="Siren Alarm"/>
          <p:cNvSpPr txBox="1"/>
          <p:nvPr/>
        </p:nvSpPr>
        <p:spPr>
          <a:xfrm>
            <a:off x="5985043" y="7587991"/>
            <a:ext cx="924162" cy="24953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9517" tIns="29517" rIns="29517" bIns="29517" anchor="ctr">
            <a:spAutoFit/>
          </a:bodyPr>
          <a:lstStyle>
            <a:lvl1pPr defTabSz="640490">
              <a:lnSpc>
                <a:spcPct val="90000"/>
              </a:lnSpc>
              <a:defRPr sz="1300" b="0">
                <a:solidFill>
                  <a:srgbClr val="FFFFFF"/>
                </a:solidFill>
                <a:latin typeface="Roboto Lt"/>
                <a:ea typeface="Roboto Lt"/>
                <a:cs typeface="Roboto Lt"/>
                <a:sym typeface="Roboto Medium"/>
              </a:defRPr>
            </a:lvl1pPr>
          </a:lstStyle>
          <a:p>
            <a:r>
              <a:t>Siren Alarm</a:t>
            </a:r>
          </a:p>
        </p:txBody>
      </p:sp>
      <p:sp>
        <p:nvSpPr>
          <p:cNvPr id="317" name="Bell"/>
          <p:cNvSpPr/>
          <p:nvPr/>
        </p:nvSpPr>
        <p:spPr>
          <a:xfrm>
            <a:off x="2832116" y="11161049"/>
            <a:ext cx="208931" cy="211050"/>
          </a:xfrm>
          <a:custGeom>
            <a:avLst/>
            <a:gdLst/>
            <a:ahLst/>
            <a:cxnLst>
              <a:cxn ang="0">
                <a:pos x="wd2" y="hd2"/>
              </a:cxn>
              <a:cxn ang="5400000">
                <a:pos x="wd2" y="hd2"/>
              </a:cxn>
              <a:cxn ang="10800000">
                <a:pos x="wd2" y="hd2"/>
              </a:cxn>
              <a:cxn ang="16200000">
                <a:pos x="wd2" y="hd2"/>
              </a:cxn>
            </a:cxnLst>
            <a:rect l="0" t="0" r="r" b="b"/>
            <a:pathLst>
              <a:path w="21600" h="21600" extrusionOk="0">
                <a:moveTo>
                  <a:pt x="9703" y="0"/>
                </a:moveTo>
                <a:cubicBezTo>
                  <a:pt x="9575" y="0"/>
                  <a:pt x="9470" y="104"/>
                  <a:pt x="9470" y="231"/>
                </a:cubicBezTo>
                <a:lnTo>
                  <a:pt x="9470" y="1411"/>
                </a:lnTo>
                <a:cubicBezTo>
                  <a:pt x="7726" y="1796"/>
                  <a:pt x="4885" y="3013"/>
                  <a:pt x="4885" y="6864"/>
                </a:cubicBezTo>
                <a:cubicBezTo>
                  <a:pt x="4875" y="6874"/>
                  <a:pt x="4657" y="13994"/>
                  <a:pt x="1736" y="16276"/>
                </a:cubicBezTo>
                <a:cubicBezTo>
                  <a:pt x="1736" y="16276"/>
                  <a:pt x="683" y="17224"/>
                  <a:pt x="0" y="17750"/>
                </a:cubicBezTo>
                <a:lnTo>
                  <a:pt x="0" y="19776"/>
                </a:lnTo>
                <a:lnTo>
                  <a:pt x="8958" y="19776"/>
                </a:lnTo>
                <a:cubicBezTo>
                  <a:pt x="8958" y="20783"/>
                  <a:pt x="9783" y="21600"/>
                  <a:pt x="10800" y="21600"/>
                </a:cubicBezTo>
                <a:cubicBezTo>
                  <a:pt x="11817" y="21600"/>
                  <a:pt x="12642" y="20783"/>
                  <a:pt x="12642" y="19776"/>
                </a:cubicBezTo>
                <a:lnTo>
                  <a:pt x="21600" y="19776"/>
                </a:lnTo>
                <a:lnTo>
                  <a:pt x="21600" y="17750"/>
                </a:lnTo>
                <a:cubicBezTo>
                  <a:pt x="20918" y="17224"/>
                  <a:pt x="19864" y="16276"/>
                  <a:pt x="19864" y="16276"/>
                </a:cubicBezTo>
                <a:cubicBezTo>
                  <a:pt x="16943" y="13994"/>
                  <a:pt x="16725" y="6874"/>
                  <a:pt x="16715" y="6864"/>
                </a:cubicBezTo>
                <a:cubicBezTo>
                  <a:pt x="16715" y="3013"/>
                  <a:pt x="13874" y="1796"/>
                  <a:pt x="12130" y="1411"/>
                </a:cubicBezTo>
                <a:lnTo>
                  <a:pt x="12130" y="231"/>
                </a:lnTo>
                <a:cubicBezTo>
                  <a:pt x="12130" y="104"/>
                  <a:pt x="12025" y="0"/>
                  <a:pt x="11897" y="0"/>
                </a:cubicBezTo>
                <a:lnTo>
                  <a:pt x="9703" y="0"/>
                </a:lnTo>
                <a:close/>
              </a:path>
            </a:pathLst>
          </a:custGeom>
          <a:solidFill>
            <a:schemeClr val="accent5"/>
          </a:solidFill>
          <a:ln w="12700">
            <a:miter lim="400000"/>
          </a:ln>
        </p:spPr>
        <p:txBody>
          <a:bodyPr lIns="0" tIns="0" rIns="0" bIns="0" anchor="ctr"/>
          <a:lstStyle/>
          <a:p>
            <a:pPr defTabSz="825500">
              <a:defRPr b="0">
                <a:solidFill>
                  <a:srgbClr val="FFFFFF"/>
                </a:solidFill>
                <a:latin typeface="+mn-lt"/>
                <a:ea typeface="+mn-ea"/>
                <a:cs typeface="+mn-cs"/>
                <a:sym typeface="Helvetica Neue Medium"/>
              </a:defRPr>
            </a:pPr>
            <a:endParaRPr/>
          </a:p>
        </p:txBody>
      </p:sp>
      <p:sp>
        <p:nvSpPr>
          <p:cNvPr id="318" name="Line"/>
          <p:cNvSpPr/>
          <p:nvPr/>
        </p:nvSpPr>
        <p:spPr>
          <a:xfrm>
            <a:off x="15312929" y="7880397"/>
            <a:ext cx="4533209" cy="2150738"/>
          </a:xfrm>
          <a:custGeom>
            <a:avLst/>
            <a:gdLst/>
            <a:ahLst/>
            <a:cxnLst>
              <a:cxn ang="0">
                <a:pos x="wd2" y="hd2"/>
              </a:cxn>
              <a:cxn ang="5400000">
                <a:pos x="wd2" y="hd2"/>
              </a:cxn>
              <a:cxn ang="10800000">
                <a:pos x="wd2" y="hd2"/>
              </a:cxn>
              <a:cxn ang="16200000">
                <a:pos x="wd2" y="hd2"/>
              </a:cxn>
            </a:cxnLst>
            <a:rect l="0" t="0" r="r" b="b"/>
            <a:pathLst>
              <a:path w="21600" h="21600" extrusionOk="0">
                <a:moveTo>
                  <a:pt x="0" y="137"/>
                </a:moveTo>
                <a:lnTo>
                  <a:pt x="15492" y="0"/>
                </a:lnTo>
                <a:lnTo>
                  <a:pt x="21600" y="21600"/>
                </a:lnTo>
              </a:path>
            </a:pathLst>
          </a:custGeom>
          <a:ln w="254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319" name="Circle"/>
          <p:cNvSpPr/>
          <p:nvPr/>
        </p:nvSpPr>
        <p:spPr>
          <a:xfrm>
            <a:off x="19735708" y="11260996"/>
            <a:ext cx="304477" cy="304477"/>
          </a:xfrm>
          <a:prstGeom prst="ellipse">
            <a:avLst/>
          </a:prstGeom>
          <a:solidFill>
            <a:srgbClr val="1CA390"/>
          </a:solidFill>
          <a:ln w="127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320" name="Line"/>
          <p:cNvSpPr/>
          <p:nvPr/>
        </p:nvSpPr>
        <p:spPr>
          <a:xfrm>
            <a:off x="15272620" y="9017181"/>
            <a:ext cx="4569737" cy="2302828"/>
          </a:xfrm>
          <a:custGeom>
            <a:avLst/>
            <a:gdLst/>
            <a:ahLst/>
            <a:cxnLst>
              <a:cxn ang="0">
                <a:pos x="wd2" y="hd2"/>
              </a:cxn>
              <a:cxn ang="5400000">
                <a:pos x="wd2" y="hd2"/>
              </a:cxn>
              <a:cxn ang="10800000">
                <a:pos x="wd2" y="hd2"/>
              </a:cxn>
              <a:cxn ang="16200000">
                <a:pos x="wd2" y="hd2"/>
              </a:cxn>
            </a:cxnLst>
            <a:rect l="0" t="0" r="r" b="b"/>
            <a:pathLst>
              <a:path w="21600" h="21600" extrusionOk="0">
                <a:moveTo>
                  <a:pt x="0" y="137"/>
                </a:moveTo>
                <a:lnTo>
                  <a:pt x="15492" y="0"/>
                </a:lnTo>
                <a:lnTo>
                  <a:pt x="21600" y="21600"/>
                </a:lnTo>
              </a:path>
            </a:pathLst>
          </a:custGeom>
          <a:ln w="254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grpSp>
        <p:nvGrpSpPr>
          <p:cNvPr id="326" name="Group"/>
          <p:cNvGrpSpPr/>
          <p:nvPr/>
        </p:nvGrpSpPr>
        <p:grpSpPr>
          <a:xfrm>
            <a:off x="20647249" y="175434"/>
            <a:ext cx="3419024" cy="2620932"/>
            <a:chOff x="0" y="0"/>
            <a:chExt cx="3419022" cy="2620931"/>
          </a:xfrm>
        </p:grpSpPr>
        <p:pic>
          <p:nvPicPr>
            <p:cNvPr id="321" name="Image" descr="Image"/>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0" y="2232"/>
              <a:ext cx="3419023" cy="2618700"/>
            </a:xfrm>
            <a:prstGeom prst="rect">
              <a:avLst/>
            </a:prstGeom>
            <a:ln w="12700" cap="flat">
              <a:noFill/>
              <a:miter lim="400000"/>
            </a:ln>
            <a:effectLst/>
          </p:spPr>
        </p:pic>
        <p:sp>
          <p:nvSpPr>
            <p:cNvPr id="322" name="Music Note"/>
            <p:cNvSpPr/>
            <p:nvPr/>
          </p:nvSpPr>
          <p:spPr>
            <a:xfrm rot="1260000">
              <a:off x="2251118" y="37376"/>
              <a:ext cx="268385" cy="322605"/>
            </a:xfrm>
            <a:custGeom>
              <a:avLst/>
              <a:gdLst/>
              <a:ahLst/>
              <a:cxnLst>
                <a:cxn ang="0">
                  <a:pos x="wd2" y="hd2"/>
                </a:cxn>
                <a:cxn ang="5400000">
                  <a:pos x="wd2" y="hd2"/>
                </a:cxn>
                <a:cxn ang="10800000">
                  <a:pos x="wd2" y="hd2"/>
                </a:cxn>
                <a:cxn ang="16200000">
                  <a:pos x="wd2" y="hd2"/>
                </a:cxn>
              </a:cxnLst>
              <a:rect l="0" t="0" r="r" b="b"/>
              <a:pathLst>
                <a:path w="21113" h="21383" extrusionOk="0">
                  <a:moveTo>
                    <a:pt x="21113" y="0"/>
                  </a:moveTo>
                  <a:lnTo>
                    <a:pt x="6108" y="2350"/>
                  </a:lnTo>
                  <a:lnTo>
                    <a:pt x="6108" y="5125"/>
                  </a:lnTo>
                  <a:lnTo>
                    <a:pt x="6108" y="17126"/>
                  </a:lnTo>
                  <a:cubicBezTo>
                    <a:pt x="5809" y="16937"/>
                    <a:pt x="5437" y="16795"/>
                    <a:pt x="4989" y="16725"/>
                  </a:cubicBezTo>
                  <a:cubicBezTo>
                    <a:pt x="4776" y="16691"/>
                    <a:pt x="4556" y="16675"/>
                    <a:pt x="4334" y="16674"/>
                  </a:cubicBezTo>
                  <a:cubicBezTo>
                    <a:pt x="2785" y="16667"/>
                    <a:pt x="1107" y="17429"/>
                    <a:pt x="363" y="18542"/>
                  </a:cubicBezTo>
                  <a:cubicBezTo>
                    <a:pt x="-487" y="19815"/>
                    <a:pt x="205" y="21063"/>
                    <a:pt x="1909" y="21332"/>
                  </a:cubicBezTo>
                  <a:cubicBezTo>
                    <a:pt x="3613" y="21600"/>
                    <a:pt x="5685" y="20787"/>
                    <a:pt x="6535" y="19514"/>
                  </a:cubicBezTo>
                  <a:cubicBezTo>
                    <a:pt x="6784" y="19141"/>
                    <a:pt x="6886" y="18773"/>
                    <a:pt x="6884" y="18428"/>
                  </a:cubicBezTo>
                  <a:lnTo>
                    <a:pt x="6892" y="18428"/>
                  </a:lnTo>
                  <a:lnTo>
                    <a:pt x="6892" y="5003"/>
                  </a:lnTo>
                  <a:lnTo>
                    <a:pt x="20329" y="2901"/>
                  </a:lnTo>
                  <a:lnTo>
                    <a:pt x="20329" y="15019"/>
                  </a:lnTo>
                  <a:cubicBezTo>
                    <a:pt x="20028" y="14827"/>
                    <a:pt x="19654" y="14682"/>
                    <a:pt x="19201" y="14611"/>
                  </a:cubicBezTo>
                  <a:cubicBezTo>
                    <a:pt x="18988" y="14577"/>
                    <a:pt x="18768" y="14561"/>
                    <a:pt x="18546" y="14560"/>
                  </a:cubicBezTo>
                  <a:cubicBezTo>
                    <a:pt x="16997" y="14553"/>
                    <a:pt x="15319" y="15315"/>
                    <a:pt x="14575" y="16428"/>
                  </a:cubicBezTo>
                  <a:cubicBezTo>
                    <a:pt x="13725" y="17701"/>
                    <a:pt x="14417" y="18949"/>
                    <a:pt x="16121" y="19218"/>
                  </a:cubicBezTo>
                  <a:cubicBezTo>
                    <a:pt x="17825" y="19486"/>
                    <a:pt x="19897" y="18673"/>
                    <a:pt x="20747" y="17400"/>
                  </a:cubicBezTo>
                  <a:cubicBezTo>
                    <a:pt x="20960" y="17081"/>
                    <a:pt x="21077" y="16763"/>
                    <a:pt x="21104" y="16462"/>
                  </a:cubicBezTo>
                  <a:lnTo>
                    <a:pt x="21113" y="16462"/>
                  </a:lnTo>
                  <a:lnTo>
                    <a:pt x="21113" y="2777"/>
                  </a:lnTo>
                  <a:lnTo>
                    <a:pt x="21113" y="381"/>
                  </a:lnTo>
                  <a:lnTo>
                    <a:pt x="21113" y="0"/>
                  </a:lnTo>
                  <a:close/>
                </a:path>
              </a:pathLst>
            </a:custGeom>
            <a:solidFill>
              <a:srgbClr val="2B9C99"/>
            </a:solidFill>
            <a:ln w="12700" cap="flat">
              <a:noFill/>
              <a:miter lim="400000"/>
            </a:ln>
            <a:effectLst/>
          </p:spPr>
          <p:txBody>
            <a:bodyPr wrap="square" lIns="81997" tIns="81997" rIns="81997" bIns="81997" numCol="1" anchor="ctr">
              <a:noAutofit/>
            </a:bodyPr>
            <a:lstStyle/>
            <a:p>
              <a:pPr defTabSz="1779223">
                <a:defRPr sz="7200" b="0">
                  <a:solidFill>
                    <a:srgbClr val="FFFFFF"/>
                  </a:solidFill>
                  <a:latin typeface="Helvetica Light"/>
                  <a:ea typeface="Helvetica Light"/>
                  <a:cs typeface="Helvetica Light"/>
                  <a:sym typeface="Helvetica Light"/>
                </a:defRPr>
              </a:pPr>
              <a:endParaRPr/>
            </a:p>
          </p:txBody>
        </p:sp>
        <p:sp>
          <p:nvSpPr>
            <p:cNvPr id="323" name="Music Note"/>
            <p:cNvSpPr/>
            <p:nvPr/>
          </p:nvSpPr>
          <p:spPr>
            <a:xfrm rot="1260000">
              <a:off x="1673480" y="154589"/>
              <a:ext cx="324168" cy="389658"/>
            </a:xfrm>
            <a:custGeom>
              <a:avLst/>
              <a:gdLst/>
              <a:ahLst/>
              <a:cxnLst>
                <a:cxn ang="0">
                  <a:pos x="wd2" y="hd2"/>
                </a:cxn>
                <a:cxn ang="5400000">
                  <a:pos x="wd2" y="hd2"/>
                </a:cxn>
                <a:cxn ang="10800000">
                  <a:pos x="wd2" y="hd2"/>
                </a:cxn>
                <a:cxn ang="16200000">
                  <a:pos x="wd2" y="hd2"/>
                </a:cxn>
              </a:cxnLst>
              <a:rect l="0" t="0" r="r" b="b"/>
              <a:pathLst>
                <a:path w="21113" h="21383" extrusionOk="0">
                  <a:moveTo>
                    <a:pt x="21113" y="0"/>
                  </a:moveTo>
                  <a:lnTo>
                    <a:pt x="6108" y="2350"/>
                  </a:lnTo>
                  <a:lnTo>
                    <a:pt x="6108" y="5125"/>
                  </a:lnTo>
                  <a:lnTo>
                    <a:pt x="6108" y="17126"/>
                  </a:lnTo>
                  <a:cubicBezTo>
                    <a:pt x="5809" y="16937"/>
                    <a:pt x="5437" y="16795"/>
                    <a:pt x="4989" y="16725"/>
                  </a:cubicBezTo>
                  <a:cubicBezTo>
                    <a:pt x="4776" y="16691"/>
                    <a:pt x="4556" y="16675"/>
                    <a:pt x="4334" y="16674"/>
                  </a:cubicBezTo>
                  <a:cubicBezTo>
                    <a:pt x="2785" y="16667"/>
                    <a:pt x="1107" y="17429"/>
                    <a:pt x="363" y="18542"/>
                  </a:cubicBezTo>
                  <a:cubicBezTo>
                    <a:pt x="-487" y="19815"/>
                    <a:pt x="205" y="21063"/>
                    <a:pt x="1909" y="21332"/>
                  </a:cubicBezTo>
                  <a:cubicBezTo>
                    <a:pt x="3613" y="21600"/>
                    <a:pt x="5685" y="20787"/>
                    <a:pt x="6535" y="19514"/>
                  </a:cubicBezTo>
                  <a:cubicBezTo>
                    <a:pt x="6784" y="19141"/>
                    <a:pt x="6886" y="18773"/>
                    <a:pt x="6884" y="18428"/>
                  </a:cubicBezTo>
                  <a:lnTo>
                    <a:pt x="6892" y="18428"/>
                  </a:lnTo>
                  <a:lnTo>
                    <a:pt x="6892" y="5003"/>
                  </a:lnTo>
                  <a:lnTo>
                    <a:pt x="20329" y="2901"/>
                  </a:lnTo>
                  <a:lnTo>
                    <a:pt x="20329" y="15019"/>
                  </a:lnTo>
                  <a:cubicBezTo>
                    <a:pt x="20028" y="14827"/>
                    <a:pt x="19654" y="14682"/>
                    <a:pt x="19201" y="14611"/>
                  </a:cubicBezTo>
                  <a:cubicBezTo>
                    <a:pt x="18988" y="14577"/>
                    <a:pt x="18768" y="14561"/>
                    <a:pt x="18546" y="14560"/>
                  </a:cubicBezTo>
                  <a:cubicBezTo>
                    <a:pt x="16997" y="14553"/>
                    <a:pt x="15319" y="15315"/>
                    <a:pt x="14575" y="16428"/>
                  </a:cubicBezTo>
                  <a:cubicBezTo>
                    <a:pt x="13725" y="17701"/>
                    <a:pt x="14417" y="18949"/>
                    <a:pt x="16121" y="19218"/>
                  </a:cubicBezTo>
                  <a:cubicBezTo>
                    <a:pt x="17825" y="19486"/>
                    <a:pt x="19897" y="18673"/>
                    <a:pt x="20747" y="17400"/>
                  </a:cubicBezTo>
                  <a:cubicBezTo>
                    <a:pt x="20960" y="17081"/>
                    <a:pt x="21077" y="16763"/>
                    <a:pt x="21104" y="16462"/>
                  </a:cubicBezTo>
                  <a:lnTo>
                    <a:pt x="21113" y="16462"/>
                  </a:lnTo>
                  <a:lnTo>
                    <a:pt x="21113" y="2777"/>
                  </a:lnTo>
                  <a:lnTo>
                    <a:pt x="21113" y="381"/>
                  </a:lnTo>
                  <a:lnTo>
                    <a:pt x="21113" y="0"/>
                  </a:lnTo>
                  <a:close/>
                </a:path>
              </a:pathLst>
            </a:custGeom>
            <a:solidFill>
              <a:srgbClr val="2B9C99"/>
            </a:solidFill>
            <a:ln w="12700" cap="flat">
              <a:noFill/>
              <a:miter lim="400000"/>
            </a:ln>
            <a:effectLst/>
          </p:spPr>
          <p:txBody>
            <a:bodyPr wrap="square" lIns="81997" tIns="81997" rIns="81997" bIns="81997" numCol="1" anchor="ctr">
              <a:noAutofit/>
            </a:bodyPr>
            <a:lstStyle/>
            <a:p>
              <a:pPr defTabSz="1779223">
                <a:defRPr sz="7200" b="0">
                  <a:solidFill>
                    <a:srgbClr val="FFFFFF"/>
                  </a:solidFill>
                  <a:latin typeface="Helvetica Light"/>
                  <a:ea typeface="Helvetica Light"/>
                  <a:cs typeface="Helvetica Light"/>
                  <a:sym typeface="Helvetica Light"/>
                </a:defRPr>
              </a:pPr>
              <a:endParaRPr/>
            </a:p>
          </p:txBody>
        </p:sp>
        <p:sp>
          <p:nvSpPr>
            <p:cNvPr id="324" name="Line"/>
            <p:cNvSpPr/>
            <p:nvPr/>
          </p:nvSpPr>
          <p:spPr>
            <a:xfrm>
              <a:off x="2026842" y="817284"/>
              <a:ext cx="77808" cy="415755"/>
            </a:xfrm>
            <a:custGeom>
              <a:avLst/>
              <a:gdLst/>
              <a:ahLst/>
              <a:cxnLst>
                <a:cxn ang="0">
                  <a:pos x="wd2" y="hd2"/>
                </a:cxn>
                <a:cxn ang="5400000">
                  <a:pos x="wd2" y="hd2"/>
                </a:cxn>
                <a:cxn ang="10800000">
                  <a:pos x="wd2" y="hd2"/>
                </a:cxn>
                <a:cxn ang="16200000">
                  <a:pos x="wd2" y="hd2"/>
                </a:cxn>
              </a:cxnLst>
              <a:rect l="0" t="0" r="r" b="b"/>
              <a:pathLst>
                <a:path w="20591" h="21600" extrusionOk="0">
                  <a:moveTo>
                    <a:pt x="20591" y="0"/>
                  </a:moveTo>
                  <a:cubicBezTo>
                    <a:pt x="8454" y="2571"/>
                    <a:pt x="1101" y="6156"/>
                    <a:pt x="115" y="9986"/>
                  </a:cubicBezTo>
                  <a:cubicBezTo>
                    <a:pt x="-1009" y="14348"/>
                    <a:pt x="6172" y="18602"/>
                    <a:pt x="19721" y="21600"/>
                  </a:cubicBezTo>
                </a:path>
              </a:pathLst>
            </a:custGeom>
            <a:noFill/>
            <a:ln w="63500" cap="flat">
              <a:solidFill>
                <a:srgbClr val="2B9C99"/>
              </a:solidFill>
              <a:prstDash val="solid"/>
              <a:miter lim="400000"/>
            </a:ln>
            <a:effectLst/>
          </p:spPr>
          <p:txBody>
            <a:bodyPr wrap="square" lIns="29517" tIns="29517" rIns="29517" bIns="29517" numCol="1" anchor="ctr">
              <a:noAutofit/>
            </a:bodyPr>
            <a:lstStyle/>
            <a:p>
              <a:pPr defTabSz="640490">
                <a:defRPr sz="2600" b="0">
                  <a:latin typeface="Helvetica Light"/>
                  <a:ea typeface="Helvetica Light"/>
                  <a:cs typeface="Helvetica Light"/>
                  <a:sym typeface="Helvetica Light"/>
                </a:defRPr>
              </a:pPr>
              <a:endParaRPr/>
            </a:p>
          </p:txBody>
        </p:sp>
        <p:sp>
          <p:nvSpPr>
            <p:cNvPr id="325" name="Line"/>
            <p:cNvSpPr/>
            <p:nvPr/>
          </p:nvSpPr>
          <p:spPr>
            <a:xfrm>
              <a:off x="2137712" y="910903"/>
              <a:ext cx="41856" cy="234635"/>
            </a:xfrm>
            <a:custGeom>
              <a:avLst/>
              <a:gdLst/>
              <a:ahLst/>
              <a:cxnLst>
                <a:cxn ang="0">
                  <a:pos x="wd2" y="hd2"/>
                </a:cxn>
                <a:cxn ang="5400000">
                  <a:pos x="wd2" y="hd2"/>
                </a:cxn>
                <a:cxn ang="10800000">
                  <a:pos x="wd2" y="hd2"/>
                </a:cxn>
                <a:cxn ang="16200000">
                  <a:pos x="wd2" y="hd2"/>
                </a:cxn>
              </a:cxnLst>
              <a:rect l="0" t="0" r="r" b="b"/>
              <a:pathLst>
                <a:path w="20663" h="21600" extrusionOk="0">
                  <a:moveTo>
                    <a:pt x="20555" y="0"/>
                  </a:moveTo>
                  <a:cubicBezTo>
                    <a:pt x="6645" y="2803"/>
                    <a:pt x="-937" y="6916"/>
                    <a:pt x="93" y="11162"/>
                  </a:cubicBezTo>
                  <a:cubicBezTo>
                    <a:pt x="1047" y="15095"/>
                    <a:pt x="9199" y="18706"/>
                    <a:pt x="20663" y="21600"/>
                  </a:cubicBezTo>
                </a:path>
              </a:pathLst>
            </a:custGeom>
            <a:noFill/>
            <a:ln w="38100" cap="flat">
              <a:solidFill>
                <a:srgbClr val="2B9C99"/>
              </a:solidFill>
              <a:prstDash val="solid"/>
              <a:miter lim="400000"/>
            </a:ln>
            <a:effectLst/>
          </p:spPr>
          <p:txBody>
            <a:bodyPr wrap="square" lIns="29517" tIns="29517" rIns="29517" bIns="29517" numCol="1" anchor="ctr">
              <a:noAutofit/>
            </a:bodyPr>
            <a:lstStyle/>
            <a:p>
              <a:pPr defTabSz="640490">
                <a:defRPr sz="2600" b="0">
                  <a:latin typeface="Helvetica Light"/>
                  <a:ea typeface="Helvetica Light"/>
                  <a:cs typeface="Helvetica Light"/>
                  <a:sym typeface="Helvetica Light"/>
                </a:defRPr>
              </a:pPr>
              <a:endParaRPr/>
            </a:p>
          </p:txBody>
        </p:sp>
      </p:grpSp>
      <p:sp>
        <p:nvSpPr>
          <p:cNvPr id="327" name="Wireless Video Doorbell"/>
          <p:cNvSpPr txBox="1">
            <a:spLocks noGrp="1"/>
          </p:cNvSpPr>
          <p:nvPr>
            <p:ph type="title"/>
          </p:nvPr>
        </p:nvSpPr>
        <p:spPr>
          <a:prstGeom prst="rect">
            <a:avLst/>
          </a:prstGeom>
        </p:spPr>
        <p:txBody>
          <a:bodyPr>
            <a:normAutofit fontScale="90000"/>
          </a:bodyPr>
          <a:lstStyle>
            <a:lvl1pPr defTabSz="607933">
              <a:defRPr sz="8140"/>
            </a:lvl1pPr>
          </a:lstStyle>
          <a:p>
            <a:r>
              <a:rPr lang="en-US">
                <a:solidFill>
                  <a:srgbClr val="1CA390"/>
                </a:solidFill>
                <a:latin typeface="Nunito Sans" pitchFamily="2" charset="77"/>
              </a:rPr>
              <a:t>Chuông cửa AI video không dây dùng pin</a:t>
            </a:r>
            <a:endParaRPr>
              <a:solidFill>
                <a:srgbClr val="1CA390"/>
              </a:solidFill>
              <a:latin typeface="Nunito Sans" pitchFamily="2" charset="77"/>
            </a:endParaRPr>
          </a:p>
        </p:txBody>
      </p:sp>
      <p:sp>
        <p:nvSpPr>
          <p:cNvPr id="328" name="Rectangle 10"/>
          <p:cNvSpPr txBox="1"/>
          <p:nvPr/>
        </p:nvSpPr>
        <p:spPr>
          <a:xfrm>
            <a:off x="1303841" y="2005288"/>
            <a:ext cx="17257188" cy="85715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tIns="91439" bIns="91439">
            <a:spAutoFit/>
          </a:bodyPr>
          <a:lstStyle/>
          <a:p>
            <a:pPr algn="l" defTabSz="914400">
              <a:lnSpc>
                <a:spcPct val="120000"/>
              </a:lnSpc>
              <a:spcBef>
                <a:spcPts val="2000"/>
              </a:spcBef>
              <a:defRPr sz="3800" b="0">
                <a:solidFill>
                  <a:srgbClr val="085058"/>
                </a:solidFill>
                <a:latin typeface="Helvetica"/>
                <a:ea typeface="Helvetica"/>
                <a:cs typeface="Helvetica"/>
                <a:sym typeface="Helvetica"/>
              </a:defRPr>
            </a:pPr>
            <a:r>
              <a:rPr lang="en-US">
                <a:solidFill>
                  <a:srgbClr val="5E5E5E"/>
                </a:solidFill>
                <a:latin typeface="Nunito Sans" pitchFamily="2" charset="77"/>
              </a:rPr>
              <a:t>Điều khiển và quản lý từ xa thông qua ứng dụng CUVO từ bất cứ đâu</a:t>
            </a:r>
          </a:p>
        </p:txBody>
      </p:sp>
      <p:sp>
        <p:nvSpPr>
          <p:cNvPr id="329" name="1"/>
          <p:cNvSpPr/>
          <p:nvPr/>
        </p:nvSpPr>
        <p:spPr>
          <a:xfrm>
            <a:off x="7785726" y="3884723"/>
            <a:ext cx="659252" cy="659253"/>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1</a:t>
            </a:r>
          </a:p>
        </p:txBody>
      </p:sp>
      <p:sp>
        <p:nvSpPr>
          <p:cNvPr id="330" name="2"/>
          <p:cNvSpPr/>
          <p:nvPr/>
        </p:nvSpPr>
        <p:spPr>
          <a:xfrm>
            <a:off x="7785726" y="5118657"/>
            <a:ext cx="659252"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2</a:t>
            </a:r>
          </a:p>
        </p:txBody>
      </p:sp>
      <p:sp>
        <p:nvSpPr>
          <p:cNvPr id="331" name="3"/>
          <p:cNvSpPr/>
          <p:nvPr/>
        </p:nvSpPr>
        <p:spPr>
          <a:xfrm>
            <a:off x="7785726" y="6352591"/>
            <a:ext cx="659252"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3</a:t>
            </a:r>
          </a:p>
        </p:txBody>
      </p:sp>
      <p:sp>
        <p:nvSpPr>
          <p:cNvPr id="332" name="4"/>
          <p:cNvSpPr/>
          <p:nvPr/>
        </p:nvSpPr>
        <p:spPr>
          <a:xfrm>
            <a:off x="7785726" y="7586525"/>
            <a:ext cx="659252"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4</a:t>
            </a:r>
          </a:p>
        </p:txBody>
      </p:sp>
      <p:sp>
        <p:nvSpPr>
          <p:cNvPr id="333" name="5"/>
          <p:cNvSpPr/>
          <p:nvPr/>
        </p:nvSpPr>
        <p:spPr>
          <a:xfrm>
            <a:off x="7785726" y="8820458"/>
            <a:ext cx="659252"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5</a:t>
            </a:r>
          </a:p>
        </p:txBody>
      </p:sp>
      <p:sp>
        <p:nvSpPr>
          <p:cNvPr id="334" name="6"/>
          <p:cNvSpPr/>
          <p:nvPr/>
        </p:nvSpPr>
        <p:spPr>
          <a:xfrm>
            <a:off x="7785726" y="10039636"/>
            <a:ext cx="659252"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6</a:t>
            </a:r>
          </a:p>
        </p:txBody>
      </p:sp>
      <p:sp>
        <p:nvSpPr>
          <p:cNvPr id="336" name="7"/>
          <p:cNvSpPr/>
          <p:nvPr/>
        </p:nvSpPr>
        <p:spPr>
          <a:xfrm>
            <a:off x="7785726" y="11216647"/>
            <a:ext cx="659252" cy="65925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7</a:t>
            </a:r>
          </a:p>
        </p:txBody>
      </p:sp>
      <p:sp>
        <p:nvSpPr>
          <p:cNvPr id="337" name="Rechargeable Built-in Battery"/>
          <p:cNvSpPr txBox="1"/>
          <p:nvPr/>
        </p:nvSpPr>
        <p:spPr>
          <a:xfrm>
            <a:off x="8693645" y="11270700"/>
            <a:ext cx="4594693"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Lt"/>
                <a:ea typeface="Roboto Lt"/>
                <a:cs typeface="Roboto Lt"/>
                <a:sym typeface="Roboto Medium"/>
              </a:defRPr>
            </a:lvl1pPr>
          </a:lstStyle>
          <a:p>
            <a:r>
              <a:rPr lang="en-US">
                <a:latin typeface="Nunito Sans" pitchFamily="2" charset="77"/>
              </a:rPr>
              <a:t>Tích hợp pin sạc Lithium</a:t>
            </a:r>
            <a:endParaRPr>
              <a:latin typeface="Nunito Sans" pitchFamily="2" charset="77"/>
            </a:endParaRPr>
          </a:p>
        </p:txBody>
      </p:sp>
      <p:sp>
        <p:nvSpPr>
          <p:cNvPr id="338" name="Line"/>
          <p:cNvSpPr/>
          <p:nvPr/>
        </p:nvSpPr>
        <p:spPr>
          <a:xfrm>
            <a:off x="11055354" y="10281593"/>
            <a:ext cx="7653721" cy="385516"/>
          </a:xfrm>
          <a:custGeom>
            <a:avLst/>
            <a:gdLst/>
            <a:ahLst/>
            <a:cxnLst>
              <a:cxn ang="0">
                <a:pos x="wd2" y="hd2"/>
              </a:cxn>
              <a:cxn ang="5400000">
                <a:pos x="wd2" y="hd2"/>
              </a:cxn>
              <a:cxn ang="10800000">
                <a:pos x="wd2" y="hd2"/>
              </a:cxn>
              <a:cxn ang="16200000">
                <a:pos x="wd2" y="hd2"/>
              </a:cxn>
            </a:cxnLst>
            <a:rect l="0" t="0" r="r" b="b"/>
            <a:pathLst>
              <a:path w="21600" h="21600" extrusionOk="0">
                <a:moveTo>
                  <a:pt x="0" y="137"/>
                </a:moveTo>
                <a:lnTo>
                  <a:pt x="15492" y="0"/>
                </a:lnTo>
                <a:lnTo>
                  <a:pt x="21600" y="21600"/>
                </a:lnTo>
              </a:path>
            </a:pathLst>
          </a:custGeom>
          <a:ln w="254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339" name="Circle"/>
          <p:cNvSpPr/>
          <p:nvPr/>
        </p:nvSpPr>
        <p:spPr>
          <a:xfrm>
            <a:off x="18643508" y="10527382"/>
            <a:ext cx="304477" cy="304477"/>
          </a:xfrm>
          <a:prstGeom prst="ellipse">
            <a:avLst/>
          </a:prstGeom>
          <a:solidFill>
            <a:srgbClr val="1CA390"/>
          </a:solidFill>
          <a:ln w="12700">
            <a:solidFill>
              <a:srgbClr val="1CA390"/>
            </a:solidFill>
            <a:miter lim="400000"/>
          </a:ln>
        </p:spPr>
        <p:txBody>
          <a:bodyPr lIns="81997" tIns="81997" rIns="81997" bIns="81997" anchor="ctr"/>
          <a:lstStyle/>
          <a:p>
            <a:pPr defTabSz="1779223">
              <a:defRPr sz="6000" b="0">
                <a:solidFill>
                  <a:srgbClr val="FFFFFF"/>
                </a:solidFill>
                <a:latin typeface="+mn-lt"/>
                <a:ea typeface="+mn-ea"/>
                <a:cs typeface="+mn-cs"/>
                <a:sym typeface="Helvetica Neue Medium"/>
              </a:defRPr>
            </a:pPr>
            <a:endParaRPr/>
          </a:p>
        </p:txBody>
      </p:sp>
      <p:sp>
        <p:nvSpPr>
          <p:cNvPr id="340" name="Slide Number"/>
          <p:cNvSpPr txBox="1">
            <a:spLocks noGrp="1"/>
          </p:cNvSpPr>
          <p:nvPr>
            <p:ph type="sldNum" sz="quarter" idx="2"/>
          </p:nvPr>
        </p:nvSpPr>
        <p:spPr>
          <a:xfrm>
            <a:off x="24010154" y="13349611"/>
            <a:ext cx="254432" cy="341098"/>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7</a:t>
            </a:fld>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2" name="Image" descr="Image"/>
          <p:cNvPicPr>
            <a:picLocks noChangeAspect="1"/>
          </p:cNvPicPr>
          <p:nvPr/>
        </p:nvPicPr>
        <p:blipFill>
          <a:blip r:embed="rId2" cstate="hqprint">
            <a:alphaModFix amt="29894"/>
            <a:extLst>
              <a:ext uri="{28A0092B-C50C-407E-A947-70E740481C1C}">
                <a14:useLocalDpi xmlns:a14="http://schemas.microsoft.com/office/drawing/2010/main"/>
              </a:ext>
            </a:extLst>
          </a:blip>
          <a:srcRect/>
          <a:stretch>
            <a:fillRect/>
          </a:stretch>
        </p:blipFill>
        <p:spPr>
          <a:xfrm>
            <a:off x="-5037" y="2504486"/>
            <a:ext cx="24394074" cy="10837206"/>
          </a:xfrm>
          <a:prstGeom prst="rect">
            <a:avLst/>
          </a:prstGeom>
          <a:ln w="12700">
            <a:miter lim="400000"/>
          </a:ln>
        </p:spPr>
      </p:pic>
      <p:sp>
        <p:nvSpPr>
          <p:cNvPr id="348" name="Wireless Video Doorbell Pro"/>
          <p:cNvSpPr txBox="1">
            <a:spLocks noGrp="1"/>
          </p:cNvSpPr>
          <p:nvPr>
            <p:ph type="title"/>
          </p:nvPr>
        </p:nvSpPr>
        <p:spPr>
          <a:prstGeom prst="rect">
            <a:avLst/>
          </a:prstGeom>
        </p:spPr>
        <p:txBody>
          <a:bodyPr>
            <a:normAutofit fontScale="90000"/>
          </a:bodyPr>
          <a:lstStyle>
            <a:lvl1pPr defTabSz="607933">
              <a:defRPr sz="8140"/>
            </a:lvl1pPr>
          </a:lstStyle>
          <a:p>
            <a:r>
              <a:rPr lang="en-US">
                <a:solidFill>
                  <a:srgbClr val="1CA390"/>
                </a:solidFill>
                <a:latin typeface="Nunito Sans" pitchFamily="2" charset="77"/>
              </a:rPr>
              <a:t>Chuông cửa AI video không dây dùng pin</a:t>
            </a:r>
            <a:endParaRPr>
              <a:solidFill>
                <a:srgbClr val="1CA390"/>
              </a:solidFill>
              <a:latin typeface="Nunito Sans" pitchFamily="2" charset="77"/>
            </a:endParaRPr>
          </a:p>
        </p:txBody>
      </p:sp>
      <p:sp>
        <p:nvSpPr>
          <p:cNvPr id="349" name="Slide Number"/>
          <p:cNvSpPr txBox="1">
            <a:spLocks noGrp="1"/>
          </p:cNvSpPr>
          <p:nvPr>
            <p:ph type="sldNum" sz="quarter" idx="2"/>
          </p:nvPr>
        </p:nvSpPr>
        <p:spPr>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8</a:t>
            </a:fld>
            <a:endParaRPr/>
          </a:p>
        </p:txBody>
      </p:sp>
      <p:sp>
        <p:nvSpPr>
          <p:cNvPr id="351" name="Rectangle"/>
          <p:cNvSpPr/>
          <p:nvPr/>
        </p:nvSpPr>
        <p:spPr>
          <a:xfrm>
            <a:off x="-22388" y="2492205"/>
            <a:ext cx="24428776" cy="861501"/>
          </a:xfrm>
          <a:prstGeom prst="rect">
            <a:avLst/>
          </a:prstGeom>
          <a:gradFill>
            <a:gsLst>
              <a:gs pos="0">
                <a:srgbClr val="FAFFFF">
                  <a:alpha val="0"/>
                </a:srgbClr>
              </a:gs>
              <a:gs pos="100000">
                <a:srgbClr val="FAFFFF"/>
              </a:gs>
            </a:gsLst>
            <a:lin ang="16200000"/>
          </a:gradFill>
          <a:ln w="12700">
            <a:miter lim="400000"/>
          </a:ln>
        </p:spPr>
        <p:txBody>
          <a:bodyPr lIns="71437" tIns="71437" rIns="71437" bIns="71437" anchor="ctr"/>
          <a:lstStyle/>
          <a:p>
            <a:pPr>
              <a:defRPr sz="3000" b="0">
                <a:solidFill>
                  <a:srgbClr val="FFFFFF"/>
                </a:solidFill>
                <a:latin typeface="+mn-lt"/>
                <a:ea typeface="+mn-ea"/>
                <a:cs typeface="+mn-cs"/>
                <a:sym typeface="Helvetica Neue Medium"/>
              </a:defRPr>
            </a:pPr>
            <a:endParaRPr/>
          </a:p>
        </p:txBody>
      </p:sp>
      <p:sp>
        <p:nvSpPr>
          <p:cNvPr id="352" name="Rectangle"/>
          <p:cNvSpPr/>
          <p:nvPr/>
        </p:nvSpPr>
        <p:spPr>
          <a:xfrm>
            <a:off x="-38772" y="2500967"/>
            <a:ext cx="6129402" cy="10844107"/>
          </a:xfrm>
          <a:prstGeom prst="rect">
            <a:avLst/>
          </a:prstGeom>
          <a:gradFill>
            <a:gsLst>
              <a:gs pos="0">
                <a:srgbClr val="FAFFFF"/>
              </a:gs>
              <a:gs pos="100000">
                <a:srgbClr val="FAFFFF">
                  <a:alpha val="0"/>
                </a:srgbClr>
              </a:gs>
            </a:gsLst>
          </a:gradFill>
          <a:ln w="12700">
            <a:miter lim="400000"/>
          </a:ln>
        </p:spPr>
        <p:txBody>
          <a:bodyPr lIns="71437" tIns="71437" rIns="71437" bIns="71437" anchor="ctr"/>
          <a:lstStyle/>
          <a:p>
            <a:pPr>
              <a:defRPr sz="3000" b="0">
                <a:solidFill>
                  <a:srgbClr val="FFFFFF"/>
                </a:solidFill>
                <a:latin typeface="+mn-lt"/>
                <a:ea typeface="+mn-ea"/>
                <a:cs typeface="+mn-cs"/>
                <a:sym typeface="Helvetica Neue Medium"/>
              </a:defRPr>
            </a:pPr>
            <a:endParaRPr/>
          </a:p>
        </p:txBody>
      </p:sp>
      <p:sp>
        <p:nvSpPr>
          <p:cNvPr id="354" name="↑"/>
          <p:cNvSpPr/>
          <p:nvPr/>
        </p:nvSpPr>
        <p:spPr>
          <a:xfrm>
            <a:off x="9358233" y="7020227"/>
            <a:ext cx="799291" cy="799291"/>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a:t>
            </a:r>
          </a:p>
        </p:txBody>
      </p:sp>
      <p:sp>
        <p:nvSpPr>
          <p:cNvPr id="355" name="Precise Motion Detection with New Radar Technology"/>
          <p:cNvSpPr txBox="1"/>
          <p:nvPr/>
        </p:nvSpPr>
        <p:spPr>
          <a:xfrm>
            <a:off x="10447980" y="4190858"/>
            <a:ext cx="10428020"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Bold"/>
                <a:ea typeface="Roboto Bold"/>
                <a:cs typeface="Roboto Bold"/>
                <a:sym typeface="Roboto Bold"/>
              </a:defRPr>
            </a:lvl1pPr>
          </a:lstStyle>
          <a:p>
            <a:r>
              <a:rPr lang="en-US">
                <a:latin typeface="Nunito Sans" pitchFamily="2" charset="77"/>
              </a:rPr>
              <a:t>Nhận diện chuyển động chính xác cùng công nghệ radar</a:t>
            </a:r>
            <a:endParaRPr>
              <a:latin typeface="Nunito Sans" pitchFamily="2" charset="77"/>
            </a:endParaRPr>
          </a:p>
        </p:txBody>
      </p:sp>
      <p:sp>
        <p:nvSpPr>
          <p:cNvPr id="356" name="Avoid False Triggers and Improve the Detection Sensitivity"/>
          <p:cNvSpPr txBox="1"/>
          <p:nvPr/>
        </p:nvSpPr>
        <p:spPr>
          <a:xfrm>
            <a:off x="10447980" y="4838977"/>
            <a:ext cx="8434913" cy="49299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spAutoFit/>
          </a:bodyPr>
          <a:lstStyle>
            <a:lvl1pPr algn="l" defTabSz="1779223">
              <a:lnSpc>
                <a:spcPct val="90000"/>
              </a:lnSpc>
              <a:defRPr sz="2300" b="0">
                <a:solidFill>
                  <a:srgbClr val="5B5B5D"/>
                </a:solidFill>
                <a:latin typeface="Roboto Regular"/>
                <a:ea typeface="Roboto Regular"/>
                <a:cs typeface="Roboto Regular"/>
                <a:sym typeface="Roboto Regular"/>
              </a:defRPr>
            </a:lvl1pPr>
          </a:lstStyle>
          <a:p>
            <a:r>
              <a:rPr lang="en-US">
                <a:latin typeface="Nunito Sans" pitchFamily="2" charset="77"/>
              </a:rPr>
              <a:t>Hạn chế báo động giả và tăng cường phạm vi bắt chuyển động</a:t>
            </a:r>
            <a:endParaRPr>
              <a:latin typeface="Nunito Sans" pitchFamily="2" charset="77"/>
            </a:endParaRPr>
          </a:p>
        </p:txBody>
      </p:sp>
      <p:sp>
        <p:nvSpPr>
          <p:cNvPr id="357" name="↑"/>
          <p:cNvSpPr/>
          <p:nvPr/>
        </p:nvSpPr>
        <p:spPr>
          <a:xfrm>
            <a:off x="9358233" y="9957813"/>
            <a:ext cx="799291" cy="799292"/>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a:t>
            </a:r>
          </a:p>
        </p:txBody>
      </p:sp>
      <p:sp>
        <p:nvSpPr>
          <p:cNvPr id="358" name="↑"/>
          <p:cNvSpPr/>
          <p:nvPr/>
        </p:nvSpPr>
        <p:spPr>
          <a:xfrm>
            <a:off x="9358233" y="4082641"/>
            <a:ext cx="799291" cy="799291"/>
          </a:xfrm>
          <a:prstGeom prst="ellipse">
            <a:avLst/>
          </a:prstGeom>
          <a:solidFill>
            <a:srgbClr val="1CA390"/>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lstStyle>
            <a:lvl1pPr defTabSz="1779223">
              <a:defRPr sz="2700" b="0">
                <a:solidFill>
                  <a:srgbClr val="FFFFFF"/>
                </a:solidFill>
                <a:latin typeface="+mn-lt"/>
                <a:ea typeface="+mn-ea"/>
                <a:cs typeface="+mn-cs"/>
                <a:sym typeface="Helvetica Neue Medium"/>
              </a:defRPr>
            </a:lvl1pPr>
          </a:lstStyle>
          <a:p>
            <a:r>
              <a:t>↑</a:t>
            </a:r>
          </a:p>
        </p:txBody>
      </p:sp>
      <p:sp>
        <p:nvSpPr>
          <p:cNvPr id="359" name="Battery Powered or Trickle Charge"/>
          <p:cNvSpPr txBox="1"/>
          <p:nvPr/>
        </p:nvSpPr>
        <p:spPr>
          <a:xfrm>
            <a:off x="10440573" y="7109320"/>
            <a:ext cx="4035245"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Bold"/>
                <a:ea typeface="Roboto Bold"/>
                <a:cs typeface="Roboto Bold"/>
                <a:sym typeface="Roboto Bold"/>
              </a:defRPr>
            </a:lvl1pPr>
          </a:lstStyle>
          <a:p>
            <a:r>
              <a:rPr lang="en-US">
                <a:latin typeface="Nunito Sans" pitchFamily="2" charset="77"/>
              </a:rPr>
              <a:t>Linh hoạt nguồn điện</a:t>
            </a:r>
            <a:endParaRPr>
              <a:latin typeface="Nunito Sans" pitchFamily="2" charset="77"/>
            </a:endParaRPr>
          </a:p>
        </p:txBody>
      </p:sp>
      <p:sp>
        <p:nvSpPr>
          <p:cNvPr id="360" name="Utilise the Doorbell Circuity for Charging the Video Doorbell"/>
          <p:cNvSpPr txBox="1"/>
          <p:nvPr/>
        </p:nvSpPr>
        <p:spPr>
          <a:xfrm>
            <a:off x="10440573" y="7600672"/>
            <a:ext cx="8084269" cy="8115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spAutoFit/>
          </a:bodyPr>
          <a:lstStyle>
            <a:lvl1pPr algn="l" defTabSz="1779223">
              <a:lnSpc>
                <a:spcPct val="90000"/>
              </a:lnSpc>
              <a:defRPr sz="2300" b="0">
                <a:solidFill>
                  <a:srgbClr val="5B5B5D"/>
                </a:solidFill>
                <a:latin typeface="Roboto Regular"/>
                <a:ea typeface="Roboto Regular"/>
                <a:cs typeface="Roboto Regular"/>
                <a:sym typeface="Roboto Regular"/>
              </a:defRPr>
            </a:lvl1pPr>
          </a:lstStyle>
          <a:p>
            <a:r>
              <a:rPr lang="en-US">
                <a:latin typeface="Nunito Sans" pitchFamily="2" charset="77"/>
              </a:rPr>
              <a:t>Có thể hoạt động độc lập bằng pin hoặc dùng dây chuông cửa có sẵn</a:t>
            </a:r>
            <a:endParaRPr>
              <a:latin typeface="Nunito Sans" pitchFamily="2" charset="77"/>
            </a:endParaRPr>
          </a:p>
        </p:txBody>
      </p:sp>
      <p:sp>
        <p:nvSpPr>
          <p:cNvPr id="361" name="Circle"/>
          <p:cNvSpPr/>
          <p:nvPr/>
        </p:nvSpPr>
        <p:spPr>
          <a:xfrm>
            <a:off x="19998731" y="5981215"/>
            <a:ext cx="4050455" cy="4050455"/>
          </a:xfrm>
          <a:prstGeom prst="ellipse">
            <a:avLst/>
          </a:prstGeom>
          <a:solidFill>
            <a:srgbClr val="FFFFFF"/>
          </a:solidFill>
          <a:ln w="76200">
            <a:solidFill>
              <a:srgbClr val="1CA390"/>
            </a:solidFill>
            <a:miter lim="400000"/>
          </a:ln>
        </p:spPr>
        <p:txBody>
          <a:bodyPr lIns="71437" tIns="71437" rIns="71437" bIns="71437" anchor="ctr"/>
          <a:lstStyle/>
          <a:p>
            <a:pPr>
              <a:defRPr sz="3000" b="0">
                <a:solidFill>
                  <a:srgbClr val="FFFFFF"/>
                </a:solidFill>
                <a:latin typeface="+mn-lt"/>
                <a:ea typeface="+mn-ea"/>
                <a:cs typeface="+mn-cs"/>
                <a:sym typeface="Helvetica Neue Medium"/>
              </a:defRPr>
            </a:pPr>
            <a:endParaRPr/>
          </a:p>
        </p:txBody>
      </p:sp>
      <p:grpSp>
        <p:nvGrpSpPr>
          <p:cNvPr id="364" name="Group"/>
          <p:cNvGrpSpPr/>
          <p:nvPr/>
        </p:nvGrpSpPr>
        <p:grpSpPr>
          <a:xfrm>
            <a:off x="20516481" y="6824295"/>
            <a:ext cx="3014955" cy="2512463"/>
            <a:chOff x="0" y="0"/>
            <a:chExt cx="3014954" cy="2512461"/>
          </a:xfrm>
        </p:grpSpPr>
        <p:pic>
          <p:nvPicPr>
            <p:cNvPr id="362" name="istockphoto-1170165637-170667a.jpg" descr="istockphoto-1170165637-170667a.jpg"/>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323912" y="2013733"/>
              <a:ext cx="381355" cy="381234"/>
            </a:xfrm>
            <a:custGeom>
              <a:avLst/>
              <a:gdLst/>
              <a:ahLst/>
              <a:cxnLst>
                <a:cxn ang="0">
                  <a:pos x="wd2" y="hd2"/>
                </a:cxn>
                <a:cxn ang="5400000">
                  <a:pos x="wd2" y="hd2"/>
                </a:cxn>
                <a:cxn ang="10800000">
                  <a:pos x="wd2" y="hd2"/>
                </a:cxn>
                <a:cxn ang="16200000">
                  <a:pos x="wd2" y="hd2"/>
                </a:cxn>
              </a:cxnLst>
              <a:rect l="0" t="0" r="r" b="b"/>
              <a:pathLst>
                <a:path w="21238" h="21575" extrusionOk="0">
                  <a:moveTo>
                    <a:pt x="10610" y="0"/>
                  </a:moveTo>
                  <a:cubicBezTo>
                    <a:pt x="9771" y="0"/>
                    <a:pt x="8942" y="63"/>
                    <a:pt x="8422" y="180"/>
                  </a:cubicBezTo>
                  <a:cubicBezTo>
                    <a:pt x="7992" y="276"/>
                    <a:pt x="7533" y="326"/>
                    <a:pt x="7405" y="292"/>
                  </a:cubicBezTo>
                  <a:cubicBezTo>
                    <a:pt x="7260" y="254"/>
                    <a:pt x="7186" y="280"/>
                    <a:pt x="7206" y="359"/>
                  </a:cubicBezTo>
                  <a:cubicBezTo>
                    <a:pt x="7224" y="429"/>
                    <a:pt x="6968" y="600"/>
                    <a:pt x="6632" y="741"/>
                  </a:cubicBezTo>
                  <a:cubicBezTo>
                    <a:pt x="6295" y="882"/>
                    <a:pt x="5693" y="1176"/>
                    <a:pt x="5305" y="1393"/>
                  </a:cubicBezTo>
                  <a:cubicBezTo>
                    <a:pt x="4738" y="1709"/>
                    <a:pt x="4568" y="1757"/>
                    <a:pt x="4399" y="1662"/>
                  </a:cubicBezTo>
                  <a:cubicBezTo>
                    <a:pt x="4219" y="1561"/>
                    <a:pt x="4194" y="1561"/>
                    <a:pt x="4311" y="1707"/>
                  </a:cubicBezTo>
                  <a:cubicBezTo>
                    <a:pt x="4422" y="1845"/>
                    <a:pt x="4417" y="1908"/>
                    <a:pt x="4245" y="2066"/>
                  </a:cubicBezTo>
                  <a:cubicBezTo>
                    <a:pt x="4122" y="2179"/>
                    <a:pt x="3974" y="2228"/>
                    <a:pt x="3891" y="2179"/>
                  </a:cubicBezTo>
                  <a:cubicBezTo>
                    <a:pt x="3812" y="2132"/>
                    <a:pt x="3780" y="2151"/>
                    <a:pt x="3825" y="2201"/>
                  </a:cubicBezTo>
                  <a:cubicBezTo>
                    <a:pt x="3935" y="2325"/>
                    <a:pt x="3701" y="2604"/>
                    <a:pt x="3559" y="2516"/>
                  </a:cubicBezTo>
                  <a:cubicBezTo>
                    <a:pt x="3495" y="2475"/>
                    <a:pt x="3473" y="2491"/>
                    <a:pt x="3515" y="2560"/>
                  </a:cubicBezTo>
                  <a:cubicBezTo>
                    <a:pt x="3594" y="2690"/>
                    <a:pt x="3170" y="2976"/>
                    <a:pt x="2985" y="2920"/>
                  </a:cubicBezTo>
                  <a:cubicBezTo>
                    <a:pt x="2925" y="2902"/>
                    <a:pt x="2917" y="2941"/>
                    <a:pt x="2963" y="2987"/>
                  </a:cubicBezTo>
                  <a:cubicBezTo>
                    <a:pt x="3076" y="3103"/>
                    <a:pt x="2704" y="3479"/>
                    <a:pt x="2565" y="3392"/>
                  </a:cubicBezTo>
                  <a:cubicBezTo>
                    <a:pt x="2497" y="3349"/>
                    <a:pt x="2481" y="3399"/>
                    <a:pt x="2521" y="3504"/>
                  </a:cubicBezTo>
                  <a:cubicBezTo>
                    <a:pt x="2587" y="3680"/>
                    <a:pt x="2260" y="4070"/>
                    <a:pt x="2145" y="3953"/>
                  </a:cubicBezTo>
                  <a:cubicBezTo>
                    <a:pt x="2111" y="3918"/>
                    <a:pt x="2092" y="3977"/>
                    <a:pt x="2101" y="4088"/>
                  </a:cubicBezTo>
                  <a:cubicBezTo>
                    <a:pt x="2113" y="4237"/>
                    <a:pt x="2039" y="4293"/>
                    <a:pt x="1857" y="4267"/>
                  </a:cubicBezTo>
                  <a:cubicBezTo>
                    <a:pt x="1613" y="4233"/>
                    <a:pt x="1530" y="4392"/>
                    <a:pt x="1725" y="4515"/>
                  </a:cubicBezTo>
                  <a:cubicBezTo>
                    <a:pt x="1781" y="4550"/>
                    <a:pt x="1632" y="4925"/>
                    <a:pt x="1393" y="5346"/>
                  </a:cubicBezTo>
                  <a:cubicBezTo>
                    <a:pt x="814" y="6367"/>
                    <a:pt x="347" y="7697"/>
                    <a:pt x="134" y="8939"/>
                  </a:cubicBezTo>
                  <a:cubicBezTo>
                    <a:pt x="-179" y="10757"/>
                    <a:pt x="72" y="13240"/>
                    <a:pt x="730" y="14801"/>
                  </a:cubicBezTo>
                  <a:cubicBezTo>
                    <a:pt x="843" y="15069"/>
                    <a:pt x="925" y="15419"/>
                    <a:pt x="907" y="15588"/>
                  </a:cubicBezTo>
                  <a:cubicBezTo>
                    <a:pt x="883" y="15811"/>
                    <a:pt x="909" y="15877"/>
                    <a:pt x="1018" y="15835"/>
                  </a:cubicBezTo>
                  <a:cubicBezTo>
                    <a:pt x="1114" y="15797"/>
                    <a:pt x="1291" y="15982"/>
                    <a:pt x="1504" y="16351"/>
                  </a:cubicBezTo>
                  <a:cubicBezTo>
                    <a:pt x="1686" y="16668"/>
                    <a:pt x="2006" y="17156"/>
                    <a:pt x="2211" y="17429"/>
                  </a:cubicBezTo>
                  <a:cubicBezTo>
                    <a:pt x="2417" y="17702"/>
                    <a:pt x="2555" y="17973"/>
                    <a:pt x="2521" y="18036"/>
                  </a:cubicBezTo>
                  <a:cubicBezTo>
                    <a:pt x="2486" y="18098"/>
                    <a:pt x="2492" y="18105"/>
                    <a:pt x="2543" y="18058"/>
                  </a:cubicBezTo>
                  <a:cubicBezTo>
                    <a:pt x="2663" y="17947"/>
                    <a:pt x="3492" y="18768"/>
                    <a:pt x="3405" y="18912"/>
                  </a:cubicBezTo>
                  <a:cubicBezTo>
                    <a:pt x="3368" y="18972"/>
                    <a:pt x="3370" y="18993"/>
                    <a:pt x="3427" y="18957"/>
                  </a:cubicBezTo>
                  <a:cubicBezTo>
                    <a:pt x="3484" y="18921"/>
                    <a:pt x="3761" y="19060"/>
                    <a:pt x="4023" y="19271"/>
                  </a:cubicBezTo>
                  <a:cubicBezTo>
                    <a:pt x="4286" y="19482"/>
                    <a:pt x="4663" y="19752"/>
                    <a:pt x="4863" y="19878"/>
                  </a:cubicBezTo>
                  <a:cubicBezTo>
                    <a:pt x="5066" y="20005"/>
                    <a:pt x="5192" y="20170"/>
                    <a:pt x="5151" y="20237"/>
                  </a:cubicBezTo>
                  <a:cubicBezTo>
                    <a:pt x="5103" y="20315"/>
                    <a:pt x="5134" y="20331"/>
                    <a:pt x="5261" y="20282"/>
                  </a:cubicBezTo>
                  <a:cubicBezTo>
                    <a:pt x="5488" y="20194"/>
                    <a:pt x="5786" y="20401"/>
                    <a:pt x="5681" y="20574"/>
                  </a:cubicBezTo>
                  <a:cubicBezTo>
                    <a:pt x="5636" y="20648"/>
                    <a:pt x="5689" y="20645"/>
                    <a:pt x="5814" y="20596"/>
                  </a:cubicBezTo>
                  <a:cubicBezTo>
                    <a:pt x="5928" y="20552"/>
                    <a:pt x="6287" y="20640"/>
                    <a:pt x="6676" y="20798"/>
                  </a:cubicBezTo>
                  <a:cubicBezTo>
                    <a:pt x="7043" y="20948"/>
                    <a:pt x="7656" y="21157"/>
                    <a:pt x="8046" y="21248"/>
                  </a:cubicBezTo>
                  <a:cubicBezTo>
                    <a:pt x="8436" y="21338"/>
                    <a:pt x="8956" y="21437"/>
                    <a:pt x="9195" y="21495"/>
                  </a:cubicBezTo>
                  <a:cubicBezTo>
                    <a:pt x="9564" y="21583"/>
                    <a:pt x="9764" y="21600"/>
                    <a:pt x="10124" y="21540"/>
                  </a:cubicBezTo>
                  <a:cubicBezTo>
                    <a:pt x="10151" y="21535"/>
                    <a:pt x="10107" y="21478"/>
                    <a:pt x="10035" y="21405"/>
                  </a:cubicBezTo>
                  <a:cubicBezTo>
                    <a:pt x="9963" y="21332"/>
                    <a:pt x="9903" y="21123"/>
                    <a:pt x="9903" y="20956"/>
                  </a:cubicBezTo>
                  <a:cubicBezTo>
                    <a:pt x="9903" y="20773"/>
                    <a:pt x="9879" y="20683"/>
                    <a:pt x="9748" y="20596"/>
                  </a:cubicBezTo>
                  <a:cubicBezTo>
                    <a:pt x="9729" y="20587"/>
                    <a:pt x="9730" y="20562"/>
                    <a:pt x="9704" y="20551"/>
                  </a:cubicBezTo>
                  <a:cubicBezTo>
                    <a:pt x="9698" y="20548"/>
                    <a:pt x="9686" y="20553"/>
                    <a:pt x="9682" y="20551"/>
                  </a:cubicBezTo>
                  <a:cubicBezTo>
                    <a:pt x="9515" y="20484"/>
                    <a:pt x="9205" y="20398"/>
                    <a:pt x="8886" y="20327"/>
                  </a:cubicBezTo>
                  <a:cubicBezTo>
                    <a:pt x="8835" y="20316"/>
                    <a:pt x="8810" y="20316"/>
                    <a:pt x="8753" y="20304"/>
                  </a:cubicBezTo>
                  <a:cubicBezTo>
                    <a:pt x="8480" y="20246"/>
                    <a:pt x="8258" y="20197"/>
                    <a:pt x="8068" y="20147"/>
                  </a:cubicBezTo>
                  <a:cubicBezTo>
                    <a:pt x="7888" y="20100"/>
                    <a:pt x="7759" y="20054"/>
                    <a:pt x="7648" y="20012"/>
                  </a:cubicBezTo>
                  <a:cubicBezTo>
                    <a:pt x="7640" y="20009"/>
                    <a:pt x="7612" y="19993"/>
                    <a:pt x="7604" y="19990"/>
                  </a:cubicBezTo>
                  <a:cubicBezTo>
                    <a:pt x="7559" y="19972"/>
                    <a:pt x="7549" y="19962"/>
                    <a:pt x="7516" y="19945"/>
                  </a:cubicBezTo>
                  <a:cubicBezTo>
                    <a:pt x="7464" y="19919"/>
                    <a:pt x="7407" y="19881"/>
                    <a:pt x="7383" y="19855"/>
                  </a:cubicBezTo>
                  <a:cubicBezTo>
                    <a:pt x="7363" y="19834"/>
                    <a:pt x="7342" y="19831"/>
                    <a:pt x="7339" y="19810"/>
                  </a:cubicBezTo>
                  <a:cubicBezTo>
                    <a:pt x="7335" y="19789"/>
                    <a:pt x="7348" y="19764"/>
                    <a:pt x="7361" y="19743"/>
                  </a:cubicBezTo>
                  <a:cubicBezTo>
                    <a:pt x="7415" y="19653"/>
                    <a:pt x="7359" y="19629"/>
                    <a:pt x="7184" y="19675"/>
                  </a:cubicBezTo>
                  <a:cubicBezTo>
                    <a:pt x="6878" y="19757"/>
                    <a:pt x="6259" y="19471"/>
                    <a:pt x="6366" y="19294"/>
                  </a:cubicBezTo>
                  <a:cubicBezTo>
                    <a:pt x="6417" y="19211"/>
                    <a:pt x="6381" y="19200"/>
                    <a:pt x="6256" y="19249"/>
                  </a:cubicBezTo>
                  <a:cubicBezTo>
                    <a:pt x="6222" y="19262"/>
                    <a:pt x="6203" y="19267"/>
                    <a:pt x="6167" y="19271"/>
                  </a:cubicBezTo>
                  <a:cubicBezTo>
                    <a:pt x="5920" y="19298"/>
                    <a:pt x="5651" y="19107"/>
                    <a:pt x="5725" y="18912"/>
                  </a:cubicBezTo>
                  <a:cubicBezTo>
                    <a:pt x="5781" y="18764"/>
                    <a:pt x="5757" y="18744"/>
                    <a:pt x="5549" y="18799"/>
                  </a:cubicBezTo>
                  <a:cubicBezTo>
                    <a:pt x="5192" y="18894"/>
                    <a:pt x="4943" y="18682"/>
                    <a:pt x="5129" y="18440"/>
                  </a:cubicBezTo>
                  <a:cubicBezTo>
                    <a:pt x="5251" y="18281"/>
                    <a:pt x="5252" y="18284"/>
                    <a:pt x="5084" y="18418"/>
                  </a:cubicBezTo>
                  <a:cubicBezTo>
                    <a:pt x="4918" y="18550"/>
                    <a:pt x="4836" y="18513"/>
                    <a:pt x="4355" y="18103"/>
                  </a:cubicBezTo>
                  <a:cubicBezTo>
                    <a:pt x="4054" y="17847"/>
                    <a:pt x="3829" y="17584"/>
                    <a:pt x="3869" y="17519"/>
                  </a:cubicBezTo>
                  <a:cubicBezTo>
                    <a:pt x="3908" y="17455"/>
                    <a:pt x="3887" y="17435"/>
                    <a:pt x="3825" y="17474"/>
                  </a:cubicBezTo>
                  <a:cubicBezTo>
                    <a:pt x="3627" y="17599"/>
                    <a:pt x="3103" y="16750"/>
                    <a:pt x="3139" y="16374"/>
                  </a:cubicBezTo>
                  <a:cubicBezTo>
                    <a:pt x="3169" y="16063"/>
                    <a:pt x="3148" y="16070"/>
                    <a:pt x="3007" y="16261"/>
                  </a:cubicBezTo>
                  <a:cubicBezTo>
                    <a:pt x="2864" y="16455"/>
                    <a:pt x="2825" y="16419"/>
                    <a:pt x="2498" y="15902"/>
                  </a:cubicBezTo>
                  <a:cubicBezTo>
                    <a:pt x="2269" y="15538"/>
                    <a:pt x="2184" y="15292"/>
                    <a:pt x="2233" y="15161"/>
                  </a:cubicBezTo>
                  <a:cubicBezTo>
                    <a:pt x="2285" y="15023"/>
                    <a:pt x="2278" y="14993"/>
                    <a:pt x="2189" y="15049"/>
                  </a:cubicBezTo>
                  <a:cubicBezTo>
                    <a:pt x="1989" y="15174"/>
                    <a:pt x="1573" y="14107"/>
                    <a:pt x="1725" y="13858"/>
                  </a:cubicBezTo>
                  <a:cubicBezTo>
                    <a:pt x="1886" y="13594"/>
                    <a:pt x="1873" y="13528"/>
                    <a:pt x="1659" y="13566"/>
                  </a:cubicBezTo>
                  <a:cubicBezTo>
                    <a:pt x="1312" y="13628"/>
                    <a:pt x="1136" y="12770"/>
                    <a:pt x="1128" y="10826"/>
                  </a:cubicBezTo>
                  <a:cubicBezTo>
                    <a:pt x="1120" y="8808"/>
                    <a:pt x="1237" y="8236"/>
                    <a:pt x="1946" y="6693"/>
                  </a:cubicBezTo>
                  <a:cubicBezTo>
                    <a:pt x="2073" y="6416"/>
                    <a:pt x="2232" y="6137"/>
                    <a:pt x="2388" y="5862"/>
                  </a:cubicBezTo>
                  <a:cubicBezTo>
                    <a:pt x="2491" y="5681"/>
                    <a:pt x="2594" y="5529"/>
                    <a:pt x="2697" y="5368"/>
                  </a:cubicBezTo>
                  <a:cubicBezTo>
                    <a:pt x="2750" y="5286"/>
                    <a:pt x="2801" y="5173"/>
                    <a:pt x="2852" y="5099"/>
                  </a:cubicBezTo>
                  <a:cubicBezTo>
                    <a:pt x="2886" y="5049"/>
                    <a:pt x="2908" y="5031"/>
                    <a:pt x="2940" y="4986"/>
                  </a:cubicBezTo>
                  <a:cubicBezTo>
                    <a:pt x="3198" y="4625"/>
                    <a:pt x="3418" y="4378"/>
                    <a:pt x="3493" y="4425"/>
                  </a:cubicBezTo>
                  <a:cubicBezTo>
                    <a:pt x="3499" y="4427"/>
                    <a:pt x="3514" y="4424"/>
                    <a:pt x="3515" y="4425"/>
                  </a:cubicBezTo>
                  <a:cubicBezTo>
                    <a:pt x="3530" y="4434"/>
                    <a:pt x="3527" y="4443"/>
                    <a:pt x="3537" y="4447"/>
                  </a:cubicBezTo>
                  <a:cubicBezTo>
                    <a:pt x="3563" y="4451"/>
                    <a:pt x="3563" y="4423"/>
                    <a:pt x="3537" y="4380"/>
                  </a:cubicBezTo>
                  <a:cubicBezTo>
                    <a:pt x="3532" y="4362"/>
                    <a:pt x="3536" y="4353"/>
                    <a:pt x="3537" y="4335"/>
                  </a:cubicBezTo>
                  <a:cubicBezTo>
                    <a:pt x="3537" y="4318"/>
                    <a:pt x="3531" y="4309"/>
                    <a:pt x="3537" y="4290"/>
                  </a:cubicBezTo>
                  <a:cubicBezTo>
                    <a:pt x="3554" y="4247"/>
                    <a:pt x="3596" y="4215"/>
                    <a:pt x="3626" y="4178"/>
                  </a:cubicBezTo>
                  <a:cubicBezTo>
                    <a:pt x="3641" y="4157"/>
                    <a:pt x="3651" y="4130"/>
                    <a:pt x="3670" y="4110"/>
                  </a:cubicBezTo>
                  <a:cubicBezTo>
                    <a:pt x="3688" y="4093"/>
                    <a:pt x="3695" y="4081"/>
                    <a:pt x="3714" y="4065"/>
                  </a:cubicBezTo>
                  <a:cubicBezTo>
                    <a:pt x="3753" y="4033"/>
                    <a:pt x="3787" y="4012"/>
                    <a:pt x="3825" y="3998"/>
                  </a:cubicBezTo>
                  <a:cubicBezTo>
                    <a:pt x="3845" y="3990"/>
                    <a:pt x="3873" y="3975"/>
                    <a:pt x="3891" y="3976"/>
                  </a:cubicBezTo>
                  <a:cubicBezTo>
                    <a:pt x="3909" y="3974"/>
                    <a:pt x="3920" y="3991"/>
                    <a:pt x="3935" y="3998"/>
                  </a:cubicBezTo>
                  <a:cubicBezTo>
                    <a:pt x="3941" y="4002"/>
                    <a:pt x="3952" y="3995"/>
                    <a:pt x="3957" y="3998"/>
                  </a:cubicBezTo>
                  <a:cubicBezTo>
                    <a:pt x="3981" y="4007"/>
                    <a:pt x="4005" y="3995"/>
                    <a:pt x="4001" y="3976"/>
                  </a:cubicBezTo>
                  <a:cubicBezTo>
                    <a:pt x="3998" y="3967"/>
                    <a:pt x="3985" y="3964"/>
                    <a:pt x="3979" y="3953"/>
                  </a:cubicBezTo>
                  <a:cubicBezTo>
                    <a:pt x="3974" y="3943"/>
                    <a:pt x="3979" y="3922"/>
                    <a:pt x="3979" y="3908"/>
                  </a:cubicBezTo>
                  <a:cubicBezTo>
                    <a:pt x="3986" y="3838"/>
                    <a:pt x="4078" y="3727"/>
                    <a:pt x="4200" y="3594"/>
                  </a:cubicBezTo>
                  <a:cubicBezTo>
                    <a:pt x="4321" y="3461"/>
                    <a:pt x="4475" y="3307"/>
                    <a:pt x="4642" y="3167"/>
                  </a:cubicBezTo>
                  <a:cubicBezTo>
                    <a:pt x="4928" y="2929"/>
                    <a:pt x="5231" y="2712"/>
                    <a:pt x="5416" y="2650"/>
                  </a:cubicBezTo>
                  <a:cubicBezTo>
                    <a:pt x="5478" y="2630"/>
                    <a:pt x="5521" y="2633"/>
                    <a:pt x="5549" y="2650"/>
                  </a:cubicBezTo>
                  <a:cubicBezTo>
                    <a:pt x="5589" y="2676"/>
                    <a:pt x="5627" y="2680"/>
                    <a:pt x="5637" y="2673"/>
                  </a:cubicBezTo>
                  <a:cubicBezTo>
                    <a:pt x="5646" y="2666"/>
                    <a:pt x="5638" y="2644"/>
                    <a:pt x="5615" y="2605"/>
                  </a:cubicBezTo>
                  <a:cubicBezTo>
                    <a:pt x="5570" y="2531"/>
                    <a:pt x="5807" y="2355"/>
                    <a:pt x="6234" y="2134"/>
                  </a:cubicBezTo>
                  <a:cubicBezTo>
                    <a:pt x="6242" y="2129"/>
                    <a:pt x="6247" y="2116"/>
                    <a:pt x="6256" y="2111"/>
                  </a:cubicBezTo>
                  <a:cubicBezTo>
                    <a:pt x="6265" y="2106"/>
                    <a:pt x="6268" y="2116"/>
                    <a:pt x="6278" y="2111"/>
                  </a:cubicBezTo>
                  <a:cubicBezTo>
                    <a:pt x="6478" y="2010"/>
                    <a:pt x="6673" y="1906"/>
                    <a:pt x="6875" y="1819"/>
                  </a:cubicBezTo>
                  <a:cubicBezTo>
                    <a:pt x="6963" y="1781"/>
                    <a:pt x="7049" y="1744"/>
                    <a:pt x="7140" y="1707"/>
                  </a:cubicBezTo>
                  <a:cubicBezTo>
                    <a:pt x="7245" y="1665"/>
                    <a:pt x="7366" y="1633"/>
                    <a:pt x="7471" y="1595"/>
                  </a:cubicBezTo>
                  <a:cubicBezTo>
                    <a:pt x="7559" y="1563"/>
                    <a:pt x="7650" y="1511"/>
                    <a:pt x="7737" y="1482"/>
                  </a:cubicBezTo>
                  <a:cubicBezTo>
                    <a:pt x="8045" y="1381"/>
                    <a:pt x="8347" y="1303"/>
                    <a:pt x="8665" y="1235"/>
                  </a:cubicBezTo>
                  <a:cubicBezTo>
                    <a:pt x="8801" y="1206"/>
                    <a:pt x="8948" y="1191"/>
                    <a:pt x="9085" y="1168"/>
                  </a:cubicBezTo>
                  <a:cubicBezTo>
                    <a:pt x="9138" y="1159"/>
                    <a:pt x="9186" y="1153"/>
                    <a:pt x="9240" y="1145"/>
                  </a:cubicBezTo>
                  <a:cubicBezTo>
                    <a:pt x="9454" y="1113"/>
                    <a:pt x="9666" y="1073"/>
                    <a:pt x="9881" y="1056"/>
                  </a:cubicBezTo>
                  <a:cubicBezTo>
                    <a:pt x="10370" y="1016"/>
                    <a:pt x="10872" y="1016"/>
                    <a:pt x="11361" y="1056"/>
                  </a:cubicBezTo>
                  <a:cubicBezTo>
                    <a:pt x="11576" y="1073"/>
                    <a:pt x="11788" y="1113"/>
                    <a:pt x="12002" y="1145"/>
                  </a:cubicBezTo>
                  <a:cubicBezTo>
                    <a:pt x="12056" y="1153"/>
                    <a:pt x="12104" y="1159"/>
                    <a:pt x="12157" y="1168"/>
                  </a:cubicBezTo>
                  <a:cubicBezTo>
                    <a:pt x="12294" y="1191"/>
                    <a:pt x="12419" y="1206"/>
                    <a:pt x="12555" y="1235"/>
                  </a:cubicBezTo>
                  <a:cubicBezTo>
                    <a:pt x="12873" y="1303"/>
                    <a:pt x="13197" y="1381"/>
                    <a:pt x="13505" y="1482"/>
                  </a:cubicBezTo>
                  <a:cubicBezTo>
                    <a:pt x="13592" y="1511"/>
                    <a:pt x="13683" y="1563"/>
                    <a:pt x="13771" y="1595"/>
                  </a:cubicBezTo>
                  <a:cubicBezTo>
                    <a:pt x="13876" y="1633"/>
                    <a:pt x="13975" y="1665"/>
                    <a:pt x="14080" y="1707"/>
                  </a:cubicBezTo>
                  <a:cubicBezTo>
                    <a:pt x="14171" y="1744"/>
                    <a:pt x="14257" y="1781"/>
                    <a:pt x="14345" y="1819"/>
                  </a:cubicBezTo>
                  <a:cubicBezTo>
                    <a:pt x="14547" y="1906"/>
                    <a:pt x="14764" y="2010"/>
                    <a:pt x="14964" y="2111"/>
                  </a:cubicBezTo>
                  <a:cubicBezTo>
                    <a:pt x="14974" y="2116"/>
                    <a:pt x="14977" y="2106"/>
                    <a:pt x="14986" y="2111"/>
                  </a:cubicBezTo>
                  <a:cubicBezTo>
                    <a:pt x="14995" y="2116"/>
                    <a:pt x="14999" y="2129"/>
                    <a:pt x="15008" y="2134"/>
                  </a:cubicBezTo>
                  <a:cubicBezTo>
                    <a:pt x="15435" y="2355"/>
                    <a:pt x="15672" y="2531"/>
                    <a:pt x="15627" y="2605"/>
                  </a:cubicBezTo>
                  <a:cubicBezTo>
                    <a:pt x="15580" y="2683"/>
                    <a:pt x="15590" y="2701"/>
                    <a:pt x="15671" y="2650"/>
                  </a:cubicBezTo>
                  <a:cubicBezTo>
                    <a:pt x="15699" y="2633"/>
                    <a:pt x="15743" y="2630"/>
                    <a:pt x="15804" y="2650"/>
                  </a:cubicBezTo>
                  <a:cubicBezTo>
                    <a:pt x="15990" y="2712"/>
                    <a:pt x="16314" y="2929"/>
                    <a:pt x="16600" y="3167"/>
                  </a:cubicBezTo>
                  <a:cubicBezTo>
                    <a:pt x="16767" y="3307"/>
                    <a:pt x="16921" y="3461"/>
                    <a:pt x="17042" y="3594"/>
                  </a:cubicBezTo>
                  <a:cubicBezTo>
                    <a:pt x="17164" y="3727"/>
                    <a:pt x="17234" y="3838"/>
                    <a:pt x="17241" y="3908"/>
                  </a:cubicBezTo>
                  <a:cubicBezTo>
                    <a:pt x="17241" y="3922"/>
                    <a:pt x="17246" y="3943"/>
                    <a:pt x="17241" y="3953"/>
                  </a:cubicBezTo>
                  <a:cubicBezTo>
                    <a:pt x="17234" y="3964"/>
                    <a:pt x="17244" y="3967"/>
                    <a:pt x="17241" y="3976"/>
                  </a:cubicBezTo>
                  <a:cubicBezTo>
                    <a:pt x="17237" y="3995"/>
                    <a:pt x="17239" y="4007"/>
                    <a:pt x="17263" y="3998"/>
                  </a:cubicBezTo>
                  <a:cubicBezTo>
                    <a:pt x="17268" y="3993"/>
                    <a:pt x="17278" y="4001"/>
                    <a:pt x="17285" y="3998"/>
                  </a:cubicBezTo>
                  <a:cubicBezTo>
                    <a:pt x="17300" y="3991"/>
                    <a:pt x="17310" y="3974"/>
                    <a:pt x="17329" y="3976"/>
                  </a:cubicBezTo>
                  <a:cubicBezTo>
                    <a:pt x="17347" y="3975"/>
                    <a:pt x="17375" y="3990"/>
                    <a:pt x="17395" y="3998"/>
                  </a:cubicBezTo>
                  <a:cubicBezTo>
                    <a:pt x="17433" y="4012"/>
                    <a:pt x="17467" y="4033"/>
                    <a:pt x="17506" y="4065"/>
                  </a:cubicBezTo>
                  <a:cubicBezTo>
                    <a:pt x="17525" y="4081"/>
                    <a:pt x="17554" y="4093"/>
                    <a:pt x="17572" y="4110"/>
                  </a:cubicBezTo>
                  <a:cubicBezTo>
                    <a:pt x="17591" y="4130"/>
                    <a:pt x="17601" y="4157"/>
                    <a:pt x="17616" y="4178"/>
                  </a:cubicBezTo>
                  <a:cubicBezTo>
                    <a:pt x="17646" y="4215"/>
                    <a:pt x="17669" y="4231"/>
                    <a:pt x="17683" y="4267"/>
                  </a:cubicBezTo>
                  <a:cubicBezTo>
                    <a:pt x="17692" y="4293"/>
                    <a:pt x="17705" y="4318"/>
                    <a:pt x="17705" y="4335"/>
                  </a:cubicBezTo>
                  <a:cubicBezTo>
                    <a:pt x="17706" y="4353"/>
                    <a:pt x="17688" y="4365"/>
                    <a:pt x="17683" y="4380"/>
                  </a:cubicBezTo>
                  <a:cubicBezTo>
                    <a:pt x="17658" y="4424"/>
                    <a:pt x="17662" y="4448"/>
                    <a:pt x="17683" y="4447"/>
                  </a:cubicBezTo>
                  <a:cubicBezTo>
                    <a:pt x="17693" y="4443"/>
                    <a:pt x="17710" y="4434"/>
                    <a:pt x="17727" y="4425"/>
                  </a:cubicBezTo>
                  <a:cubicBezTo>
                    <a:pt x="17743" y="4419"/>
                    <a:pt x="17768" y="4416"/>
                    <a:pt x="17793" y="4425"/>
                  </a:cubicBezTo>
                  <a:cubicBezTo>
                    <a:pt x="17876" y="4451"/>
                    <a:pt x="18006" y="4581"/>
                    <a:pt x="18125" y="4739"/>
                  </a:cubicBezTo>
                  <a:cubicBezTo>
                    <a:pt x="18216" y="4861"/>
                    <a:pt x="18272" y="4937"/>
                    <a:pt x="18302" y="5009"/>
                  </a:cubicBezTo>
                  <a:cubicBezTo>
                    <a:pt x="18307" y="5022"/>
                    <a:pt x="18320" y="5041"/>
                    <a:pt x="18324" y="5054"/>
                  </a:cubicBezTo>
                  <a:cubicBezTo>
                    <a:pt x="18344" y="5135"/>
                    <a:pt x="18330" y="5178"/>
                    <a:pt x="18279" y="5233"/>
                  </a:cubicBezTo>
                  <a:cubicBezTo>
                    <a:pt x="18235" y="5282"/>
                    <a:pt x="18213" y="5308"/>
                    <a:pt x="18213" y="5323"/>
                  </a:cubicBezTo>
                  <a:cubicBezTo>
                    <a:pt x="18215" y="5329"/>
                    <a:pt x="18227" y="5343"/>
                    <a:pt x="18235" y="5346"/>
                  </a:cubicBezTo>
                  <a:cubicBezTo>
                    <a:pt x="18255" y="5345"/>
                    <a:pt x="18271" y="5342"/>
                    <a:pt x="18324" y="5323"/>
                  </a:cubicBezTo>
                  <a:cubicBezTo>
                    <a:pt x="18475" y="5269"/>
                    <a:pt x="18684" y="5461"/>
                    <a:pt x="18699" y="5615"/>
                  </a:cubicBezTo>
                  <a:cubicBezTo>
                    <a:pt x="18767" y="5721"/>
                    <a:pt x="18843" y="5873"/>
                    <a:pt x="18942" y="6064"/>
                  </a:cubicBezTo>
                  <a:cubicBezTo>
                    <a:pt x="19001" y="6178"/>
                    <a:pt x="19068" y="6275"/>
                    <a:pt x="19141" y="6424"/>
                  </a:cubicBezTo>
                  <a:cubicBezTo>
                    <a:pt x="19147" y="6434"/>
                    <a:pt x="19136" y="6435"/>
                    <a:pt x="19141" y="6446"/>
                  </a:cubicBezTo>
                  <a:cubicBezTo>
                    <a:pt x="19210" y="6585"/>
                    <a:pt x="19290" y="6733"/>
                    <a:pt x="19362" y="6895"/>
                  </a:cubicBezTo>
                  <a:cubicBezTo>
                    <a:pt x="19573" y="7350"/>
                    <a:pt x="19716" y="7738"/>
                    <a:pt x="19827" y="8131"/>
                  </a:cubicBezTo>
                  <a:cubicBezTo>
                    <a:pt x="19848" y="8199"/>
                    <a:pt x="19875" y="8270"/>
                    <a:pt x="19893" y="8333"/>
                  </a:cubicBezTo>
                  <a:cubicBezTo>
                    <a:pt x="20049" y="8899"/>
                    <a:pt x="20097" y="9432"/>
                    <a:pt x="20092" y="10826"/>
                  </a:cubicBezTo>
                  <a:cubicBezTo>
                    <a:pt x="20092" y="10835"/>
                    <a:pt x="20092" y="10862"/>
                    <a:pt x="20092" y="10871"/>
                  </a:cubicBezTo>
                  <a:cubicBezTo>
                    <a:pt x="20092" y="10883"/>
                    <a:pt x="20092" y="10881"/>
                    <a:pt x="20092" y="10893"/>
                  </a:cubicBezTo>
                  <a:cubicBezTo>
                    <a:pt x="20090" y="11180"/>
                    <a:pt x="20078" y="11395"/>
                    <a:pt x="20070" y="11635"/>
                  </a:cubicBezTo>
                  <a:cubicBezTo>
                    <a:pt x="20064" y="11786"/>
                    <a:pt x="20056" y="11974"/>
                    <a:pt x="20048" y="12106"/>
                  </a:cubicBezTo>
                  <a:cubicBezTo>
                    <a:pt x="20042" y="12202"/>
                    <a:pt x="20033" y="12267"/>
                    <a:pt x="20025" y="12353"/>
                  </a:cubicBezTo>
                  <a:cubicBezTo>
                    <a:pt x="19965" y="13052"/>
                    <a:pt x="19861" y="13451"/>
                    <a:pt x="19694" y="13544"/>
                  </a:cubicBezTo>
                  <a:cubicBezTo>
                    <a:pt x="19657" y="13564"/>
                    <a:pt x="19626" y="13574"/>
                    <a:pt x="19583" y="13566"/>
                  </a:cubicBezTo>
                  <a:cubicBezTo>
                    <a:pt x="19377" y="13529"/>
                    <a:pt x="19346" y="13662"/>
                    <a:pt x="19517" y="13836"/>
                  </a:cubicBezTo>
                  <a:cubicBezTo>
                    <a:pt x="19670" y="13991"/>
                    <a:pt x="19270" y="15071"/>
                    <a:pt x="19075" y="15026"/>
                  </a:cubicBezTo>
                  <a:cubicBezTo>
                    <a:pt x="18984" y="15005"/>
                    <a:pt x="18963" y="15041"/>
                    <a:pt x="19009" y="15161"/>
                  </a:cubicBezTo>
                  <a:cubicBezTo>
                    <a:pt x="19052" y="15275"/>
                    <a:pt x="18936" y="15562"/>
                    <a:pt x="18721" y="15902"/>
                  </a:cubicBezTo>
                  <a:cubicBezTo>
                    <a:pt x="18395" y="16419"/>
                    <a:pt x="18356" y="16455"/>
                    <a:pt x="18213" y="16261"/>
                  </a:cubicBezTo>
                  <a:cubicBezTo>
                    <a:pt x="18072" y="16070"/>
                    <a:pt x="18073" y="16063"/>
                    <a:pt x="18103" y="16374"/>
                  </a:cubicBezTo>
                  <a:cubicBezTo>
                    <a:pt x="18139" y="16750"/>
                    <a:pt x="17593" y="17599"/>
                    <a:pt x="17395" y="17474"/>
                  </a:cubicBezTo>
                  <a:cubicBezTo>
                    <a:pt x="17333" y="17435"/>
                    <a:pt x="17312" y="17455"/>
                    <a:pt x="17351" y="17519"/>
                  </a:cubicBezTo>
                  <a:cubicBezTo>
                    <a:pt x="17390" y="17584"/>
                    <a:pt x="17188" y="17847"/>
                    <a:pt x="16887" y="18103"/>
                  </a:cubicBezTo>
                  <a:cubicBezTo>
                    <a:pt x="16406" y="18513"/>
                    <a:pt x="16324" y="18550"/>
                    <a:pt x="16158" y="18418"/>
                  </a:cubicBezTo>
                  <a:cubicBezTo>
                    <a:pt x="15990" y="18284"/>
                    <a:pt x="15969" y="18281"/>
                    <a:pt x="16091" y="18440"/>
                  </a:cubicBezTo>
                  <a:cubicBezTo>
                    <a:pt x="16277" y="18682"/>
                    <a:pt x="16050" y="18894"/>
                    <a:pt x="15693" y="18799"/>
                  </a:cubicBezTo>
                  <a:cubicBezTo>
                    <a:pt x="15485" y="18744"/>
                    <a:pt x="15439" y="18764"/>
                    <a:pt x="15495" y="18912"/>
                  </a:cubicBezTo>
                  <a:cubicBezTo>
                    <a:pt x="15537" y="19024"/>
                    <a:pt x="15472" y="19135"/>
                    <a:pt x="15362" y="19204"/>
                  </a:cubicBezTo>
                  <a:cubicBezTo>
                    <a:pt x="15307" y="19238"/>
                    <a:pt x="15254" y="19262"/>
                    <a:pt x="15185" y="19271"/>
                  </a:cubicBezTo>
                  <a:cubicBezTo>
                    <a:pt x="15116" y="19280"/>
                    <a:pt x="15032" y="19275"/>
                    <a:pt x="14964" y="19249"/>
                  </a:cubicBezTo>
                  <a:cubicBezTo>
                    <a:pt x="14834" y="19198"/>
                    <a:pt x="14798" y="19202"/>
                    <a:pt x="14854" y="19294"/>
                  </a:cubicBezTo>
                  <a:cubicBezTo>
                    <a:pt x="15001" y="19536"/>
                    <a:pt x="13767" y="20003"/>
                    <a:pt x="12842" y="20057"/>
                  </a:cubicBezTo>
                  <a:cubicBezTo>
                    <a:pt x="12093" y="20101"/>
                    <a:pt x="11986" y="20093"/>
                    <a:pt x="11715" y="19855"/>
                  </a:cubicBezTo>
                  <a:cubicBezTo>
                    <a:pt x="11413" y="19590"/>
                    <a:pt x="11158" y="18782"/>
                    <a:pt x="11317" y="18620"/>
                  </a:cubicBezTo>
                  <a:cubicBezTo>
                    <a:pt x="11363" y="18573"/>
                    <a:pt x="11646" y="18537"/>
                    <a:pt x="11958" y="18530"/>
                  </a:cubicBezTo>
                  <a:cubicBezTo>
                    <a:pt x="12535" y="18517"/>
                    <a:pt x="12714" y="18419"/>
                    <a:pt x="12577" y="18193"/>
                  </a:cubicBezTo>
                  <a:cubicBezTo>
                    <a:pt x="12535" y="18124"/>
                    <a:pt x="12506" y="17586"/>
                    <a:pt x="12511" y="17003"/>
                  </a:cubicBezTo>
                  <a:lnTo>
                    <a:pt x="12511" y="15947"/>
                  </a:lnTo>
                  <a:lnTo>
                    <a:pt x="12997" y="15812"/>
                  </a:lnTo>
                  <a:cubicBezTo>
                    <a:pt x="13074" y="15789"/>
                    <a:pt x="13159" y="15761"/>
                    <a:pt x="13240" y="15722"/>
                  </a:cubicBezTo>
                  <a:cubicBezTo>
                    <a:pt x="13322" y="15684"/>
                    <a:pt x="13400" y="15616"/>
                    <a:pt x="13483" y="15565"/>
                  </a:cubicBezTo>
                  <a:cubicBezTo>
                    <a:pt x="13649" y="15463"/>
                    <a:pt x="13815" y="15344"/>
                    <a:pt x="13969" y="15206"/>
                  </a:cubicBezTo>
                  <a:cubicBezTo>
                    <a:pt x="14201" y="14998"/>
                    <a:pt x="14402" y="14765"/>
                    <a:pt x="14544" y="14532"/>
                  </a:cubicBezTo>
                  <a:cubicBezTo>
                    <a:pt x="14592" y="14454"/>
                    <a:pt x="14623" y="14383"/>
                    <a:pt x="14655" y="14307"/>
                  </a:cubicBezTo>
                  <a:cubicBezTo>
                    <a:pt x="14823" y="13912"/>
                    <a:pt x="14872" y="13430"/>
                    <a:pt x="14920" y="11343"/>
                  </a:cubicBezTo>
                  <a:lnTo>
                    <a:pt x="14986" y="8849"/>
                  </a:lnTo>
                  <a:lnTo>
                    <a:pt x="15296" y="8849"/>
                  </a:lnTo>
                  <a:lnTo>
                    <a:pt x="15627" y="8827"/>
                  </a:lnTo>
                  <a:lnTo>
                    <a:pt x="15671" y="8018"/>
                  </a:lnTo>
                  <a:cubicBezTo>
                    <a:pt x="15688" y="7563"/>
                    <a:pt x="15642" y="7099"/>
                    <a:pt x="15583" y="7008"/>
                  </a:cubicBezTo>
                  <a:cubicBezTo>
                    <a:pt x="15503" y="6883"/>
                    <a:pt x="15181" y="6825"/>
                    <a:pt x="14301" y="6783"/>
                  </a:cubicBezTo>
                  <a:lnTo>
                    <a:pt x="13130" y="6738"/>
                  </a:lnTo>
                  <a:lnTo>
                    <a:pt x="13085" y="5031"/>
                  </a:lnTo>
                  <a:cubicBezTo>
                    <a:pt x="13061" y="3635"/>
                    <a:pt x="13031" y="3285"/>
                    <a:pt x="12886" y="3122"/>
                  </a:cubicBezTo>
                  <a:cubicBezTo>
                    <a:pt x="12740" y="2957"/>
                    <a:pt x="12561" y="2894"/>
                    <a:pt x="12378" y="2942"/>
                  </a:cubicBezTo>
                  <a:cubicBezTo>
                    <a:pt x="12317" y="2958"/>
                    <a:pt x="12264" y="2992"/>
                    <a:pt x="12201" y="3032"/>
                  </a:cubicBezTo>
                  <a:cubicBezTo>
                    <a:pt x="12071" y="3116"/>
                    <a:pt x="12024" y="3501"/>
                    <a:pt x="11980" y="4941"/>
                  </a:cubicBezTo>
                  <a:lnTo>
                    <a:pt x="11936" y="6738"/>
                  </a:lnTo>
                  <a:lnTo>
                    <a:pt x="10610" y="6738"/>
                  </a:lnTo>
                  <a:lnTo>
                    <a:pt x="9306" y="6738"/>
                  </a:lnTo>
                  <a:lnTo>
                    <a:pt x="9262" y="4941"/>
                  </a:lnTo>
                  <a:cubicBezTo>
                    <a:pt x="9218" y="3501"/>
                    <a:pt x="9171" y="3116"/>
                    <a:pt x="9041" y="3032"/>
                  </a:cubicBezTo>
                  <a:cubicBezTo>
                    <a:pt x="8790" y="2872"/>
                    <a:pt x="8551" y="2902"/>
                    <a:pt x="8356" y="3122"/>
                  </a:cubicBezTo>
                  <a:cubicBezTo>
                    <a:pt x="8211" y="3285"/>
                    <a:pt x="8159" y="3635"/>
                    <a:pt x="8135" y="5031"/>
                  </a:cubicBezTo>
                  <a:lnTo>
                    <a:pt x="8112" y="6738"/>
                  </a:lnTo>
                  <a:lnTo>
                    <a:pt x="6941" y="6783"/>
                  </a:lnTo>
                  <a:cubicBezTo>
                    <a:pt x="6061" y="6825"/>
                    <a:pt x="5717" y="6883"/>
                    <a:pt x="5637" y="7008"/>
                  </a:cubicBezTo>
                  <a:cubicBezTo>
                    <a:pt x="5578" y="7099"/>
                    <a:pt x="5554" y="7563"/>
                    <a:pt x="5571" y="8018"/>
                  </a:cubicBezTo>
                  <a:lnTo>
                    <a:pt x="5593" y="8827"/>
                  </a:lnTo>
                  <a:lnTo>
                    <a:pt x="5924" y="8849"/>
                  </a:lnTo>
                  <a:lnTo>
                    <a:pt x="6256" y="8849"/>
                  </a:lnTo>
                  <a:lnTo>
                    <a:pt x="6300" y="11343"/>
                  </a:lnTo>
                  <a:cubicBezTo>
                    <a:pt x="6317" y="12070"/>
                    <a:pt x="6338" y="12631"/>
                    <a:pt x="6366" y="13072"/>
                  </a:cubicBezTo>
                  <a:cubicBezTo>
                    <a:pt x="6408" y="13712"/>
                    <a:pt x="6494" y="14088"/>
                    <a:pt x="6632" y="14397"/>
                  </a:cubicBezTo>
                  <a:cubicBezTo>
                    <a:pt x="6648" y="14430"/>
                    <a:pt x="6656" y="14476"/>
                    <a:pt x="6676" y="14509"/>
                  </a:cubicBezTo>
                  <a:cubicBezTo>
                    <a:pt x="6686" y="14529"/>
                    <a:pt x="6687" y="14536"/>
                    <a:pt x="6698" y="14554"/>
                  </a:cubicBezTo>
                  <a:cubicBezTo>
                    <a:pt x="7036" y="15090"/>
                    <a:pt x="7710" y="15654"/>
                    <a:pt x="8245" y="15812"/>
                  </a:cubicBezTo>
                  <a:lnTo>
                    <a:pt x="8466" y="15880"/>
                  </a:lnTo>
                  <a:lnTo>
                    <a:pt x="8731" y="15947"/>
                  </a:lnTo>
                  <a:lnTo>
                    <a:pt x="8731" y="17025"/>
                  </a:lnTo>
                  <a:cubicBezTo>
                    <a:pt x="8731" y="17327"/>
                    <a:pt x="8721" y="17604"/>
                    <a:pt x="8709" y="17811"/>
                  </a:cubicBezTo>
                  <a:cubicBezTo>
                    <a:pt x="8698" y="18020"/>
                    <a:pt x="8682" y="18153"/>
                    <a:pt x="8665" y="18171"/>
                  </a:cubicBezTo>
                  <a:cubicBezTo>
                    <a:pt x="8634" y="18202"/>
                    <a:pt x="8603" y="18308"/>
                    <a:pt x="8599" y="18395"/>
                  </a:cubicBezTo>
                  <a:cubicBezTo>
                    <a:pt x="8613" y="18429"/>
                    <a:pt x="8667" y="18415"/>
                    <a:pt x="8731" y="18350"/>
                  </a:cubicBezTo>
                  <a:cubicBezTo>
                    <a:pt x="8750" y="18331"/>
                    <a:pt x="8758" y="18317"/>
                    <a:pt x="8775" y="18305"/>
                  </a:cubicBezTo>
                  <a:cubicBezTo>
                    <a:pt x="8838" y="18226"/>
                    <a:pt x="8893" y="18235"/>
                    <a:pt x="9019" y="18350"/>
                  </a:cubicBezTo>
                  <a:cubicBezTo>
                    <a:pt x="9118" y="18442"/>
                    <a:pt x="9412" y="18533"/>
                    <a:pt x="9682" y="18552"/>
                  </a:cubicBezTo>
                  <a:lnTo>
                    <a:pt x="10190" y="18597"/>
                  </a:lnTo>
                  <a:lnTo>
                    <a:pt x="10256" y="19204"/>
                  </a:lnTo>
                  <a:cubicBezTo>
                    <a:pt x="10279" y="19365"/>
                    <a:pt x="10303" y="19458"/>
                    <a:pt x="10323" y="19608"/>
                  </a:cubicBezTo>
                  <a:cubicBezTo>
                    <a:pt x="10347" y="19730"/>
                    <a:pt x="10368" y="19831"/>
                    <a:pt x="10389" y="19878"/>
                  </a:cubicBezTo>
                  <a:cubicBezTo>
                    <a:pt x="10423" y="19955"/>
                    <a:pt x="10422" y="20048"/>
                    <a:pt x="10389" y="20102"/>
                  </a:cubicBezTo>
                  <a:cubicBezTo>
                    <a:pt x="10407" y="20199"/>
                    <a:pt x="10445" y="20257"/>
                    <a:pt x="10477" y="20237"/>
                  </a:cubicBezTo>
                  <a:cubicBezTo>
                    <a:pt x="10599" y="20160"/>
                    <a:pt x="10804" y="20525"/>
                    <a:pt x="10720" y="20664"/>
                  </a:cubicBezTo>
                  <a:cubicBezTo>
                    <a:pt x="10671" y="20744"/>
                    <a:pt x="10693" y="20753"/>
                    <a:pt x="10765" y="20709"/>
                  </a:cubicBezTo>
                  <a:cubicBezTo>
                    <a:pt x="10829" y="20668"/>
                    <a:pt x="11066" y="20750"/>
                    <a:pt x="11295" y="20888"/>
                  </a:cubicBezTo>
                  <a:cubicBezTo>
                    <a:pt x="11888" y="21245"/>
                    <a:pt x="13383" y="21232"/>
                    <a:pt x="14323" y="20866"/>
                  </a:cubicBezTo>
                  <a:cubicBezTo>
                    <a:pt x="14683" y="20726"/>
                    <a:pt x="15110" y="20621"/>
                    <a:pt x="15274" y="20619"/>
                  </a:cubicBezTo>
                  <a:cubicBezTo>
                    <a:pt x="15437" y="20617"/>
                    <a:pt x="15544" y="20574"/>
                    <a:pt x="15517" y="20529"/>
                  </a:cubicBezTo>
                  <a:cubicBezTo>
                    <a:pt x="15428" y="20384"/>
                    <a:pt x="15757" y="20203"/>
                    <a:pt x="15959" y="20282"/>
                  </a:cubicBezTo>
                  <a:cubicBezTo>
                    <a:pt x="16086" y="20331"/>
                    <a:pt x="16139" y="20315"/>
                    <a:pt x="16091" y="20237"/>
                  </a:cubicBezTo>
                  <a:cubicBezTo>
                    <a:pt x="16050" y="20170"/>
                    <a:pt x="16176" y="20005"/>
                    <a:pt x="16379" y="19878"/>
                  </a:cubicBezTo>
                  <a:cubicBezTo>
                    <a:pt x="16579" y="19752"/>
                    <a:pt x="16956" y="19482"/>
                    <a:pt x="17219" y="19271"/>
                  </a:cubicBezTo>
                  <a:cubicBezTo>
                    <a:pt x="17481" y="19060"/>
                    <a:pt x="17736" y="18921"/>
                    <a:pt x="17793" y="18957"/>
                  </a:cubicBezTo>
                  <a:cubicBezTo>
                    <a:pt x="17850" y="18993"/>
                    <a:pt x="17874" y="18972"/>
                    <a:pt x="17837" y="18912"/>
                  </a:cubicBezTo>
                  <a:cubicBezTo>
                    <a:pt x="17750" y="18768"/>
                    <a:pt x="18557" y="17947"/>
                    <a:pt x="18677" y="18058"/>
                  </a:cubicBezTo>
                  <a:cubicBezTo>
                    <a:pt x="18728" y="18105"/>
                    <a:pt x="18756" y="18098"/>
                    <a:pt x="18721" y="18036"/>
                  </a:cubicBezTo>
                  <a:cubicBezTo>
                    <a:pt x="18687" y="17973"/>
                    <a:pt x="18825" y="17702"/>
                    <a:pt x="19031" y="17429"/>
                  </a:cubicBezTo>
                  <a:cubicBezTo>
                    <a:pt x="19236" y="17156"/>
                    <a:pt x="19556" y="16668"/>
                    <a:pt x="19738" y="16351"/>
                  </a:cubicBezTo>
                  <a:cubicBezTo>
                    <a:pt x="19951" y="15982"/>
                    <a:pt x="20106" y="15797"/>
                    <a:pt x="20202" y="15835"/>
                  </a:cubicBezTo>
                  <a:cubicBezTo>
                    <a:pt x="20311" y="15877"/>
                    <a:pt x="20359" y="15811"/>
                    <a:pt x="20335" y="15588"/>
                  </a:cubicBezTo>
                  <a:cubicBezTo>
                    <a:pt x="20317" y="15419"/>
                    <a:pt x="20377" y="15069"/>
                    <a:pt x="20490" y="14801"/>
                  </a:cubicBezTo>
                  <a:cubicBezTo>
                    <a:pt x="21148" y="13240"/>
                    <a:pt x="21421" y="10757"/>
                    <a:pt x="21108" y="8939"/>
                  </a:cubicBezTo>
                  <a:cubicBezTo>
                    <a:pt x="20895" y="7697"/>
                    <a:pt x="20428" y="6367"/>
                    <a:pt x="19849" y="5346"/>
                  </a:cubicBezTo>
                  <a:cubicBezTo>
                    <a:pt x="19610" y="4925"/>
                    <a:pt x="19461" y="4550"/>
                    <a:pt x="19517" y="4515"/>
                  </a:cubicBezTo>
                  <a:cubicBezTo>
                    <a:pt x="19712" y="4392"/>
                    <a:pt x="19607" y="4233"/>
                    <a:pt x="19362" y="4267"/>
                  </a:cubicBezTo>
                  <a:cubicBezTo>
                    <a:pt x="19181" y="4293"/>
                    <a:pt x="19129" y="4237"/>
                    <a:pt x="19141" y="4088"/>
                  </a:cubicBezTo>
                  <a:cubicBezTo>
                    <a:pt x="19150" y="3977"/>
                    <a:pt x="19131" y="3918"/>
                    <a:pt x="19097" y="3953"/>
                  </a:cubicBezTo>
                  <a:cubicBezTo>
                    <a:pt x="18979" y="4073"/>
                    <a:pt x="18634" y="3666"/>
                    <a:pt x="18699" y="3481"/>
                  </a:cubicBezTo>
                  <a:cubicBezTo>
                    <a:pt x="18735" y="3380"/>
                    <a:pt x="18727" y="3346"/>
                    <a:pt x="18677" y="3392"/>
                  </a:cubicBezTo>
                  <a:cubicBezTo>
                    <a:pt x="18556" y="3503"/>
                    <a:pt x="18192" y="3131"/>
                    <a:pt x="18279" y="2987"/>
                  </a:cubicBezTo>
                  <a:cubicBezTo>
                    <a:pt x="18317" y="2925"/>
                    <a:pt x="18294" y="2905"/>
                    <a:pt x="18235" y="2942"/>
                  </a:cubicBezTo>
                  <a:cubicBezTo>
                    <a:pt x="18086" y="3036"/>
                    <a:pt x="17306" y="2370"/>
                    <a:pt x="17395" y="2224"/>
                  </a:cubicBezTo>
                  <a:cubicBezTo>
                    <a:pt x="17440" y="2151"/>
                    <a:pt x="17410" y="2128"/>
                    <a:pt x="17329" y="2179"/>
                  </a:cubicBezTo>
                  <a:cubicBezTo>
                    <a:pt x="17254" y="2226"/>
                    <a:pt x="17116" y="2175"/>
                    <a:pt x="16997" y="2066"/>
                  </a:cubicBezTo>
                  <a:cubicBezTo>
                    <a:pt x="16837" y="1919"/>
                    <a:pt x="16816" y="1843"/>
                    <a:pt x="16909" y="1729"/>
                  </a:cubicBezTo>
                  <a:cubicBezTo>
                    <a:pt x="16992" y="1628"/>
                    <a:pt x="16988" y="1595"/>
                    <a:pt x="16909" y="1595"/>
                  </a:cubicBezTo>
                  <a:cubicBezTo>
                    <a:pt x="16845" y="1595"/>
                    <a:pt x="16768" y="1626"/>
                    <a:pt x="16732" y="1685"/>
                  </a:cubicBezTo>
                  <a:cubicBezTo>
                    <a:pt x="16696" y="1744"/>
                    <a:pt x="16340" y="1618"/>
                    <a:pt x="15937" y="1393"/>
                  </a:cubicBezTo>
                  <a:cubicBezTo>
                    <a:pt x="15541" y="1171"/>
                    <a:pt x="14947" y="882"/>
                    <a:pt x="14610" y="741"/>
                  </a:cubicBezTo>
                  <a:cubicBezTo>
                    <a:pt x="14274" y="600"/>
                    <a:pt x="14018" y="429"/>
                    <a:pt x="14036" y="359"/>
                  </a:cubicBezTo>
                  <a:cubicBezTo>
                    <a:pt x="14056" y="280"/>
                    <a:pt x="13982" y="254"/>
                    <a:pt x="13837" y="292"/>
                  </a:cubicBezTo>
                  <a:cubicBezTo>
                    <a:pt x="13709" y="326"/>
                    <a:pt x="13250" y="276"/>
                    <a:pt x="12820" y="180"/>
                  </a:cubicBezTo>
                  <a:cubicBezTo>
                    <a:pt x="12300" y="63"/>
                    <a:pt x="11449" y="0"/>
                    <a:pt x="10610" y="0"/>
                  </a:cubicBezTo>
                  <a:close/>
                </a:path>
              </a:pathLst>
            </a:custGeom>
            <a:ln w="12700" cap="flat">
              <a:noFill/>
              <a:miter lim="400000"/>
            </a:ln>
            <a:effectLst/>
          </p:spPr>
        </p:pic>
        <p:pic>
          <p:nvPicPr>
            <p:cNvPr id="363" name="Image" descr="Image"/>
            <p:cNvPicPr>
              <a:picLocks noChangeAspect="1"/>
            </p:cNvPicPr>
            <p:nvPr/>
          </p:nvPicPr>
          <p:blipFill>
            <a:blip r:embed="rId4"/>
            <a:stretch>
              <a:fillRect/>
            </a:stretch>
          </p:blipFill>
          <p:spPr>
            <a:xfrm>
              <a:off x="0" y="0"/>
              <a:ext cx="3014955" cy="2512462"/>
            </a:xfrm>
            <a:prstGeom prst="rect">
              <a:avLst/>
            </a:prstGeom>
            <a:ln w="12700" cap="flat">
              <a:noFill/>
              <a:miter lim="400000"/>
            </a:ln>
            <a:effectLst/>
          </p:spPr>
        </p:pic>
      </p:grpSp>
      <p:sp>
        <p:nvSpPr>
          <p:cNvPr id="365" name="Built-in Video Analytic"/>
          <p:cNvSpPr txBox="1"/>
          <p:nvPr/>
        </p:nvSpPr>
        <p:spPr>
          <a:xfrm>
            <a:off x="10440573" y="10027783"/>
            <a:ext cx="4642783" cy="6211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81997" tIns="81997" rIns="81997" bIns="81997" anchor="ctr">
            <a:spAutoFit/>
          </a:bodyPr>
          <a:lstStyle>
            <a:lvl1pPr algn="l" defTabSz="1779223">
              <a:lnSpc>
                <a:spcPct val="90000"/>
              </a:lnSpc>
              <a:defRPr b="0">
                <a:solidFill>
                  <a:srgbClr val="5B5B5D"/>
                </a:solidFill>
                <a:latin typeface="Roboto Bold"/>
                <a:ea typeface="Roboto Bold"/>
                <a:cs typeface="Roboto Bold"/>
                <a:sym typeface="Roboto Bold"/>
              </a:defRPr>
            </a:lvl1pPr>
          </a:lstStyle>
          <a:p>
            <a:r>
              <a:rPr lang="en-US">
                <a:latin typeface="Nunito Sans" pitchFamily="2" charset="77"/>
              </a:rPr>
              <a:t>Tích hợp trí tuệ nhân tạo</a:t>
            </a:r>
          </a:p>
        </p:txBody>
      </p:sp>
      <p:sp>
        <p:nvSpPr>
          <p:cNvPr id="366" name="Object Detection and Tracking the Visitors"/>
          <p:cNvSpPr txBox="1"/>
          <p:nvPr/>
        </p:nvSpPr>
        <p:spPr>
          <a:xfrm>
            <a:off x="10440573" y="10556191"/>
            <a:ext cx="6641069" cy="49299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81997" tIns="81997" rIns="81997" bIns="81997" anchor="ctr">
            <a:spAutoFit/>
          </a:bodyPr>
          <a:lstStyle>
            <a:lvl1pPr algn="l" defTabSz="1779223">
              <a:lnSpc>
                <a:spcPct val="90000"/>
              </a:lnSpc>
              <a:defRPr sz="2300" b="0">
                <a:solidFill>
                  <a:srgbClr val="5B5B5D"/>
                </a:solidFill>
                <a:latin typeface="Roboto Regular"/>
                <a:ea typeface="Roboto Regular"/>
                <a:cs typeface="Roboto Regular"/>
                <a:sym typeface="Roboto Regular"/>
              </a:defRPr>
            </a:lvl1pPr>
          </a:lstStyle>
          <a:p>
            <a:r>
              <a:rPr lang="en-US">
                <a:latin typeface="Nunito Sans" pitchFamily="2" charset="77"/>
              </a:rPr>
              <a:t>Tự động nhận diện và theo dõi chủ thể</a:t>
            </a:r>
          </a:p>
        </p:txBody>
      </p:sp>
      <p:pic>
        <p:nvPicPr>
          <p:cNvPr id="3" name="Picture 2">
            <a:extLst>
              <a:ext uri="{FF2B5EF4-FFF2-40B4-BE49-F238E27FC236}">
                <a16:creationId xmlns:a16="http://schemas.microsoft.com/office/drawing/2014/main" id="{5AAF336C-E27C-4572-8E5E-8C6DE27244F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392146" y="2426967"/>
            <a:ext cx="4717664" cy="9972298"/>
          </a:xfrm>
          <a:prstGeom prst="rect">
            <a:avLst/>
          </a:prstGeom>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Outdoor Spotlight Camera"/>
          <p:cNvSpPr txBox="1">
            <a:spLocks noGrp="1"/>
          </p:cNvSpPr>
          <p:nvPr>
            <p:ph type="title"/>
          </p:nvPr>
        </p:nvSpPr>
        <p:spPr>
          <a:xfrm>
            <a:off x="1270891" y="194592"/>
            <a:ext cx="20320000" cy="1358900"/>
          </a:xfrm>
          <a:prstGeom prst="rect">
            <a:avLst/>
          </a:prstGeom>
        </p:spPr>
        <p:txBody>
          <a:bodyPr>
            <a:normAutofit fontScale="90000"/>
          </a:bodyPr>
          <a:lstStyle>
            <a:lvl1pPr defTabSz="607933">
              <a:defRPr sz="8140"/>
            </a:lvl1pPr>
          </a:lstStyle>
          <a:p>
            <a:r>
              <a:rPr lang="en-US">
                <a:solidFill>
                  <a:srgbClr val="1CA390"/>
                </a:solidFill>
                <a:latin typeface="Nunito Sans" pitchFamily="2" charset="77"/>
              </a:rPr>
              <a:t>Camera AI đèn an ninh</a:t>
            </a:r>
            <a:endParaRPr>
              <a:solidFill>
                <a:srgbClr val="1CA390"/>
              </a:solidFill>
              <a:latin typeface="Nunito Sans" pitchFamily="2" charset="77"/>
            </a:endParaRPr>
          </a:p>
        </p:txBody>
      </p:sp>
      <p:sp>
        <p:nvSpPr>
          <p:cNvPr id="370" name="Slide Number"/>
          <p:cNvSpPr txBox="1">
            <a:spLocks noGrp="1"/>
          </p:cNvSpPr>
          <p:nvPr>
            <p:ph type="sldNum" sz="quarter" idx="2"/>
          </p:nvPr>
        </p:nvSpPr>
        <p:spPr>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9</a:t>
            </a:fld>
            <a:endParaRPr/>
          </a:p>
        </p:txBody>
      </p:sp>
      <p:sp>
        <p:nvSpPr>
          <p:cNvPr id="373" name="Outdoor Spotlight Camera is not only helping users to record all human activities near their home for security purpose but also offering an excellent function of being a light source for illumination. The 1,200 lumen output LED spotlight is designed to i"/>
          <p:cNvSpPr txBox="1">
            <a:spLocks noGrp="1"/>
          </p:cNvSpPr>
          <p:nvPr>
            <p:ph type="body" sz="quarter" idx="4294967295"/>
          </p:nvPr>
        </p:nvSpPr>
        <p:spPr>
          <a:xfrm>
            <a:off x="1270891" y="1562053"/>
            <a:ext cx="18540705" cy="3358439"/>
          </a:xfrm>
          <a:prstGeom prst="rect">
            <a:avLst/>
          </a:prstGeom>
        </p:spPr>
        <p:txBody>
          <a:bodyPr>
            <a:normAutofit/>
          </a:bodyPr>
          <a:lstStyle>
            <a:lvl1pPr marL="0" indent="0">
              <a:buSzTx/>
              <a:buNone/>
              <a:defRPr sz="4200"/>
            </a:lvl1pPr>
          </a:lstStyle>
          <a:p>
            <a:r>
              <a:rPr lang="en-US" sz="4000">
                <a:latin typeface="Nunito Sans" pitchFamily="2" charset="77"/>
              </a:rPr>
              <a:t>Camera đèn an ninh sử dụng kết nối Wi-Fi thuận tiện để tự động truyền tải những hình ảnh của kẻ gian về máy chủ đám mây của CUVO. Camera tiên tiến này không chỉ nhận diện chuyển động bằng hệ thống radar hiện đại mà còn tích hợp thêm đèn có độ sáng 1200 lumen, đủ khả năng chiếu xa 5m. Đèn đồng thời có thể chớp tắt để cảnh báo kẻ trộm từ xa. </a:t>
            </a:r>
            <a:endParaRPr sz="4000">
              <a:latin typeface="Nunito Sans" pitchFamily="2" charset="77"/>
            </a:endParaRPr>
          </a:p>
        </p:txBody>
      </p:sp>
      <p:pic>
        <p:nvPicPr>
          <p:cNvPr id="3" name="Picture 2" descr="A picture containing sky, outdoor, grass, appliance&#10;&#10;Description automatically generated">
            <a:extLst>
              <a:ext uri="{FF2B5EF4-FFF2-40B4-BE49-F238E27FC236}">
                <a16:creationId xmlns:a16="http://schemas.microsoft.com/office/drawing/2014/main" id="{C370ABFA-B628-B140-84B0-EF65A73FAD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33231" y="4929053"/>
            <a:ext cx="20649238" cy="8377865"/>
          </a:xfrm>
          <a:prstGeom prst="rect">
            <a:avLst/>
          </a:prstGeom>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Outdoor Spotlight Camera"/>
          <p:cNvSpPr txBox="1">
            <a:spLocks noGrp="1"/>
          </p:cNvSpPr>
          <p:nvPr>
            <p:ph type="title"/>
          </p:nvPr>
        </p:nvSpPr>
        <p:spPr>
          <a:xfrm>
            <a:off x="1270891" y="194592"/>
            <a:ext cx="20320000" cy="1358900"/>
          </a:xfrm>
          <a:prstGeom prst="rect">
            <a:avLst/>
          </a:prstGeom>
        </p:spPr>
        <p:txBody>
          <a:bodyPr>
            <a:normAutofit fontScale="90000"/>
          </a:bodyPr>
          <a:lstStyle>
            <a:lvl1pPr defTabSz="607933">
              <a:defRPr sz="8140"/>
            </a:lvl1pPr>
          </a:lstStyle>
          <a:p>
            <a:r>
              <a:rPr lang="en-US">
                <a:solidFill>
                  <a:srgbClr val="1CA390"/>
                </a:solidFill>
                <a:latin typeface="Nunito Sans" pitchFamily="2" charset="77"/>
              </a:rPr>
              <a:t>Camera AI đèn an ninh</a:t>
            </a:r>
            <a:endParaRPr>
              <a:solidFill>
                <a:srgbClr val="1CA390"/>
              </a:solidFill>
              <a:latin typeface="Nunito Sans" pitchFamily="2" charset="77"/>
            </a:endParaRPr>
          </a:p>
        </p:txBody>
      </p:sp>
      <p:sp>
        <p:nvSpPr>
          <p:cNvPr id="37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sp>
        <p:nvSpPr>
          <p:cNvPr id="373" name="Outdoor Spotlight Camera is not only helping users to record all human activities near their home for security purpose but also offering an excellent function of being a light source for illumination. The 1,200 lumen output LED spotlight is designed to i"/>
          <p:cNvSpPr txBox="1">
            <a:spLocks noGrp="1"/>
          </p:cNvSpPr>
          <p:nvPr>
            <p:ph type="body" sz="quarter" idx="4294967295"/>
          </p:nvPr>
        </p:nvSpPr>
        <p:spPr>
          <a:xfrm>
            <a:off x="12801600" y="1553492"/>
            <a:ext cx="11159124" cy="10718718"/>
          </a:xfrm>
          <a:prstGeom prst="rect">
            <a:avLst/>
          </a:prstGeom>
        </p:spPr>
        <p:txBody>
          <a:bodyPr>
            <a:normAutofit fontScale="92500"/>
          </a:bodyPr>
          <a:lstStyle>
            <a:lvl1pPr marL="0" indent="0">
              <a:buSzTx/>
              <a:buNone/>
              <a:defRPr sz="4200"/>
            </a:lvl1pPr>
          </a:lstStyle>
          <a:p>
            <a:pPr>
              <a:lnSpc>
                <a:spcPct val="170000"/>
              </a:lnSpc>
              <a:spcBef>
                <a:spcPts val="0"/>
              </a:spcBef>
            </a:pPr>
            <a:r>
              <a:rPr lang="en-US" sz="4000" err="1">
                <a:latin typeface="Nunito Sans" pitchFamily="2" charset="77"/>
              </a:rPr>
              <a:t>Bằng</a:t>
            </a:r>
            <a:r>
              <a:rPr lang="en-US" sz="4000">
                <a:latin typeface="Nunito Sans" pitchFamily="2" charset="77"/>
              </a:rPr>
              <a:t> </a:t>
            </a:r>
            <a:r>
              <a:rPr lang="en-US" sz="4000" err="1">
                <a:latin typeface="Nunito Sans" pitchFamily="2" charset="77"/>
              </a:rPr>
              <a:t>cách</a:t>
            </a:r>
            <a:r>
              <a:rPr lang="en-US" sz="4000">
                <a:latin typeface="Nunito Sans" pitchFamily="2" charset="77"/>
              </a:rPr>
              <a:t> </a:t>
            </a:r>
            <a:r>
              <a:rPr lang="en-US" sz="4000" err="1">
                <a:latin typeface="Nunito Sans" pitchFamily="2" charset="77"/>
              </a:rPr>
              <a:t>kết</a:t>
            </a:r>
            <a:r>
              <a:rPr lang="en-US" sz="4000">
                <a:latin typeface="Nunito Sans" pitchFamily="2" charset="77"/>
              </a:rPr>
              <a:t> </a:t>
            </a:r>
            <a:r>
              <a:rPr lang="en-US" sz="4000" err="1">
                <a:latin typeface="Nunito Sans" pitchFamily="2" charset="77"/>
              </a:rPr>
              <a:t>hợp</a:t>
            </a:r>
            <a:r>
              <a:rPr lang="en-US" sz="4000">
                <a:latin typeface="Nunito Sans" pitchFamily="2" charset="77"/>
              </a:rPr>
              <a:t> 36 chip </a:t>
            </a:r>
            <a:r>
              <a:rPr lang="en-US" sz="4000" err="1">
                <a:latin typeface="Nunito Sans" pitchFamily="2" charset="77"/>
              </a:rPr>
              <a:t>đèn</a:t>
            </a:r>
            <a:r>
              <a:rPr lang="en-US" sz="4000">
                <a:latin typeface="Nunito Sans" pitchFamily="2" charset="77"/>
              </a:rPr>
              <a:t> LED </a:t>
            </a:r>
            <a:r>
              <a:rPr lang="en-US" sz="4000" err="1">
                <a:latin typeface="Nunito Sans" pitchFamily="2" charset="77"/>
              </a:rPr>
              <a:t>siêu</a:t>
            </a:r>
            <a:r>
              <a:rPr lang="en-US" sz="4000">
                <a:latin typeface="Nunito Sans" pitchFamily="2" charset="77"/>
              </a:rPr>
              <a:t> </a:t>
            </a:r>
            <a:r>
              <a:rPr lang="en-US" sz="4000" err="1">
                <a:latin typeface="Nunito Sans" pitchFamily="2" charset="77"/>
              </a:rPr>
              <a:t>sáng</a:t>
            </a:r>
            <a:r>
              <a:rPr lang="en-US" sz="4000">
                <a:latin typeface="Nunito Sans" pitchFamily="2" charset="77"/>
              </a:rPr>
              <a:t> </a:t>
            </a:r>
            <a:r>
              <a:rPr lang="en-US" sz="4000" err="1">
                <a:latin typeface="Nunito Sans" pitchFamily="2" charset="77"/>
              </a:rPr>
              <a:t>với</a:t>
            </a:r>
            <a:r>
              <a:rPr lang="en-US" sz="4000">
                <a:latin typeface="Nunito Sans" pitchFamily="2" charset="77"/>
              </a:rPr>
              <a:t> camera, </a:t>
            </a:r>
            <a:r>
              <a:rPr lang="en-US" sz="4000" err="1">
                <a:latin typeface="Nunito Sans" pitchFamily="2" charset="77"/>
              </a:rPr>
              <a:t>chúng</a:t>
            </a:r>
            <a:r>
              <a:rPr lang="en-US" sz="4000">
                <a:latin typeface="Nunito Sans" pitchFamily="2" charset="77"/>
              </a:rPr>
              <a:t> </a:t>
            </a:r>
            <a:r>
              <a:rPr lang="en-US" sz="4000" err="1">
                <a:latin typeface="Nunito Sans" pitchFamily="2" charset="77"/>
              </a:rPr>
              <a:t>tôi</a:t>
            </a:r>
            <a:r>
              <a:rPr lang="en-US" sz="4000">
                <a:latin typeface="Nunito Sans" pitchFamily="2" charset="77"/>
              </a:rPr>
              <a:t> </a:t>
            </a:r>
            <a:r>
              <a:rPr lang="en-US" sz="4000" err="1">
                <a:latin typeface="Nunito Sans" pitchFamily="2" charset="77"/>
              </a:rPr>
              <a:t>tạo</a:t>
            </a:r>
            <a:r>
              <a:rPr lang="en-US" sz="4000">
                <a:latin typeface="Nunito Sans" pitchFamily="2" charset="77"/>
              </a:rPr>
              <a:t> </a:t>
            </a:r>
            <a:r>
              <a:rPr lang="en-US" sz="4000" err="1">
                <a:latin typeface="Nunito Sans" pitchFamily="2" charset="77"/>
              </a:rPr>
              <a:t>ra</a:t>
            </a:r>
            <a:r>
              <a:rPr lang="en-US" sz="4000">
                <a:latin typeface="Nunito Sans" pitchFamily="2" charset="77"/>
              </a:rPr>
              <a:t> </a:t>
            </a:r>
            <a:r>
              <a:rPr lang="en-US" sz="4000" err="1">
                <a:latin typeface="Nunito Sans" pitchFamily="2" charset="77"/>
              </a:rPr>
              <a:t>một</a:t>
            </a:r>
            <a:r>
              <a:rPr lang="en-US" sz="4000">
                <a:latin typeface="Nunito Sans" pitchFamily="2" charset="77"/>
              </a:rPr>
              <a:t> </a:t>
            </a:r>
            <a:r>
              <a:rPr lang="en-US" sz="4000" err="1">
                <a:latin typeface="Nunito Sans" pitchFamily="2" charset="77"/>
              </a:rPr>
              <a:t>thiết</a:t>
            </a:r>
            <a:r>
              <a:rPr lang="en-US" sz="4000">
                <a:latin typeface="Nunito Sans" pitchFamily="2" charset="77"/>
              </a:rPr>
              <a:t> </a:t>
            </a:r>
            <a:r>
              <a:rPr lang="en-US" sz="4000" err="1">
                <a:latin typeface="Nunito Sans" pitchFamily="2" charset="77"/>
              </a:rPr>
              <a:t>bị</a:t>
            </a:r>
            <a:r>
              <a:rPr lang="en-US" sz="4000">
                <a:latin typeface="Nunito Sans" pitchFamily="2" charset="77"/>
              </a:rPr>
              <a:t> </a:t>
            </a:r>
            <a:r>
              <a:rPr lang="en-US" sz="4000" err="1">
                <a:latin typeface="Nunito Sans" pitchFamily="2" charset="77"/>
              </a:rPr>
              <a:t>không</a:t>
            </a:r>
            <a:r>
              <a:rPr lang="en-US" sz="4000">
                <a:latin typeface="Nunito Sans" pitchFamily="2" charset="77"/>
              </a:rPr>
              <a:t> </a:t>
            </a:r>
            <a:r>
              <a:rPr lang="en-US" sz="4000" err="1">
                <a:latin typeface="Nunito Sans" pitchFamily="2" charset="77"/>
              </a:rPr>
              <a:t>chỉ</a:t>
            </a:r>
            <a:r>
              <a:rPr lang="en-US" sz="4000">
                <a:latin typeface="Nunito Sans" pitchFamily="2" charset="77"/>
              </a:rPr>
              <a:t> </a:t>
            </a:r>
            <a:r>
              <a:rPr lang="en-US" sz="4000" err="1">
                <a:latin typeface="Nunito Sans" pitchFamily="2" charset="77"/>
              </a:rPr>
              <a:t>bảo</a:t>
            </a:r>
            <a:r>
              <a:rPr lang="en-US" sz="4000">
                <a:latin typeface="Nunito Sans" pitchFamily="2" charset="77"/>
              </a:rPr>
              <a:t> </a:t>
            </a:r>
            <a:r>
              <a:rPr lang="en-US" sz="4000" err="1">
                <a:latin typeface="Nunito Sans" pitchFamily="2" charset="77"/>
              </a:rPr>
              <a:t>đảm</a:t>
            </a:r>
            <a:r>
              <a:rPr lang="en-US" sz="4000">
                <a:latin typeface="Nunito Sans" pitchFamily="2" charset="77"/>
              </a:rPr>
              <a:t> an </a:t>
            </a:r>
            <a:r>
              <a:rPr lang="en-US" sz="4000" err="1">
                <a:latin typeface="Nunito Sans" pitchFamily="2" charset="77"/>
              </a:rPr>
              <a:t>ninh</a:t>
            </a:r>
            <a:r>
              <a:rPr lang="en-US" sz="4000">
                <a:latin typeface="Nunito Sans" pitchFamily="2" charset="77"/>
              </a:rPr>
              <a:t> </a:t>
            </a:r>
            <a:r>
              <a:rPr lang="en-US" sz="4000" err="1">
                <a:latin typeface="Nunito Sans" pitchFamily="2" charset="77"/>
              </a:rPr>
              <a:t>cho</a:t>
            </a:r>
            <a:r>
              <a:rPr lang="en-US" sz="4000">
                <a:latin typeface="Nunito Sans" pitchFamily="2" charset="77"/>
              </a:rPr>
              <a:t> </a:t>
            </a:r>
            <a:r>
              <a:rPr lang="en-US" sz="4000" err="1">
                <a:latin typeface="Nunito Sans" pitchFamily="2" charset="77"/>
              </a:rPr>
              <a:t>ngôi</a:t>
            </a:r>
            <a:r>
              <a:rPr lang="en-US" sz="4000">
                <a:latin typeface="Nunito Sans" pitchFamily="2" charset="77"/>
              </a:rPr>
              <a:t> </a:t>
            </a:r>
            <a:r>
              <a:rPr lang="en-US" sz="4000" err="1">
                <a:latin typeface="Nunito Sans" pitchFamily="2" charset="77"/>
              </a:rPr>
              <a:t>nhà</a:t>
            </a:r>
            <a:r>
              <a:rPr lang="en-US" sz="4000">
                <a:latin typeface="Nunito Sans" pitchFamily="2" charset="77"/>
              </a:rPr>
              <a:t> </a:t>
            </a:r>
            <a:r>
              <a:rPr lang="en-US" sz="4000" err="1">
                <a:latin typeface="Nunito Sans" pitchFamily="2" charset="77"/>
              </a:rPr>
              <a:t>của</a:t>
            </a:r>
            <a:r>
              <a:rPr lang="en-US" sz="4000">
                <a:latin typeface="Nunito Sans" pitchFamily="2" charset="77"/>
              </a:rPr>
              <a:t> </a:t>
            </a:r>
            <a:r>
              <a:rPr lang="en-US" sz="4000" err="1">
                <a:latin typeface="Nunito Sans" pitchFamily="2" charset="77"/>
              </a:rPr>
              <a:t>bạn</a:t>
            </a:r>
            <a:r>
              <a:rPr lang="en-US" sz="4000">
                <a:latin typeface="Nunito Sans" pitchFamily="2" charset="77"/>
              </a:rPr>
              <a:t> </a:t>
            </a:r>
            <a:r>
              <a:rPr lang="en-US" sz="4000" err="1">
                <a:latin typeface="Nunito Sans" pitchFamily="2" charset="77"/>
              </a:rPr>
              <a:t>mà</a:t>
            </a:r>
            <a:r>
              <a:rPr lang="en-US" sz="4000">
                <a:latin typeface="Nunito Sans" pitchFamily="2" charset="77"/>
              </a:rPr>
              <a:t> </a:t>
            </a:r>
            <a:r>
              <a:rPr lang="en-US" sz="4000" err="1">
                <a:latin typeface="Nunito Sans" pitchFamily="2" charset="77"/>
              </a:rPr>
              <a:t>còn</a:t>
            </a:r>
            <a:r>
              <a:rPr lang="en-US" sz="4000">
                <a:latin typeface="Nunito Sans" pitchFamily="2" charset="77"/>
              </a:rPr>
              <a:t> </a:t>
            </a:r>
            <a:r>
              <a:rPr lang="en-US" sz="4000" err="1">
                <a:latin typeface="Nunito Sans" pitchFamily="2" charset="77"/>
              </a:rPr>
              <a:t>có</a:t>
            </a:r>
            <a:r>
              <a:rPr lang="en-US" sz="4000">
                <a:latin typeface="Nunito Sans" pitchFamily="2" charset="77"/>
              </a:rPr>
              <a:t> </a:t>
            </a:r>
            <a:r>
              <a:rPr lang="en-US" sz="4000" err="1">
                <a:latin typeface="Nunito Sans" pitchFamily="2" charset="77"/>
              </a:rPr>
              <a:t>thể</a:t>
            </a:r>
            <a:r>
              <a:rPr lang="en-US" sz="4000">
                <a:latin typeface="Nunito Sans" pitchFamily="2" charset="77"/>
              </a:rPr>
              <a:t> </a:t>
            </a:r>
            <a:r>
              <a:rPr lang="en-US" sz="4000" err="1">
                <a:latin typeface="Nunito Sans" pitchFamily="2" charset="77"/>
              </a:rPr>
              <a:t>cảnh</a:t>
            </a:r>
            <a:r>
              <a:rPr lang="en-US" sz="4000">
                <a:latin typeface="Nunito Sans" pitchFamily="2" charset="77"/>
              </a:rPr>
              <a:t> </a:t>
            </a:r>
            <a:r>
              <a:rPr lang="en-US" sz="4000" err="1">
                <a:latin typeface="Nunito Sans" pitchFamily="2" charset="77"/>
              </a:rPr>
              <a:t>báo</a:t>
            </a:r>
            <a:r>
              <a:rPr lang="en-US" sz="4000">
                <a:latin typeface="Nunito Sans" pitchFamily="2" charset="77"/>
              </a:rPr>
              <a:t> hay </a:t>
            </a:r>
            <a:r>
              <a:rPr lang="en-US" sz="4000" err="1">
                <a:latin typeface="Nunito Sans" pitchFamily="2" charset="77"/>
              </a:rPr>
              <a:t>chiếu</a:t>
            </a:r>
            <a:r>
              <a:rPr lang="en-US" sz="4000">
                <a:latin typeface="Nunito Sans" pitchFamily="2" charset="77"/>
              </a:rPr>
              <a:t> </a:t>
            </a:r>
            <a:r>
              <a:rPr lang="en-US" sz="4000" err="1">
                <a:latin typeface="Nunito Sans" pitchFamily="2" charset="77"/>
              </a:rPr>
              <a:t>sáng</a:t>
            </a:r>
            <a:r>
              <a:rPr lang="en-US" sz="4000">
                <a:latin typeface="Nunito Sans" pitchFamily="2" charset="77"/>
              </a:rPr>
              <a:t> </a:t>
            </a:r>
            <a:r>
              <a:rPr lang="en-US" sz="4000" err="1">
                <a:latin typeface="Nunito Sans" pitchFamily="2" charset="77"/>
              </a:rPr>
              <a:t>khi</a:t>
            </a:r>
            <a:r>
              <a:rPr lang="en-US" sz="4000">
                <a:latin typeface="Nunito Sans" pitchFamily="2" charset="77"/>
              </a:rPr>
              <a:t> </a:t>
            </a:r>
            <a:r>
              <a:rPr lang="en-US" sz="4000" err="1">
                <a:latin typeface="Nunito Sans" pitchFamily="2" charset="77"/>
              </a:rPr>
              <a:t>cần</a:t>
            </a:r>
            <a:r>
              <a:rPr lang="en-US" sz="4000">
                <a:latin typeface="Nunito Sans" pitchFamily="2" charset="77"/>
              </a:rPr>
              <a:t> </a:t>
            </a:r>
            <a:r>
              <a:rPr lang="en-US" sz="4000" err="1">
                <a:latin typeface="Nunito Sans" pitchFamily="2" charset="77"/>
              </a:rPr>
              <a:t>thiết</a:t>
            </a:r>
            <a:r>
              <a:rPr lang="en-US" sz="4000">
                <a:latin typeface="Nunito Sans" pitchFamily="2" charset="77"/>
              </a:rPr>
              <a:t>:</a:t>
            </a:r>
          </a:p>
          <a:p>
            <a:pPr>
              <a:lnSpc>
                <a:spcPct val="170000"/>
              </a:lnSpc>
              <a:spcBef>
                <a:spcPts val="0"/>
              </a:spcBef>
            </a:pPr>
            <a:r>
              <a:rPr lang="en-US" sz="4000" b="1" err="1">
                <a:latin typeface="Nunito Sans" pitchFamily="2" charset="77"/>
              </a:rPr>
              <a:t>Chức</a:t>
            </a:r>
            <a:r>
              <a:rPr lang="en-US" sz="4000" b="1">
                <a:latin typeface="Nunito Sans" pitchFamily="2" charset="77"/>
              </a:rPr>
              <a:t> </a:t>
            </a:r>
            <a:r>
              <a:rPr lang="en-US" sz="4000" b="1" err="1">
                <a:latin typeface="Nunito Sans" pitchFamily="2" charset="77"/>
              </a:rPr>
              <a:t>năng</a:t>
            </a:r>
            <a:r>
              <a:rPr lang="en-US" sz="4000" b="1">
                <a:latin typeface="Nunito Sans" pitchFamily="2" charset="77"/>
              </a:rPr>
              <a:t> </a:t>
            </a:r>
            <a:r>
              <a:rPr lang="en-US" sz="4000" b="1" err="1">
                <a:latin typeface="Nunito Sans" pitchFamily="2" charset="77"/>
              </a:rPr>
              <a:t>chiếu</a:t>
            </a:r>
            <a:r>
              <a:rPr lang="en-US" sz="4000" b="1">
                <a:latin typeface="Nunito Sans" pitchFamily="2" charset="77"/>
              </a:rPr>
              <a:t> </a:t>
            </a:r>
            <a:r>
              <a:rPr lang="en-US" sz="4000" b="1" err="1">
                <a:latin typeface="Nunito Sans" pitchFamily="2" charset="77"/>
              </a:rPr>
              <a:t>sáng</a:t>
            </a:r>
            <a:r>
              <a:rPr lang="en-US" sz="4000" b="1">
                <a:latin typeface="Nunito Sans" pitchFamily="2" charset="77"/>
              </a:rPr>
              <a:t>:</a:t>
            </a:r>
          </a:p>
          <a:p>
            <a:pPr marL="571500" indent="-571500">
              <a:lnSpc>
                <a:spcPct val="170000"/>
              </a:lnSpc>
              <a:spcBef>
                <a:spcPts val="0"/>
              </a:spcBef>
              <a:buFont typeface="Arial" panose="020B0604020202020204" pitchFamily="34" charset="0"/>
              <a:buChar char="•"/>
            </a:pPr>
            <a:r>
              <a:rPr lang="en-US" sz="4000" err="1">
                <a:latin typeface="Nunito Sans" pitchFamily="2" charset="77"/>
              </a:rPr>
              <a:t>Tự</a:t>
            </a:r>
            <a:r>
              <a:rPr lang="en-US" sz="4000">
                <a:latin typeface="Nunito Sans" pitchFamily="2" charset="77"/>
              </a:rPr>
              <a:t> </a:t>
            </a:r>
            <a:r>
              <a:rPr lang="en-US" sz="4000" err="1">
                <a:latin typeface="Nunito Sans" pitchFamily="2" charset="77"/>
              </a:rPr>
              <a:t>động</a:t>
            </a:r>
            <a:r>
              <a:rPr lang="en-US" sz="4000">
                <a:latin typeface="Nunito Sans" pitchFamily="2" charset="77"/>
              </a:rPr>
              <a:t> </a:t>
            </a:r>
            <a:r>
              <a:rPr lang="en-US" sz="4000" err="1">
                <a:latin typeface="Nunito Sans" pitchFamily="2" charset="77"/>
              </a:rPr>
              <a:t>theo</a:t>
            </a:r>
            <a:r>
              <a:rPr lang="en-US" sz="4000">
                <a:latin typeface="Nunito Sans" pitchFamily="2" charset="77"/>
              </a:rPr>
              <a:t> </a:t>
            </a:r>
            <a:r>
              <a:rPr lang="en-US" sz="4000" err="1">
                <a:latin typeface="Nunito Sans" pitchFamily="2" charset="77"/>
              </a:rPr>
              <a:t>thời</a:t>
            </a:r>
            <a:r>
              <a:rPr lang="en-US" sz="4000">
                <a:latin typeface="Nunito Sans" pitchFamily="2" charset="77"/>
              </a:rPr>
              <a:t> </a:t>
            </a:r>
            <a:r>
              <a:rPr lang="en-US" sz="4000" err="1">
                <a:latin typeface="Nunito Sans" pitchFamily="2" charset="77"/>
              </a:rPr>
              <a:t>gian</a:t>
            </a:r>
            <a:r>
              <a:rPr lang="en-US" sz="4000">
                <a:latin typeface="Nunito Sans" pitchFamily="2" charset="77"/>
              </a:rPr>
              <a:t> </a:t>
            </a:r>
            <a:r>
              <a:rPr lang="en-US" sz="4000" err="1">
                <a:latin typeface="Nunito Sans" pitchFamily="2" charset="77"/>
              </a:rPr>
              <a:t>trong</a:t>
            </a:r>
            <a:r>
              <a:rPr lang="en-US" sz="4000">
                <a:latin typeface="Nunito Sans" pitchFamily="2" charset="77"/>
              </a:rPr>
              <a:t> </a:t>
            </a:r>
            <a:r>
              <a:rPr lang="en-US" sz="4000" err="1">
                <a:latin typeface="Nunito Sans" pitchFamily="2" charset="77"/>
              </a:rPr>
              <a:t>ngày</a:t>
            </a:r>
            <a:r>
              <a:rPr lang="en-US" sz="4000">
                <a:latin typeface="Nunito Sans" pitchFamily="2" charset="77"/>
              </a:rPr>
              <a:t>/</a:t>
            </a:r>
            <a:r>
              <a:rPr lang="en-US" sz="4000" err="1">
                <a:latin typeface="Nunito Sans" pitchFamily="2" charset="77"/>
              </a:rPr>
              <a:t>theo</a:t>
            </a:r>
            <a:r>
              <a:rPr lang="en-US" sz="4000">
                <a:latin typeface="Nunito Sans" pitchFamily="2" charset="77"/>
              </a:rPr>
              <a:t> </a:t>
            </a:r>
            <a:r>
              <a:rPr lang="en-US" sz="4000" err="1">
                <a:latin typeface="Nunito Sans" pitchFamily="2" charset="77"/>
              </a:rPr>
              <a:t>lịch</a:t>
            </a:r>
            <a:r>
              <a:rPr lang="en-US" sz="4000">
                <a:latin typeface="Nunito Sans" pitchFamily="2" charset="77"/>
              </a:rPr>
              <a:t> </a:t>
            </a:r>
            <a:r>
              <a:rPr lang="en-US" sz="4000" err="1">
                <a:latin typeface="Nunito Sans" pitchFamily="2" charset="77"/>
              </a:rPr>
              <a:t>hẹn</a:t>
            </a:r>
            <a:endParaRPr lang="en-US" sz="4000">
              <a:latin typeface="Nunito Sans" pitchFamily="2" charset="77"/>
            </a:endParaRPr>
          </a:p>
          <a:p>
            <a:pPr marL="571500" indent="-571500">
              <a:lnSpc>
                <a:spcPct val="170000"/>
              </a:lnSpc>
              <a:spcBef>
                <a:spcPts val="0"/>
              </a:spcBef>
              <a:buFont typeface="Arial" panose="020B0604020202020204" pitchFamily="34" charset="0"/>
              <a:buChar char="•"/>
            </a:pPr>
            <a:r>
              <a:rPr lang="en-US" sz="4000" err="1">
                <a:latin typeface="Nunito Sans" pitchFamily="2" charset="77"/>
              </a:rPr>
              <a:t>Điều</a:t>
            </a:r>
            <a:r>
              <a:rPr lang="en-US" sz="4000">
                <a:latin typeface="Nunito Sans" pitchFamily="2" charset="77"/>
              </a:rPr>
              <a:t> </a:t>
            </a:r>
            <a:r>
              <a:rPr lang="en-US" sz="4000" err="1">
                <a:latin typeface="Nunito Sans" pitchFamily="2" charset="77"/>
              </a:rPr>
              <a:t>khiển</a:t>
            </a:r>
            <a:r>
              <a:rPr lang="en-US" sz="4000">
                <a:latin typeface="Nunito Sans" pitchFamily="2" charset="77"/>
              </a:rPr>
              <a:t> </a:t>
            </a:r>
            <a:r>
              <a:rPr lang="en-US" sz="4000" err="1">
                <a:latin typeface="Nunito Sans" pitchFamily="2" charset="77"/>
              </a:rPr>
              <a:t>tắt</a:t>
            </a:r>
            <a:r>
              <a:rPr lang="en-US" sz="4000">
                <a:latin typeface="Nunito Sans" pitchFamily="2" charset="77"/>
              </a:rPr>
              <a:t> </a:t>
            </a:r>
            <a:r>
              <a:rPr lang="en-US" sz="4000" err="1">
                <a:latin typeface="Nunito Sans" pitchFamily="2" charset="77"/>
              </a:rPr>
              <a:t>mở</a:t>
            </a:r>
            <a:r>
              <a:rPr lang="en-US" sz="4000">
                <a:latin typeface="Nunito Sans" pitchFamily="2" charset="77"/>
              </a:rPr>
              <a:t> qua </a:t>
            </a:r>
            <a:r>
              <a:rPr lang="en-US" sz="4000" err="1">
                <a:latin typeface="Nunito Sans" pitchFamily="2" charset="77"/>
              </a:rPr>
              <a:t>ứng</a:t>
            </a:r>
            <a:r>
              <a:rPr lang="en-US" sz="4000">
                <a:latin typeface="Nunito Sans" pitchFamily="2" charset="77"/>
              </a:rPr>
              <a:t> </a:t>
            </a:r>
            <a:r>
              <a:rPr lang="en-US" sz="4000" err="1">
                <a:latin typeface="Nunito Sans" pitchFamily="2" charset="77"/>
              </a:rPr>
              <a:t>dụng</a:t>
            </a:r>
            <a:endParaRPr lang="en-US" sz="4000">
              <a:latin typeface="Nunito Sans" pitchFamily="2" charset="77"/>
            </a:endParaRPr>
          </a:p>
          <a:p>
            <a:pPr>
              <a:lnSpc>
                <a:spcPct val="170000"/>
              </a:lnSpc>
              <a:spcBef>
                <a:spcPts val="0"/>
              </a:spcBef>
            </a:pPr>
            <a:r>
              <a:rPr lang="en-US" sz="4000" b="1" err="1">
                <a:latin typeface="Nunito Sans" pitchFamily="2" charset="77"/>
              </a:rPr>
              <a:t>Chức</a:t>
            </a:r>
            <a:r>
              <a:rPr lang="en-US" sz="4000" b="1">
                <a:latin typeface="Nunito Sans" pitchFamily="2" charset="77"/>
              </a:rPr>
              <a:t> </a:t>
            </a:r>
            <a:r>
              <a:rPr lang="en-US" sz="4000" b="1" err="1">
                <a:latin typeface="Nunito Sans" pitchFamily="2" charset="77"/>
              </a:rPr>
              <a:t>năng</a:t>
            </a:r>
            <a:r>
              <a:rPr lang="en-US" sz="4000" b="1">
                <a:latin typeface="Nunito Sans" pitchFamily="2" charset="77"/>
              </a:rPr>
              <a:t> </a:t>
            </a:r>
            <a:r>
              <a:rPr lang="en-US" sz="4000" b="1" err="1">
                <a:latin typeface="Nunito Sans" pitchFamily="2" charset="77"/>
              </a:rPr>
              <a:t>hỗ</a:t>
            </a:r>
            <a:r>
              <a:rPr lang="en-US" sz="4000" b="1">
                <a:latin typeface="Nunito Sans" pitchFamily="2" charset="77"/>
              </a:rPr>
              <a:t> </a:t>
            </a:r>
            <a:r>
              <a:rPr lang="en-US" sz="4000" b="1" err="1">
                <a:latin typeface="Nunito Sans" pitchFamily="2" charset="77"/>
              </a:rPr>
              <a:t>trợ</a:t>
            </a:r>
            <a:r>
              <a:rPr lang="en-US" sz="4000" b="1">
                <a:latin typeface="Nunito Sans" pitchFamily="2" charset="77"/>
              </a:rPr>
              <a:t> quay</a:t>
            </a:r>
          </a:p>
          <a:p>
            <a:pPr marL="571500" indent="-571500">
              <a:lnSpc>
                <a:spcPct val="170000"/>
              </a:lnSpc>
              <a:spcBef>
                <a:spcPts val="0"/>
              </a:spcBef>
              <a:buFont typeface="Arial" panose="020B0604020202020204" pitchFamily="34" charset="0"/>
              <a:buChar char="•"/>
            </a:pPr>
            <a:r>
              <a:rPr lang="en-US" sz="4000" err="1">
                <a:latin typeface="Nunito Sans" pitchFamily="2" charset="77"/>
              </a:rPr>
              <a:t>Tự</a:t>
            </a:r>
            <a:r>
              <a:rPr lang="en-US" sz="4000">
                <a:latin typeface="Nunito Sans" pitchFamily="2" charset="77"/>
              </a:rPr>
              <a:t> </a:t>
            </a:r>
            <a:r>
              <a:rPr lang="en-US" sz="4000" err="1">
                <a:latin typeface="Nunito Sans" pitchFamily="2" charset="77"/>
              </a:rPr>
              <a:t>động</a:t>
            </a:r>
            <a:r>
              <a:rPr lang="en-US" sz="4000">
                <a:latin typeface="Nunito Sans" pitchFamily="2" charset="77"/>
              </a:rPr>
              <a:t> </a:t>
            </a:r>
            <a:r>
              <a:rPr lang="en-US" sz="4000" err="1">
                <a:latin typeface="Nunito Sans" pitchFamily="2" charset="77"/>
              </a:rPr>
              <a:t>bật</a:t>
            </a:r>
            <a:r>
              <a:rPr lang="en-US" sz="4000">
                <a:latin typeface="Nunito Sans" pitchFamily="2" charset="77"/>
              </a:rPr>
              <a:t> </a:t>
            </a:r>
            <a:r>
              <a:rPr lang="en-US" sz="4000" err="1">
                <a:latin typeface="Nunito Sans" pitchFamily="2" charset="77"/>
              </a:rPr>
              <a:t>khi</a:t>
            </a:r>
            <a:r>
              <a:rPr lang="en-US" sz="4000">
                <a:latin typeface="Nunito Sans" pitchFamily="2" charset="77"/>
              </a:rPr>
              <a:t> </a:t>
            </a:r>
            <a:r>
              <a:rPr lang="en-US" sz="4000" err="1">
                <a:latin typeface="Nunito Sans" pitchFamily="2" charset="77"/>
              </a:rPr>
              <a:t>nhận</a:t>
            </a:r>
            <a:r>
              <a:rPr lang="en-US" sz="4000">
                <a:latin typeface="Nunito Sans" pitchFamily="2" charset="77"/>
              </a:rPr>
              <a:t> </a:t>
            </a:r>
            <a:r>
              <a:rPr lang="en-US" sz="4000" err="1">
                <a:latin typeface="Nunito Sans" pitchFamily="2" charset="77"/>
              </a:rPr>
              <a:t>diện</a:t>
            </a:r>
            <a:r>
              <a:rPr lang="en-US" sz="4000">
                <a:latin typeface="Nunito Sans" pitchFamily="2" charset="77"/>
              </a:rPr>
              <a:t> </a:t>
            </a:r>
            <a:r>
              <a:rPr lang="en-US" sz="4000" err="1">
                <a:latin typeface="Nunito Sans" pitchFamily="2" charset="77"/>
              </a:rPr>
              <a:t>được</a:t>
            </a:r>
            <a:r>
              <a:rPr lang="en-US" sz="4000">
                <a:latin typeface="Nunito Sans" pitchFamily="2" charset="77"/>
              </a:rPr>
              <a:t> </a:t>
            </a:r>
            <a:r>
              <a:rPr lang="en-US" sz="4000" err="1">
                <a:latin typeface="Nunito Sans" pitchFamily="2" charset="77"/>
              </a:rPr>
              <a:t>chuyển</a:t>
            </a:r>
            <a:r>
              <a:rPr lang="en-US" sz="4000">
                <a:latin typeface="Nunito Sans" pitchFamily="2" charset="77"/>
              </a:rPr>
              <a:t> </a:t>
            </a:r>
            <a:r>
              <a:rPr lang="en-US" sz="4000" err="1">
                <a:latin typeface="Nunito Sans" pitchFamily="2" charset="77"/>
              </a:rPr>
              <a:t>động</a:t>
            </a:r>
            <a:endParaRPr lang="en-US" sz="4000">
              <a:latin typeface="Nunito Sans" pitchFamily="2" charset="77"/>
            </a:endParaRPr>
          </a:p>
          <a:p>
            <a:pPr>
              <a:lnSpc>
                <a:spcPct val="170000"/>
              </a:lnSpc>
              <a:spcBef>
                <a:spcPts val="0"/>
              </a:spcBef>
            </a:pPr>
            <a:r>
              <a:rPr lang="en-US" sz="4000" b="1" err="1">
                <a:latin typeface="Nunito Sans" pitchFamily="2" charset="77"/>
              </a:rPr>
              <a:t>Chức</a:t>
            </a:r>
            <a:r>
              <a:rPr lang="en-US" sz="4000" b="1">
                <a:latin typeface="Nunito Sans" pitchFamily="2" charset="77"/>
              </a:rPr>
              <a:t> </a:t>
            </a:r>
            <a:r>
              <a:rPr lang="en-US" sz="4000" b="1" err="1">
                <a:latin typeface="Nunito Sans" pitchFamily="2" charset="77"/>
              </a:rPr>
              <a:t>năng</a:t>
            </a:r>
            <a:r>
              <a:rPr lang="en-US" sz="4000" b="1">
                <a:latin typeface="Nunito Sans" pitchFamily="2" charset="77"/>
              </a:rPr>
              <a:t> </a:t>
            </a:r>
            <a:r>
              <a:rPr lang="en-US" sz="4000" b="1" err="1">
                <a:latin typeface="Nunito Sans" pitchFamily="2" charset="77"/>
              </a:rPr>
              <a:t>cảnh</a:t>
            </a:r>
            <a:r>
              <a:rPr lang="en-US" sz="4000" b="1">
                <a:latin typeface="Nunito Sans" pitchFamily="2" charset="77"/>
              </a:rPr>
              <a:t> </a:t>
            </a:r>
            <a:r>
              <a:rPr lang="en-US" sz="4000" b="1" err="1">
                <a:latin typeface="Nunito Sans" pitchFamily="2" charset="77"/>
              </a:rPr>
              <a:t>báo</a:t>
            </a:r>
            <a:r>
              <a:rPr lang="en-US" sz="4000" b="1">
                <a:latin typeface="Nunito Sans" pitchFamily="2" charset="77"/>
              </a:rPr>
              <a:t>:</a:t>
            </a:r>
          </a:p>
          <a:p>
            <a:pPr marL="571500" indent="-571500">
              <a:lnSpc>
                <a:spcPct val="170000"/>
              </a:lnSpc>
              <a:spcBef>
                <a:spcPts val="0"/>
              </a:spcBef>
              <a:buFont typeface="Arial" panose="020B0604020202020204" pitchFamily="34" charset="0"/>
              <a:buChar char="•"/>
            </a:pPr>
            <a:r>
              <a:rPr lang="en-US" sz="4000" err="1">
                <a:latin typeface="Nunito Sans" pitchFamily="2" charset="77"/>
              </a:rPr>
              <a:t>Nhấp</a:t>
            </a:r>
            <a:r>
              <a:rPr lang="en-US" sz="4000">
                <a:latin typeface="Nunito Sans" pitchFamily="2" charset="77"/>
              </a:rPr>
              <a:t> </a:t>
            </a:r>
            <a:r>
              <a:rPr lang="en-US" sz="4000" err="1">
                <a:latin typeface="Nunito Sans" pitchFamily="2" charset="77"/>
              </a:rPr>
              <a:t>nháy</a:t>
            </a:r>
            <a:r>
              <a:rPr lang="en-US" sz="4000">
                <a:latin typeface="Nunito Sans" pitchFamily="2" charset="77"/>
              </a:rPr>
              <a:t> </a:t>
            </a:r>
            <a:r>
              <a:rPr lang="en-US" sz="4000" err="1">
                <a:latin typeface="Nunito Sans" pitchFamily="2" charset="77"/>
              </a:rPr>
              <a:t>để</a:t>
            </a:r>
            <a:r>
              <a:rPr lang="en-US" sz="4000">
                <a:latin typeface="Nunito Sans" pitchFamily="2" charset="77"/>
              </a:rPr>
              <a:t> </a:t>
            </a:r>
            <a:r>
              <a:rPr lang="en-US" sz="4000" err="1">
                <a:latin typeface="Nunito Sans" pitchFamily="2" charset="77"/>
              </a:rPr>
              <a:t>đe</a:t>
            </a:r>
            <a:r>
              <a:rPr lang="en-US" sz="4000">
                <a:latin typeface="Nunito Sans" pitchFamily="2" charset="77"/>
              </a:rPr>
              <a:t> </a:t>
            </a:r>
            <a:r>
              <a:rPr lang="en-US" sz="4000" err="1">
                <a:latin typeface="Nunito Sans" pitchFamily="2" charset="77"/>
              </a:rPr>
              <a:t>dọa</a:t>
            </a:r>
            <a:r>
              <a:rPr lang="en-US" sz="4000">
                <a:latin typeface="Nunito Sans" pitchFamily="2" charset="77"/>
              </a:rPr>
              <a:t> </a:t>
            </a:r>
            <a:r>
              <a:rPr lang="en-US" sz="4000" err="1">
                <a:latin typeface="Nunito Sans" pitchFamily="2" charset="77"/>
              </a:rPr>
              <a:t>kẻ</a:t>
            </a:r>
            <a:r>
              <a:rPr lang="en-US" sz="4000">
                <a:latin typeface="Nunito Sans" pitchFamily="2" charset="77"/>
              </a:rPr>
              <a:t> </a:t>
            </a:r>
            <a:r>
              <a:rPr lang="en-US" sz="4000" err="1">
                <a:latin typeface="Nunito Sans" pitchFamily="2" charset="77"/>
              </a:rPr>
              <a:t>xâm</a:t>
            </a:r>
            <a:r>
              <a:rPr lang="en-US" sz="4000">
                <a:latin typeface="Nunito Sans" pitchFamily="2" charset="77"/>
              </a:rPr>
              <a:t> </a:t>
            </a:r>
            <a:r>
              <a:rPr lang="en-US" sz="4000" err="1">
                <a:latin typeface="Nunito Sans" pitchFamily="2" charset="77"/>
              </a:rPr>
              <a:t>nhập</a:t>
            </a:r>
            <a:endParaRPr lang="en-US" sz="4000">
              <a:latin typeface="Nunito Sans" pitchFamily="2" charset="77"/>
            </a:endParaRPr>
          </a:p>
        </p:txBody>
      </p:sp>
      <p:pic>
        <p:nvPicPr>
          <p:cNvPr id="7" name="Picture 6" descr="A picture containing cup&#10;&#10;Description automatically generated">
            <a:extLst>
              <a:ext uri="{FF2B5EF4-FFF2-40B4-BE49-F238E27FC236}">
                <a16:creationId xmlns:a16="http://schemas.microsoft.com/office/drawing/2014/main" id="{248E71C1-974A-F044-B47E-834A810078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8870" y="1776516"/>
            <a:ext cx="5011824" cy="10718718"/>
          </a:xfrm>
          <a:prstGeom prst="rect">
            <a:avLst/>
          </a:prstGeom>
        </p:spPr>
      </p:pic>
    </p:spTree>
    <p:extLst>
      <p:ext uri="{BB962C8B-B14F-4D97-AF65-F5344CB8AC3E}">
        <p14:creationId xmlns:p14="http://schemas.microsoft.com/office/powerpoint/2010/main" val="80640800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Outdoor Spotlight Camera"/>
          <p:cNvSpPr txBox="1">
            <a:spLocks noGrp="1"/>
          </p:cNvSpPr>
          <p:nvPr>
            <p:ph type="title"/>
          </p:nvPr>
        </p:nvSpPr>
        <p:spPr>
          <a:xfrm>
            <a:off x="1270891" y="194592"/>
            <a:ext cx="20320000" cy="1358900"/>
          </a:xfrm>
          <a:prstGeom prst="rect">
            <a:avLst/>
          </a:prstGeom>
        </p:spPr>
        <p:txBody>
          <a:bodyPr>
            <a:normAutofit fontScale="90000"/>
          </a:bodyPr>
          <a:lstStyle>
            <a:lvl1pPr defTabSz="607933">
              <a:defRPr sz="8140"/>
            </a:lvl1pPr>
          </a:lstStyle>
          <a:p>
            <a:r>
              <a:rPr lang="en-US">
                <a:solidFill>
                  <a:srgbClr val="1CA390"/>
                </a:solidFill>
                <a:latin typeface="Nunito Sans" pitchFamily="2" charset="77"/>
              </a:rPr>
              <a:t>Camera AI đèn an ninh</a:t>
            </a:r>
            <a:endParaRPr>
              <a:solidFill>
                <a:srgbClr val="1CA390"/>
              </a:solidFill>
              <a:latin typeface="Nunito Sans" pitchFamily="2" charset="77"/>
            </a:endParaRPr>
          </a:p>
        </p:txBody>
      </p:sp>
      <p:sp>
        <p:nvSpPr>
          <p:cNvPr id="370" name="Slide Number"/>
          <p:cNvSpPr txBox="1">
            <a:spLocks noGrp="1"/>
          </p:cNvSpPr>
          <p:nvPr>
            <p:ph type="sldNum" sz="quarter" idx="2"/>
          </p:nvPr>
        </p:nvSpPr>
        <p:spPr>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11</a:t>
            </a:fld>
            <a:endParaRPr/>
          </a:p>
        </p:txBody>
      </p:sp>
      <p:pic>
        <p:nvPicPr>
          <p:cNvPr id="4" name="Picture 3" descr="Table&#10;&#10;Description automatically generated">
            <a:extLst>
              <a:ext uri="{FF2B5EF4-FFF2-40B4-BE49-F238E27FC236}">
                <a16:creationId xmlns:a16="http://schemas.microsoft.com/office/drawing/2014/main" id="{E6418F2F-2656-4C45-ACD3-0FF09F131C08}"/>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474200" y="1878257"/>
            <a:ext cx="14486525" cy="9959486"/>
          </a:xfrm>
          <a:prstGeom prst="rect">
            <a:avLst/>
          </a:prstGeom>
        </p:spPr>
      </p:pic>
      <p:pic>
        <p:nvPicPr>
          <p:cNvPr id="9" name="Picture 8">
            <a:extLst>
              <a:ext uri="{FF2B5EF4-FFF2-40B4-BE49-F238E27FC236}">
                <a16:creationId xmlns:a16="http://schemas.microsoft.com/office/drawing/2014/main" id="{473E16D7-022D-BC40-80DD-EE1B8084193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38469" y="2718503"/>
            <a:ext cx="8278994" cy="8278994"/>
          </a:xfrm>
          <a:prstGeom prst="rect">
            <a:avLst/>
          </a:prstGeom>
        </p:spPr>
      </p:pic>
    </p:spTree>
    <p:extLst>
      <p:ext uri="{BB962C8B-B14F-4D97-AF65-F5344CB8AC3E}">
        <p14:creationId xmlns:p14="http://schemas.microsoft.com/office/powerpoint/2010/main" val="204993082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Outdoor Spotlight Camera"/>
          <p:cNvSpPr txBox="1">
            <a:spLocks noGrp="1"/>
          </p:cNvSpPr>
          <p:nvPr>
            <p:ph type="title"/>
          </p:nvPr>
        </p:nvSpPr>
        <p:spPr>
          <a:xfrm>
            <a:off x="1270891" y="194592"/>
            <a:ext cx="20320000" cy="1358900"/>
          </a:xfrm>
          <a:prstGeom prst="rect">
            <a:avLst/>
          </a:prstGeom>
        </p:spPr>
        <p:txBody>
          <a:bodyPr>
            <a:normAutofit fontScale="90000"/>
          </a:bodyPr>
          <a:lstStyle>
            <a:lvl1pPr defTabSz="607933">
              <a:defRPr sz="8140"/>
            </a:lvl1pPr>
          </a:lstStyle>
          <a:p>
            <a:r>
              <a:rPr lang="en-US">
                <a:solidFill>
                  <a:srgbClr val="1CA390"/>
                </a:solidFill>
                <a:latin typeface="Nunito Sans" pitchFamily="2" charset="77"/>
              </a:rPr>
              <a:t>Camera AI đèn an ninh</a:t>
            </a:r>
            <a:endParaRPr>
              <a:solidFill>
                <a:srgbClr val="1CA390"/>
              </a:solidFill>
              <a:latin typeface="Nunito Sans" pitchFamily="2" charset="77"/>
            </a:endParaRPr>
          </a:p>
        </p:txBody>
      </p:sp>
      <p:sp>
        <p:nvSpPr>
          <p:cNvPr id="37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
        <p:nvSpPr>
          <p:cNvPr id="373" name="Outdoor Spotlight Camera is not only helping users to record all human activities near their home for security purpose but also offering an excellent function of being a light source for illumination. The 1,200 lumen output LED spotlight is designed to i"/>
          <p:cNvSpPr txBox="1">
            <a:spLocks noGrp="1"/>
          </p:cNvSpPr>
          <p:nvPr>
            <p:ph type="body" sz="quarter" idx="4294967295"/>
          </p:nvPr>
        </p:nvSpPr>
        <p:spPr>
          <a:xfrm>
            <a:off x="1394793" y="1806499"/>
            <a:ext cx="10036098" cy="10509868"/>
          </a:xfrm>
          <a:prstGeom prst="rect">
            <a:avLst/>
          </a:prstGeom>
        </p:spPr>
        <p:txBody>
          <a:bodyPr>
            <a:normAutofit/>
          </a:bodyPr>
          <a:lstStyle>
            <a:lvl1pPr marL="0" indent="0">
              <a:buSzTx/>
              <a:buNone/>
              <a:defRPr sz="4200"/>
            </a:lvl1pPr>
          </a:lstStyle>
          <a:p>
            <a:r>
              <a:rPr lang="en-US" sz="4000">
                <a:latin typeface="Nunito Sans" pitchFamily="2" charset="77"/>
              </a:rPr>
              <a:t>Không chỉ linh hoạt trong khâu chiếu sáng, Camera AI đèn an ninh của CUVO cho phép tùy chọn các khu vực cần theo dõi chuyển động, hạn chế tối đa các báo động giả.</a:t>
            </a:r>
          </a:p>
          <a:p>
            <a:r>
              <a:rPr lang="en-US" sz="4000">
                <a:latin typeface="Nunito Sans" pitchFamily="2" charset="77"/>
              </a:rPr>
              <a:t>Bằng cách sử dụng đèn LED chiếu sáng, camera CUVO có thể quay phim màu trong đêm</a:t>
            </a:r>
          </a:p>
          <a:p>
            <a:r>
              <a:rPr lang="en-US" sz="4000">
                <a:latin typeface="Nunito Sans" pitchFamily="2" charset="77"/>
              </a:rPr>
              <a:t>Ngoài ra, chúng tôi còn hỗ trợ chức năng quay tối đa 10 giây trước khi đèn bật sáng, giúp ghi lại hình ảnh của kẻ xâm nhập chi tiết hơn. Bạn có thể tùy chỉnh thời gian này trong ứng dụng CUVO</a:t>
            </a:r>
          </a:p>
        </p:txBody>
      </p:sp>
      <p:pic>
        <p:nvPicPr>
          <p:cNvPr id="5" name="Picture 4" descr="A picture containing sky, outdoor, day&#10;&#10;Description automatically generated">
            <a:extLst>
              <a:ext uri="{FF2B5EF4-FFF2-40B4-BE49-F238E27FC236}">
                <a16:creationId xmlns:a16="http://schemas.microsoft.com/office/drawing/2014/main" id="{4F86E12B-7D22-5D4A-97C5-4F3BAC172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0" y="1806499"/>
            <a:ext cx="11389461" cy="6412762"/>
          </a:xfrm>
          <a:prstGeom prst="rect">
            <a:avLst/>
          </a:prstGeom>
        </p:spPr>
      </p:pic>
    </p:spTree>
    <p:extLst>
      <p:ext uri="{BB962C8B-B14F-4D97-AF65-F5344CB8AC3E}">
        <p14:creationId xmlns:p14="http://schemas.microsoft.com/office/powerpoint/2010/main" val="32200694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Outdoor Spotlight Camera"/>
          <p:cNvSpPr txBox="1">
            <a:spLocks noGrp="1"/>
          </p:cNvSpPr>
          <p:nvPr>
            <p:ph type="title"/>
          </p:nvPr>
        </p:nvSpPr>
        <p:spPr>
          <a:xfrm>
            <a:off x="1270891" y="194592"/>
            <a:ext cx="20320000" cy="1358900"/>
          </a:xfrm>
          <a:prstGeom prst="rect">
            <a:avLst/>
          </a:prstGeom>
        </p:spPr>
        <p:txBody>
          <a:bodyPr>
            <a:normAutofit fontScale="90000"/>
          </a:bodyPr>
          <a:lstStyle>
            <a:lvl1pPr defTabSz="607933">
              <a:defRPr sz="8140"/>
            </a:lvl1pPr>
          </a:lstStyle>
          <a:p>
            <a:r>
              <a:rPr lang="en-US" err="1">
                <a:solidFill>
                  <a:srgbClr val="1CA390"/>
                </a:solidFill>
                <a:latin typeface="Nunito Sans" pitchFamily="2" charset="0"/>
              </a:rPr>
              <a:t>Gói</a:t>
            </a:r>
            <a:r>
              <a:rPr lang="en-US">
                <a:solidFill>
                  <a:srgbClr val="1CA390"/>
                </a:solidFill>
                <a:latin typeface="Nunito Sans" pitchFamily="2" charset="0"/>
              </a:rPr>
              <a:t> </a:t>
            </a:r>
            <a:r>
              <a:rPr lang="en-US" err="1">
                <a:solidFill>
                  <a:srgbClr val="1CA390"/>
                </a:solidFill>
                <a:latin typeface="Nunito Sans" pitchFamily="2" charset="0"/>
              </a:rPr>
              <a:t>sản</a:t>
            </a:r>
            <a:r>
              <a:rPr lang="en-US">
                <a:solidFill>
                  <a:srgbClr val="1CA390"/>
                </a:solidFill>
                <a:latin typeface="Nunito Sans" pitchFamily="2" charset="0"/>
              </a:rPr>
              <a:t> </a:t>
            </a:r>
            <a:r>
              <a:rPr lang="en-US" err="1">
                <a:solidFill>
                  <a:srgbClr val="1CA390"/>
                </a:solidFill>
                <a:latin typeface="Nunito Sans" pitchFamily="2" charset="0"/>
              </a:rPr>
              <a:t>phẩm</a:t>
            </a:r>
            <a:endParaRPr>
              <a:solidFill>
                <a:srgbClr val="1CA390"/>
              </a:solidFill>
              <a:latin typeface="Nunito Sans" pitchFamily="2" charset="0"/>
            </a:endParaRPr>
          </a:p>
        </p:txBody>
      </p:sp>
      <p:sp>
        <p:nvSpPr>
          <p:cNvPr id="370" name="Slide Number"/>
          <p:cNvSpPr txBox="1">
            <a:spLocks noGrp="1"/>
          </p:cNvSpPr>
          <p:nvPr>
            <p:ph type="sldNum" sz="quarter" idx="2"/>
          </p:nvPr>
        </p:nvSpPr>
        <p:spPr>
          <a:xfrm>
            <a:off x="23957834" y="13349611"/>
            <a:ext cx="359073" cy="359713"/>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latin typeface="Nunito Sans" pitchFamily="2" charset="0"/>
              </a:rPr>
              <a:t>13</a:t>
            </a:fld>
            <a:endParaRPr>
              <a:latin typeface="Nunito Sans" pitchFamily="2" charset="0"/>
            </a:endParaRPr>
          </a:p>
        </p:txBody>
      </p:sp>
      <p:grpSp>
        <p:nvGrpSpPr>
          <p:cNvPr id="8" name="Group 7">
            <a:extLst>
              <a:ext uri="{FF2B5EF4-FFF2-40B4-BE49-F238E27FC236}">
                <a16:creationId xmlns:a16="http://schemas.microsoft.com/office/drawing/2014/main" id="{B411CC7D-257E-4FCE-9C0C-A91EC03BC4F3}"/>
              </a:ext>
            </a:extLst>
          </p:cNvPr>
          <p:cNvGrpSpPr/>
          <p:nvPr/>
        </p:nvGrpSpPr>
        <p:grpSpPr>
          <a:xfrm>
            <a:off x="2616302" y="3085956"/>
            <a:ext cx="5516950" cy="8851566"/>
            <a:chOff x="2013828" y="2069401"/>
            <a:chExt cx="2370241" cy="4311804"/>
          </a:xfrm>
        </p:grpSpPr>
        <p:grpSp>
          <p:nvGrpSpPr>
            <p:cNvPr id="9" name="Group 8">
              <a:extLst>
                <a:ext uri="{FF2B5EF4-FFF2-40B4-BE49-F238E27FC236}">
                  <a16:creationId xmlns:a16="http://schemas.microsoft.com/office/drawing/2014/main" id="{1D2847D6-8C46-46A8-83F8-287600F83A8F}"/>
                </a:ext>
              </a:extLst>
            </p:cNvPr>
            <p:cNvGrpSpPr/>
            <p:nvPr/>
          </p:nvGrpSpPr>
          <p:grpSpPr>
            <a:xfrm>
              <a:off x="2021205" y="2069401"/>
              <a:ext cx="2362864" cy="4311804"/>
              <a:chOff x="2021205" y="2069401"/>
              <a:chExt cx="2362864" cy="4311804"/>
            </a:xfrm>
          </p:grpSpPr>
          <p:sp>
            <p:nvSpPr>
              <p:cNvPr id="17" name="Freeform: Shape 49">
                <a:extLst>
                  <a:ext uri="{FF2B5EF4-FFF2-40B4-BE49-F238E27FC236}">
                    <a16:creationId xmlns:a16="http://schemas.microsoft.com/office/drawing/2014/main" id="{E7B8A9BA-7361-40BC-9386-981AB2ACDB61}"/>
                  </a:ext>
                </a:extLst>
              </p:cNvPr>
              <p:cNvSpPr/>
              <p:nvPr/>
            </p:nvSpPr>
            <p:spPr>
              <a:xfrm>
                <a:off x="2043113" y="2069401"/>
                <a:ext cx="2314575" cy="4293478"/>
              </a:xfrm>
              <a:custGeom>
                <a:avLst/>
                <a:gdLst>
                  <a:gd name="connsiteX0" fmla="*/ 2310003 w 2314575"/>
                  <a:gd name="connsiteY0" fmla="*/ 178403 h 3562350"/>
                  <a:gd name="connsiteX1" fmla="*/ 2310003 w 2314575"/>
                  <a:gd name="connsiteY1" fmla="*/ 3391853 h 3562350"/>
                  <a:gd name="connsiteX2" fmla="*/ 2303526 w 2314575"/>
                  <a:gd name="connsiteY2" fmla="*/ 3438525 h 3562350"/>
                  <a:gd name="connsiteX3" fmla="*/ 2138839 w 2314575"/>
                  <a:gd name="connsiteY3" fmla="*/ 3563112 h 3562350"/>
                  <a:gd name="connsiteX4" fmla="*/ 178308 w 2314575"/>
                  <a:gd name="connsiteY4" fmla="*/ 3563112 h 3562350"/>
                  <a:gd name="connsiteX5" fmla="*/ 66866 w 2314575"/>
                  <a:gd name="connsiteY5" fmla="*/ 3521774 h 3562350"/>
                  <a:gd name="connsiteX6" fmla="*/ 38005 w 2314575"/>
                  <a:gd name="connsiteY6" fmla="*/ 3489960 h 3562350"/>
                  <a:gd name="connsiteX7" fmla="*/ 7144 w 2314575"/>
                  <a:gd name="connsiteY7" fmla="*/ 3391853 h 3562350"/>
                  <a:gd name="connsiteX8" fmla="*/ 7144 w 2314575"/>
                  <a:gd name="connsiteY8" fmla="*/ 178403 h 3562350"/>
                  <a:gd name="connsiteX9" fmla="*/ 178308 w 2314575"/>
                  <a:gd name="connsiteY9" fmla="*/ 7144 h 3562350"/>
                  <a:gd name="connsiteX10" fmla="*/ 2138839 w 2314575"/>
                  <a:gd name="connsiteY10" fmla="*/ 7144 h 3562350"/>
                  <a:gd name="connsiteX11" fmla="*/ 2310003 w 2314575"/>
                  <a:gd name="connsiteY11" fmla="*/ 178403 h 356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4575" h="3562350">
                    <a:moveTo>
                      <a:pt x="2310003" y="178403"/>
                    </a:moveTo>
                    <a:lnTo>
                      <a:pt x="2310003" y="3391853"/>
                    </a:lnTo>
                    <a:cubicBezTo>
                      <a:pt x="2310003" y="3408045"/>
                      <a:pt x="2307812" y="3423666"/>
                      <a:pt x="2303526" y="3438525"/>
                    </a:cubicBezTo>
                    <a:cubicBezTo>
                      <a:pt x="2283238" y="3510439"/>
                      <a:pt x="2217134" y="3563112"/>
                      <a:pt x="2138839" y="3563112"/>
                    </a:cubicBezTo>
                    <a:lnTo>
                      <a:pt x="178308" y="3563112"/>
                    </a:lnTo>
                    <a:cubicBezTo>
                      <a:pt x="135731" y="3563112"/>
                      <a:pt x="96774" y="3547587"/>
                      <a:pt x="66866" y="3521774"/>
                    </a:cubicBezTo>
                    <a:cubicBezTo>
                      <a:pt x="56007" y="3512439"/>
                      <a:pt x="46292" y="3501771"/>
                      <a:pt x="38005" y="3489960"/>
                    </a:cubicBezTo>
                    <a:cubicBezTo>
                      <a:pt x="18574" y="3462242"/>
                      <a:pt x="7144" y="3428333"/>
                      <a:pt x="7144" y="3391853"/>
                    </a:cubicBezTo>
                    <a:lnTo>
                      <a:pt x="7144" y="178403"/>
                    </a:lnTo>
                    <a:cubicBezTo>
                      <a:pt x="7144" y="83820"/>
                      <a:pt x="83820" y="7144"/>
                      <a:pt x="178308" y="7144"/>
                    </a:cubicBezTo>
                    <a:lnTo>
                      <a:pt x="2138839" y="7144"/>
                    </a:lnTo>
                    <a:cubicBezTo>
                      <a:pt x="2233327" y="7144"/>
                      <a:pt x="2310003" y="83820"/>
                      <a:pt x="2310003" y="178403"/>
                    </a:cubicBezTo>
                    <a:close/>
                  </a:path>
                </a:pathLst>
              </a:custGeom>
              <a:solidFill>
                <a:srgbClr val="0A1931"/>
              </a:solidFill>
              <a:ln w="9525" cap="flat">
                <a:noFill/>
                <a:prstDash val="solid"/>
                <a:miter/>
              </a:ln>
            </p:spPr>
            <p:txBody>
              <a:bodyPr rtlCol="0" anchor="ctr"/>
              <a:lstStyle/>
              <a:p>
                <a:endParaRPr lang="en-US">
                  <a:latin typeface="Nunito Sans" pitchFamily="2" charset="0"/>
                </a:endParaRPr>
              </a:p>
            </p:txBody>
          </p:sp>
          <p:grpSp>
            <p:nvGrpSpPr>
              <p:cNvPr id="18" name="Group 17">
                <a:extLst>
                  <a:ext uri="{FF2B5EF4-FFF2-40B4-BE49-F238E27FC236}">
                    <a16:creationId xmlns:a16="http://schemas.microsoft.com/office/drawing/2014/main" id="{D3795881-19D9-4C2B-89C2-B3816A10CACC}"/>
                  </a:ext>
                </a:extLst>
              </p:cNvPr>
              <p:cNvGrpSpPr/>
              <p:nvPr/>
            </p:nvGrpSpPr>
            <p:grpSpPr>
              <a:xfrm>
                <a:off x="2021205" y="4847680"/>
                <a:ext cx="2362864" cy="1533525"/>
                <a:chOff x="2021205" y="4847680"/>
                <a:chExt cx="2362864" cy="1533525"/>
              </a:xfrm>
            </p:grpSpPr>
            <p:sp>
              <p:nvSpPr>
                <p:cNvPr id="19" name="Freeform: Shape 51">
                  <a:extLst>
                    <a:ext uri="{FF2B5EF4-FFF2-40B4-BE49-F238E27FC236}">
                      <a16:creationId xmlns:a16="http://schemas.microsoft.com/office/drawing/2014/main" id="{2E8DCDB1-457C-4B4B-9F42-D0D948DA1665}"/>
                    </a:ext>
                  </a:extLst>
                </p:cNvPr>
                <p:cNvSpPr/>
                <p:nvPr/>
              </p:nvSpPr>
              <p:spPr>
                <a:xfrm>
                  <a:off x="2069494" y="4924139"/>
                  <a:ext cx="2314575" cy="1428750"/>
                </a:xfrm>
                <a:custGeom>
                  <a:avLst/>
                  <a:gdLst>
                    <a:gd name="connsiteX0" fmla="*/ 2310003 w 2314575"/>
                    <a:gd name="connsiteY0" fmla="*/ 7144 h 1428750"/>
                    <a:gd name="connsiteX1" fmla="*/ 2310003 w 2314575"/>
                    <a:gd name="connsiteY1" fmla="*/ 1251490 h 1428750"/>
                    <a:gd name="connsiteX2" fmla="*/ 2303526 w 2314575"/>
                    <a:gd name="connsiteY2" fmla="*/ 1298162 h 1428750"/>
                    <a:gd name="connsiteX3" fmla="*/ 2138839 w 2314575"/>
                    <a:gd name="connsiteY3" fmla="*/ 1422750 h 1428750"/>
                    <a:gd name="connsiteX4" fmla="*/ 178308 w 2314575"/>
                    <a:gd name="connsiteY4" fmla="*/ 1422750 h 1428750"/>
                    <a:gd name="connsiteX5" fmla="*/ 38005 w 2314575"/>
                    <a:gd name="connsiteY5" fmla="*/ 1349597 h 1428750"/>
                    <a:gd name="connsiteX6" fmla="*/ 7144 w 2314575"/>
                    <a:gd name="connsiteY6" fmla="*/ 1251490 h 1428750"/>
                    <a:gd name="connsiteX7" fmla="*/ 7144 w 2314575"/>
                    <a:gd name="connsiteY7" fmla="*/ 817436 h 1428750"/>
                    <a:gd name="connsiteX8" fmla="*/ 61246 w 2314575"/>
                    <a:gd name="connsiteY8" fmla="*/ 791623 h 1428750"/>
                    <a:gd name="connsiteX9" fmla="*/ 190500 w 2314575"/>
                    <a:gd name="connsiteY9" fmla="*/ 753047 h 1428750"/>
                    <a:gd name="connsiteX10" fmla="*/ 282607 w 2314575"/>
                    <a:gd name="connsiteY10" fmla="*/ 755332 h 1428750"/>
                    <a:gd name="connsiteX11" fmla="*/ 444532 w 2314575"/>
                    <a:gd name="connsiteY11" fmla="*/ 764762 h 1428750"/>
                    <a:gd name="connsiteX12" fmla="*/ 541020 w 2314575"/>
                    <a:gd name="connsiteY12" fmla="*/ 738569 h 1428750"/>
                    <a:gd name="connsiteX13" fmla="*/ 587312 w 2314575"/>
                    <a:gd name="connsiteY13" fmla="*/ 715708 h 1428750"/>
                    <a:gd name="connsiteX14" fmla="*/ 936879 w 2314575"/>
                    <a:gd name="connsiteY14" fmla="*/ 524828 h 1428750"/>
                    <a:gd name="connsiteX15" fmla="*/ 987362 w 2314575"/>
                    <a:gd name="connsiteY15" fmla="*/ 520255 h 1428750"/>
                    <a:gd name="connsiteX16" fmla="*/ 1382935 w 2314575"/>
                    <a:gd name="connsiteY16" fmla="*/ 578548 h 1428750"/>
                    <a:gd name="connsiteX17" fmla="*/ 1714405 w 2314575"/>
                    <a:gd name="connsiteY17" fmla="*/ 420719 h 1428750"/>
                    <a:gd name="connsiteX18" fmla="*/ 1732312 w 2314575"/>
                    <a:gd name="connsiteY18" fmla="*/ 404527 h 1428750"/>
                    <a:gd name="connsiteX19" fmla="*/ 1884521 w 2314575"/>
                    <a:gd name="connsiteY19" fmla="*/ 267557 h 1428750"/>
                    <a:gd name="connsiteX20" fmla="*/ 2034254 w 2314575"/>
                    <a:gd name="connsiteY20" fmla="*/ 199358 h 1428750"/>
                    <a:gd name="connsiteX21" fmla="*/ 2137029 w 2314575"/>
                    <a:gd name="connsiteY21" fmla="*/ 185071 h 1428750"/>
                    <a:gd name="connsiteX22" fmla="*/ 2269808 w 2314575"/>
                    <a:gd name="connsiteY22" fmla="*/ 63722 h 1428750"/>
                    <a:gd name="connsiteX23" fmla="*/ 2310003 w 2314575"/>
                    <a:gd name="connsiteY23" fmla="*/ 7144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14575" h="1428750">
                      <a:moveTo>
                        <a:pt x="2310003" y="7144"/>
                      </a:moveTo>
                      <a:lnTo>
                        <a:pt x="2310003" y="1251490"/>
                      </a:lnTo>
                      <a:cubicBezTo>
                        <a:pt x="2310003" y="1267682"/>
                        <a:pt x="2307812" y="1283303"/>
                        <a:pt x="2303526" y="1298162"/>
                      </a:cubicBezTo>
                      <a:cubicBezTo>
                        <a:pt x="2283238" y="1370076"/>
                        <a:pt x="2217134" y="1422750"/>
                        <a:pt x="2138839" y="1422750"/>
                      </a:cubicBezTo>
                      <a:lnTo>
                        <a:pt x="178308" y="1422750"/>
                      </a:lnTo>
                      <a:cubicBezTo>
                        <a:pt x="120205" y="1422750"/>
                        <a:pt x="68961" y="1393793"/>
                        <a:pt x="38005" y="1349597"/>
                      </a:cubicBezTo>
                      <a:cubicBezTo>
                        <a:pt x="18574" y="1321880"/>
                        <a:pt x="7144" y="1287971"/>
                        <a:pt x="7144" y="1251490"/>
                      </a:cubicBezTo>
                      <a:lnTo>
                        <a:pt x="7144" y="817436"/>
                      </a:lnTo>
                      <a:cubicBezTo>
                        <a:pt x="25622" y="807911"/>
                        <a:pt x="43720" y="799243"/>
                        <a:pt x="61246" y="791623"/>
                      </a:cubicBezTo>
                      <a:cubicBezTo>
                        <a:pt x="110204" y="770096"/>
                        <a:pt x="154781" y="756380"/>
                        <a:pt x="190500" y="753047"/>
                      </a:cubicBezTo>
                      <a:cubicBezTo>
                        <a:pt x="221171" y="750189"/>
                        <a:pt x="251841" y="752094"/>
                        <a:pt x="282607" y="755332"/>
                      </a:cubicBezTo>
                      <a:cubicBezTo>
                        <a:pt x="336613" y="761047"/>
                        <a:pt x="390716" y="770572"/>
                        <a:pt x="444532" y="764762"/>
                      </a:cubicBezTo>
                      <a:cubicBezTo>
                        <a:pt x="478346" y="761047"/>
                        <a:pt x="510254" y="751618"/>
                        <a:pt x="541020" y="738569"/>
                      </a:cubicBezTo>
                      <a:cubicBezTo>
                        <a:pt x="556736" y="731806"/>
                        <a:pt x="572072" y="724090"/>
                        <a:pt x="587312" y="715708"/>
                      </a:cubicBezTo>
                      <a:cubicBezTo>
                        <a:pt x="703136" y="651796"/>
                        <a:pt x="805815" y="547306"/>
                        <a:pt x="936879" y="524828"/>
                      </a:cubicBezTo>
                      <a:cubicBezTo>
                        <a:pt x="953738" y="521875"/>
                        <a:pt x="970597" y="520541"/>
                        <a:pt x="987362" y="520255"/>
                      </a:cubicBezTo>
                      <a:cubicBezTo>
                        <a:pt x="1118806" y="517779"/>
                        <a:pt x="1249489" y="584740"/>
                        <a:pt x="1382935" y="578548"/>
                      </a:cubicBezTo>
                      <a:cubicBezTo>
                        <a:pt x="1507712" y="572833"/>
                        <a:pt x="1620298" y="503777"/>
                        <a:pt x="1714405" y="420719"/>
                      </a:cubicBezTo>
                      <a:cubicBezTo>
                        <a:pt x="1720501" y="415385"/>
                        <a:pt x="1726406" y="409956"/>
                        <a:pt x="1732312" y="404527"/>
                      </a:cubicBezTo>
                      <a:cubicBezTo>
                        <a:pt x="1781747" y="358807"/>
                        <a:pt x="1830610" y="307753"/>
                        <a:pt x="1884521" y="267557"/>
                      </a:cubicBezTo>
                      <a:cubicBezTo>
                        <a:pt x="1929670" y="234029"/>
                        <a:pt x="1978533" y="208026"/>
                        <a:pt x="2034254" y="199358"/>
                      </a:cubicBezTo>
                      <a:cubicBezTo>
                        <a:pt x="2068449" y="194024"/>
                        <a:pt x="2103978" y="195644"/>
                        <a:pt x="2137029" y="185071"/>
                      </a:cubicBezTo>
                      <a:cubicBezTo>
                        <a:pt x="2195036" y="166211"/>
                        <a:pt x="2234374" y="113538"/>
                        <a:pt x="2269808" y="63722"/>
                      </a:cubicBezTo>
                      <a:cubicBezTo>
                        <a:pt x="2283238" y="44863"/>
                        <a:pt x="2296573" y="26003"/>
                        <a:pt x="2310003" y="7144"/>
                      </a:cubicBezTo>
                      <a:close/>
                    </a:path>
                  </a:pathLst>
                </a:custGeom>
                <a:solidFill>
                  <a:srgbClr val="3B475A">
                    <a:alpha val="30000"/>
                  </a:srgbClr>
                </a:solidFill>
                <a:ln w="9525" cap="flat">
                  <a:noFill/>
                  <a:prstDash val="solid"/>
                  <a:miter/>
                </a:ln>
              </p:spPr>
              <p:txBody>
                <a:bodyPr rtlCol="0" anchor="ctr"/>
                <a:lstStyle/>
                <a:p>
                  <a:endParaRPr lang="en-US">
                    <a:latin typeface="Nunito Sans" pitchFamily="2" charset="0"/>
                  </a:endParaRPr>
                </a:p>
              </p:txBody>
            </p:sp>
            <p:sp>
              <p:nvSpPr>
                <p:cNvPr id="20" name="Freeform: Shape 52">
                  <a:extLst>
                    <a:ext uri="{FF2B5EF4-FFF2-40B4-BE49-F238E27FC236}">
                      <a16:creationId xmlns:a16="http://schemas.microsoft.com/office/drawing/2014/main" id="{F200B747-ED3E-4A79-AAF9-29C07B1AE9AA}"/>
                    </a:ext>
                  </a:extLst>
                </p:cNvPr>
                <p:cNvSpPr/>
                <p:nvPr/>
              </p:nvSpPr>
              <p:spPr>
                <a:xfrm>
                  <a:off x="2021205" y="5067099"/>
                  <a:ext cx="2314575" cy="1295400"/>
                </a:xfrm>
                <a:custGeom>
                  <a:avLst/>
                  <a:gdLst>
                    <a:gd name="connsiteX0" fmla="*/ 2310003 w 2314575"/>
                    <a:gd name="connsiteY0" fmla="*/ 539239 h 1295400"/>
                    <a:gd name="connsiteX1" fmla="*/ 2310003 w 2314575"/>
                    <a:gd name="connsiteY1" fmla="*/ 1119406 h 1295400"/>
                    <a:gd name="connsiteX2" fmla="*/ 2303526 w 2314575"/>
                    <a:gd name="connsiteY2" fmla="*/ 1166079 h 1295400"/>
                    <a:gd name="connsiteX3" fmla="*/ 2138839 w 2314575"/>
                    <a:gd name="connsiteY3" fmla="*/ 1290666 h 1295400"/>
                    <a:gd name="connsiteX4" fmla="*/ 178308 w 2314575"/>
                    <a:gd name="connsiteY4" fmla="*/ 1290666 h 1295400"/>
                    <a:gd name="connsiteX5" fmla="*/ 38005 w 2314575"/>
                    <a:gd name="connsiteY5" fmla="*/ 1217513 h 1295400"/>
                    <a:gd name="connsiteX6" fmla="*/ 7144 w 2314575"/>
                    <a:gd name="connsiteY6" fmla="*/ 1119406 h 1295400"/>
                    <a:gd name="connsiteX7" fmla="*/ 7144 w 2314575"/>
                    <a:gd name="connsiteY7" fmla="*/ 618010 h 1295400"/>
                    <a:gd name="connsiteX8" fmla="*/ 61246 w 2314575"/>
                    <a:gd name="connsiteY8" fmla="*/ 659539 h 1295400"/>
                    <a:gd name="connsiteX9" fmla="*/ 146304 w 2314575"/>
                    <a:gd name="connsiteY9" fmla="*/ 736597 h 1295400"/>
                    <a:gd name="connsiteX10" fmla="*/ 261366 w 2314575"/>
                    <a:gd name="connsiteY10" fmla="*/ 671541 h 1295400"/>
                    <a:gd name="connsiteX11" fmla="*/ 282607 w 2314575"/>
                    <a:gd name="connsiteY11" fmla="*/ 623249 h 1295400"/>
                    <a:gd name="connsiteX12" fmla="*/ 337947 w 2314575"/>
                    <a:gd name="connsiteY12" fmla="*/ 443893 h 1295400"/>
                    <a:gd name="connsiteX13" fmla="*/ 532162 w 2314575"/>
                    <a:gd name="connsiteY13" fmla="*/ 392077 h 1295400"/>
                    <a:gd name="connsiteX14" fmla="*/ 574643 w 2314575"/>
                    <a:gd name="connsiteY14" fmla="*/ 478659 h 1295400"/>
                    <a:gd name="connsiteX15" fmla="*/ 704659 w 2314575"/>
                    <a:gd name="connsiteY15" fmla="*/ 471039 h 1295400"/>
                    <a:gd name="connsiteX16" fmla="*/ 777335 w 2314575"/>
                    <a:gd name="connsiteY16" fmla="*/ 346738 h 1295400"/>
                    <a:gd name="connsiteX17" fmla="*/ 891540 w 2314575"/>
                    <a:gd name="connsiteY17" fmla="*/ 202911 h 1295400"/>
                    <a:gd name="connsiteX18" fmla="*/ 987076 w 2314575"/>
                    <a:gd name="connsiteY18" fmla="*/ 177955 h 1295400"/>
                    <a:gd name="connsiteX19" fmla="*/ 1065752 w 2314575"/>
                    <a:gd name="connsiteY19" fmla="*/ 207387 h 1295400"/>
                    <a:gd name="connsiteX20" fmla="*/ 1132332 w 2314575"/>
                    <a:gd name="connsiteY20" fmla="*/ 281301 h 1295400"/>
                    <a:gd name="connsiteX21" fmla="*/ 1291495 w 2314575"/>
                    <a:gd name="connsiteY21" fmla="*/ 273776 h 1295400"/>
                    <a:gd name="connsiteX22" fmla="*/ 1382554 w 2314575"/>
                    <a:gd name="connsiteY22" fmla="*/ 132045 h 1295400"/>
                    <a:gd name="connsiteX23" fmla="*/ 1441132 w 2314575"/>
                    <a:gd name="connsiteY23" fmla="*/ 23841 h 1295400"/>
                    <a:gd name="connsiteX24" fmla="*/ 1616964 w 2314575"/>
                    <a:gd name="connsiteY24" fmla="*/ 78800 h 1295400"/>
                    <a:gd name="connsiteX25" fmla="*/ 1700689 w 2314575"/>
                    <a:gd name="connsiteY25" fmla="*/ 266442 h 1295400"/>
                    <a:gd name="connsiteX26" fmla="*/ 1714405 w 2314575"/>
                    <a:gd name="connsiteY26" fmla="*/ 288636 h 1295400"/>
                    <a:gd name="connsiteX27" fmla="*/ 1865852 w 2314575"/>
                    <a:gd name="connsiteY27" fmla="*/ 359121 h 1295400"/>
                    <a:gd name="connsiteX28" fmla="*/ 2016443 w 2314575"/>
                    <a:gd name="connsiteY28" fmla="*/ 209578 h 1295400"/>
                    <a:gd name="connsiteX29" fmla="*/ 2066639 w 2314575"/>
                    <a:gd name="connsiteY29" fmla="*/ 190528 h 1295400"/>
                    <a:gd name="connsiteX30" fmla="*/ 2193703 w 2314575"/>
                    <a:gd name="connsiteY30" fmla="*/ 353501 h 1295400"/>
                    <a:gd name="connsiteX31" fmla="*/ 2212943 w 2314575"/>
                    <a:gd name="connsiteY31" fmla="*/ 438940 h 1295400"/>
                    <a:gd name="connsiteX32" fmla="*/ 2301145 w 2314575"/>
                    <a:gd name="connsiteY32" fmla="*/ 537810 h 1295400"/>
                    <a:gd name="connsiteX33" fmla="*/ 2310003 w 2314575"/>
                    <a:gd name="connsiteY33" fmla="*/ 539239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314575" h="1295400">
                      <a:moveTo>
                        <a:pt x="2310003" y="539239"/>
                      </a:moveTo>
                      <a:lnTo>
                        <a:pt x="2310003" y="1119406"/>
                      </a:lnTo>
                      <a:cubicBezTo>
                        <a:pt x="2310003" y="1135599"/>
                        <a:pt x="2307812" y="1151220"/>
                        <a:pt x="2303526" y="1166079"/>
                      </a:cubicBezTo>
                      <a:cubicBezTo>
                        <a:pt x="2283238" y="1237992"/>
                        <a:pt x="2217134" y="1290666"/>
                        <a:pt x="2138839" y="1290666"/>
                      </a:cubicBezTo>
                      <a:lnTo>
                        <a:pt x="178308" y="1290666"/>
                      </a:lnTo>
                      <a:cubicBezTo>
                        <a:pt x="120205" y="1290666"/>
                        <a:pt x="68961" y="1261710"/>
                        <a:pt x="38005" y="1217513"/>
                      </a:cubicBezTo>
                      <a:cubicBezTo>
                        <a:pt x="18574" y="1189796"/>
                        <a:pt x="7144" y="1155887"/>
                        <a:pt x="7144" y="1119406"/>
                      </a:cubicBezTo>
                      <a:lnTo>
                        <a:pt x="7144" y="618010"/>
                      </a:lnTo>
                      <a:cubicBezTo>
                        <a:pt x="29146" y="624868"/>
                        <a:pt x="45911" y="641061"/>
                        <a:pt x="61246" y="659539"/>
                      </a:cubicBezTo>
                      <a:cubicBezTo>
                        <a:pt x="86773" y="690114"/>
                        <a:pt x="108871" y="726786"/>
                        <a:pt x="146304" y="736597"/>
                      </a:cubicBezTo>
                      <a:cubicBezTo>
                        <a:pt x="192214" y="748693"/>
                        <a:pt x="237934" y="712784"/>
                        <a:pt x="261366" y="671541"/>
                      </a:cubicBezTo>
                      <a:cubicBezTo>
                        <a:pt x="270129" y="656110"/>
                        <a:pt x="276892" y="639918"/>
                        <a:pt x="282607" y="623249"/>
                      </a:cubicBezTo>
                      <a:cubicBezTo>
                        <a:pt x="302800" y="564289"/>
                        <a:pt x="309182" y="499424"/>
                        <a:pt x="337947" y="443893"/>
                      </a:cubicBezTo>
                      <a:cubicBezTo>
                        <a:pt x="374999" y="372551"/>
                        <a:pt x="485013" y="327022"/>
                        <a:pt x="532162" y="392077"/>
                      </a:cubicBezTo>
                      <a:cubicBezTo>
                        <a:pt x="551117" y="418271"/>
                        <a:pt x="552926" y="454751"/>
                        <a:pt x="574643" y="478659"/>
                      </a:cubicBezTo>
                      <a:cubicBezTo>
                        <a:pt x="607124" y="514568"/>
                        <a:pt x="669226" y="503805"/>
                        <a:pt x="704659" y="471039"/>
                      </a:cubicBezTo>
                      <a:cubicBezTo>
                        <a:pt x="740188" y="438178"/>
                        <a:pt x="757047" y="390648"/>
                        <a:pt x="777335" y="346738"/>
                      </a:cubicBezTo>
                      <a:cubicBezTo>
                        <a:pt x="803243" y="290255"/>
                        <a:pt x="838486" y="235296"/>
                        <a:pt x="891540" y="202911"/>
                      </a:cubicBezTo>
                      <a:cubicBezTo>
                        <a:pt x="919829" y="185670"/>
                        <a:pt x="954119" y="176526"/>
                        <a:pt x="987076" y="177955"/>
                      </a:cubicBezTo>
                      <a:cubicBezTo>
                        <a:pt x="1016032" y="179098"/>
                        <a:pt x="1043845" y="188433"/>
                        <a:pt x="1065752" y="207387"/>
                      </a:cubicBezTo>
                      <a:cubicBezTo>
                        <a:pt x="1090898" y="229105"/>
                        <a:pt x="1106043" y="260918"/>
                        <a:pt x="1132332" y="281301"/>
                      </a:cubicBezTo>
                      <a:cubicBezTo>
                        <a:pt x="1177385" y="316353"/>
                        <a:pt x="1245584" y="307686"/>
                        <a:pt x="1291495" y="273776"/>
                      </a:cubicBezTo>
                      <a:cubicBezTo>
                        <a:pt x="1337310" y="239868"/>
                        <a:pt x="1364361" y="186147"/>
                        <a:pt x="1382554" y="132045"/>
                      </a:cubicBezTo>
                      <a:cubicBezTo>
                        <a:pt x="1395794" y="92421"/>
                        <a:pt x="1407319" y="48415"/>
                        <a:pt x="1441132" y="23841"/>
                      </a:cubicBezTo>
                      <a:cubicBezTo>
                        <a:pt x="1496568" y="-16545"/>
                        <a:pt x="1578388" y="22031"/>
                        <a:pt x="1616964" y="78800"/>
                      </a:cubicBezTo>
                      <a:cubicBezTo>
                        <a:pt x="1655540" y="135569"/>
                        <a:pt x="1668304" y="205959"/>
                        <a:pt x="1700689" y="266442"/>
                      </a:cubicBezTo>
                      <a:cubicBezTo>
                        <a:pt x="1704785" y="273967"/>
                        <a:pt x="1709356" y="281397"/>
                        <a:pt x="1714405" y="288636"/>
                      </a:cubicBezTo>
                      <a:cubicBezTo>
                        <a:pt x="1749933" y="339118"/>
                        <a:pt x="1808798" y="377599"/>
                        <a:pt x="1865852" y="359121"/>
                      </a:cubicBezTo>
                      <a:cubicBezTo>
                        <a:pt x="1933004" y="337213"/>
                        <a:pt x="1963103" y="249012"/>
                        <a:pt x="2016443" y="209578"/>
                      </a:cubicBezTo>
                      <a:cubicBezTo>
                        <a:pt x="2031016" y="198720"/>
                        <a:pt x="2047399" y="191671"/>
                        <a:pt x="2066639" y="190528"/>
                      </a:cubicBezTo>
                      <a:cubicBezTo>
                        <a:pt x="2142363" y="186242"/>
                        <a:pt x="2181797" y="278634"/>
                        <a:pt x="2193703" y="353501"/>
                      </a:cubicBezTo>
                      <a:cubicBezTo>
                        <a:pt x="2198084" y="381123"/>
                        <a:pt x="2203799" y="411127"/>
                        <a:pt x="2212943" y="438940"/>
                      </a:cubicBezTo>
                      <a:cubicBezTo>
                        <a:pt x="2228564" y="486565"/>
                        <a:pt x="2254377" y="527427"/>
                        <a:pt x="2301145" y="537810"/>
                      </a:cubicBezTo>
                      <a:cubicBezTo>
                        <a:pt x="2304098" y="538476"/>
                        <a:pt x="2307050" y="538953"/>
                        <a:pt x="2310003" y="539239"/>
                      </a:cubicBezTo>
                      <a:close/>
                    </a:path>
                  </a:pathLst>
                </a:custGeom>
                <a:solidFill>
                  <a:srgbClr val="3B475A">
                    <a:alpha val="30000"/>
                  </a:srgbClr>
                </a:solidFill>
                <a:ln w="9525" cap="flat">
                  <a:noFill/>
                  <a:prstDash val="solid"/>
                  <a:miter/>
                </a:ln>
              </p:spPr>
              <p:txBody>
                <a:bodyPr rtlCol="0" anchor="ctr"/>
                <a:lstStyle/>
                <a:p>
                  <a:endParaRPr lang="en-US">
                    <a:latin typeface="Nunito Sans" pitchFamily="2" charset="0"/>
                  </a:endParaRPr>
                </a:p>
              </p:txBody>
            </p:sp>
            <p:sp>
              <p:nvSpPr>
                <p:cNvPr id="21" name="Freeform: Shape 53">
                  <a:extLst>
                    <a:ext uri="{FF2B5EF4-FFF2-40B4-BE49-F238E27FC236}">
                      <a16:creationId xmlns:a16="http://schemas.microsoft.com/office/drawing/2014/main" id="{71AE3C31-934B-4580-84D8-2EDB1113AC93}"/>
                    </a:ext>
                  </a:extLst>
                </p:cNvPr>
                <p:cNvSpPr/>
                <p:nvPr/>
              </p:nvSpPr>
              <p:spPr>
                <a:xfrm>
                  <a:off x="2092137" y="4847680"/>
                  <a:ext cx="2247900" cy="1533525"/>
                </a:xfrm>
                <a:custGeom>
                  <a:avLst/>
                  <a:gdLst>
                    <a:gd name="connsiteX0" fmla="*/ 2250281 w 2247900"/>
                    <a:gd name="connsiteY0" fmla="*/ 823246 h 1533525"/>
                    <a:gd name="connsiteX1" fmla="*/ 2250281 w 2247900"/>
                    <a:gd name="connsiteY1" fmla="*/ 1360646 h 1533525"/>
                    <a:gd name="connsiteX2" fmla="*/ 2243804 w 2247900"/>
                    <a:gd name="connsiteY2" fmla="*/ 1407319 h 1533525"/>
                    <a:gd name="connsiteX3" fmla="*/ 2079117 w 2247900"/>
                    <a:gd name="connsiteY3" fmla="*/ 1531906 h 1533525"/>
                    <a:gd name="connsiteX4" fmla="*/ 118586 w 2247900"/>
                    <a:gd name="connsiteY4" fmla="*/ 1531906 h 1533525"/>
                    <a:gd name="connsiteX5" fmla="*/ 7144 w 2247900"/>
                    <a:gd name="connsiteY5" fmla="*/ 1490567 h 1533525"/>
                    <a:gd name="connsiteX6" fmla="*/ 61341 w 2247900"/>
                    <a:gd name="connsiteY6" fmla="*/ 1385030 h 1533525"/>
                    <a:gd name="connsiteX7" fmla="*/ 328136 w 2247900"/>
                    <a:gd name="connsiteY7" fmla="*/ 1234631 h 1533525"/>
                    <a:gd name="connsiteX8" fmla="*/ 428720 w 2247900"/>
                    <a:gd name="connsiteY8" fmla="*/ 1266444 h 1533525"/>
                    <a:gd name="connsiteX9" fmla="*/ 638461 w 2247900"/>
                    <a:gd name="connsiteY9" fmla="*/ 1085850 h 1533525"/>
                    <a:gd name="connsiteX10" fmla="*/ 698278 w 2247900"/>
                    <a:gd name="connsiteY10" fmla="*/ 755047 h 1533525"/>
                    <a:gd name="connsiteX11" fmla="*/ 697516 w 2247900"/>
                    <a:gd name="connsiteY11" fmla="*/ 721614 h 1533525"/>
                    <a:gd name="connsiteX12" fmla="*/ 697992 w 2247900"/>
                    <a:gd name="connsiteY12" fmla="*/ 508349 h 1533525"/>
                    <a:gd name="connsiteX13" fmla="*/ 705517 w 2247900"/>
                    <a:gd name="connsiteY13" fmla="*/ 479584 h 1533525"/>
                    <a:gd name="connsiteX14" fmla="*/ 890683 w 2247900"/>
                    <a:gd name="connsiteY14" fmla="*/ 364617 h 1533525"/>
                    <a:gd name="connsiteX15" fmla="*/ 935355 w 2247900"/>
                    <a:gd name="connsiteY15" fmla="*/ 383191 h 1533525"/>
                    <a:gd name="connsiteX16" fmla="*/ 1061847 w 2247900"/>
                    <a:gd name="connsiteY16" fmla="*/ 280606 h 1533525"/>
                    <a:gd name="connsiteX17" fmla="*/ 1131475 w 2247900"/>
                    <a:gd name="connsiteY17" fmla="*/ 117729 h 1533525"/>
                    <a:gd name="connsiteX18" fmla="*/ 1407414 w 2247900"/>
                    <a:gd name="connsiteY18" fmla="*/ 118491 h 1533525"/>
                    <a:gd name="connsiteX19" fmla="*/ 1623822 w 2247900"/>
                    <a:gd name="connsiteY19" fmla="*/ 7144 h 1533525"/>
                    <a:gd name="connsiteX20" fmla="*/ 1694498 w 2247900"/>
                    <a:gd name="connsiteY20" fmla="*/ 210693 h 1533525"/>
                    <a:gd name="connsiteX21" fmla="*/ 1728026 w 2247900"/>
                    <a:gd name="connsiteY21" fmla="*/ 427958 h 1533525"/>
                    <a:gd name="connsiteX22" fmla="*/ 1751076 w 2247900"/>
                    <a:gd name="connsiteY22" fmla="*/ 458533 h 1533525"/>
                    <a:gd name="connsiteX23" fmla="*/ 1913573 w 2247900"/>
                    <a:gd name="connsiteY23" fmla="*/ 480441 h 1533525"/>
                    <a:gd name="connsiteX24" fmla="*/ 1905857 w 2247900"/>
                    <a:gd name="connsiteY24" fmla="*/ 545497 h 1533525"/>
                    <a:gd name="connsiteX25" fmla="*/ 2136362 w 2247900"/>
                    <a:gd name="connsiteY25" fmla="*/ 814578 h 1533525"/>
                    <a:gd name="connsiteX26" fmla="*/ 2144649 w 2247900"/>
                    <a:gd name="connsiteY26" fmla="*/ 815721 h 1533525"/>
                    <a:gd name="connsiteX27" fmla="*/ 2250281 w 2247900"/>
                    <a:gd name="connsiteY27" fmla="*/ 823246 h 153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7900" h="1533525">
                      <a:moveTo>
                        <a:pt x="2250281" y="823246"/>
                      </a:moveTo>
                      <a:lnTo>
                        <a:pt x="2250281" y="1360646"/>
                      </a:lnTo>
                      <a:cubicBezTo>
                        <a:pt x="2250281" y="1376839"/>
                        <a:pt x="2248091" y="1392460"/>
                        <a:pt x="2243804" y="1407319"/>
                      </a:cubicBezTo>
                      <a:cubicBezTo>
                        <a:pt x="2223516" y="1479232"/>
                        <a:pt x="2157412" y="1531906"/>
                        <a:pt x="2079117" y="1531906"/>
                      </a:cubicBezTo>
                      <a:lnTo>
                        <a:pt x="118586" y="1531906"/>
                      </a:lnTo>
                      <a:cubicBezTo>
                        <a:pt x="76009" y="1531906"/>
                        <a:pt x="37052" y="1516380"/>
                        <a:pt x="7144" y="1490567"/>
                      </a:cubicBezTo>
                      <a:cubicBezTo>
                        <a:pt x="23813" y="1454562"/>
                        <a:pt x="40862" y="1418749"/>
                        <a:pt x="61341" y="1385030"/>
                      </a:cubicBezTo>
                      <a:cubicBezTo>
                        <a:pt x="118110" y="1291590"/>
                        <a:pt x="221837" y="1209008"/>
                        <a:pt x="328136" y="1234631"/>
                      </a:cubicBezTo>
                      <a:cubicBezTo>
                        <a:pt x="362426" y="1242822"/>
                        <a:pt x="393763" y="1261777"/>
                        <a:pt x="428720" y="1266444"/>
                      </a:cubicBezTo>
                      <a:cubicBezTo>
                        <a:pt x="527590" y="1279874"/>
                        <a:pt x="602933" y="1179195"/>
                        <a:pt x="638461" y="1085850"/>
                      </a:cubicBezTo>
                      <a:cubicBezTo>
                        <a:pt x="678656" y="980504"/>
                        <a:pt x="698849" y="867727"/>
                        <a:pt x="698278" y="755047"/>
                      </a:cubicBezTo>
                      <a:cubicBezTo>
                        <a:pt x="698183" y="743807"/>
                        <a:pt x="697992" y="732758"/>
                        <a:pt x="697516" y="721614"/>
                      </a:cubicBezTo>
                      <a:cubicBezTo>
                        <a:pt x="694468" y="650367"/>
                        <a:pt x="683419" y="577310"/>
                        <a:pt x="697992" y="508349"/>
                      </a:cubicBezTo>
                      <a:cubicBezTo>
                        <a:pt x="699897" y="498634"/>
                        <a:pt x="702374" y="489109"/>
                        <a:pt x="705517" y="479584"/>
                      </a:cubicBezTo>
                      <a:cubicBezTo>
                        <a:pt x="730949" y="402431"/>
                        <a:pt x="814673" y="336042"/>
                        <a:pt x="890683" y="364617"/>
                      </a:cubicBezTo>
                      <a:cubicBezTo>
                        <a:pt x="905827" y="370237"/>
                        <a:pt x="919734" y="379285"/>
                        <a:pt x="935355" y="383191"/>
                      </a:cubicBezTo>
                      <a:cubicBezTo>
                        <a:pt x="993458" y="397573"/>
                        <a:pt x="1043273" y="337566"/>
                        <a:pt x="1061847" y="280606"/>
                      </a:cubicBezTo>
                      <a:cubicBezTo>
                        <a:pt x="1080326" y="223647"/>
                        <a:pt x="1087279" y="158020"/>
                        <a:pt x="1131475" y="117729"/>
                      </a:cubicBezTo>
                      <a:cubicBezTo>
                        <a:pt x="1202817" y="52864"/>
                        <a:pt x="1313878" y="95250"/>
                        <a:pt x="1407414" y="118491"/>
                      </a:cubicBezTo>
                      <a:cubicBezTo>
                        <a:pt x="1500854" y="141827"/>
                        <a:pt x="1638300" y="102489"/>
                        <a:pt x="1623822" y="7144"/>
                      </a:cubicBezTo>
                      <a:cubicBezTo>
                        <a:pt x="1680496" y="55054"/>
                        <a:pt x="1692783" y="136684"/>
                        <a:pt x="1694498" y="210693"/>
                      </a:cubicBezTo>
                      <a:cubicBezTo>
                        <a:pt x="1696117" y="284797"/>
                        <a:pt x="1692116" y="363283"/>
                        <a:pt x="1728026" y="427958"/>
                      </a:cubicBezTo>
                      <a:cubicBezTo>
                        <a:pt x="1734121" y="439007"/>
                        <a:pt x="1741932" y="449294"/>
                        <a:pt x="1751076" y="458533"/>
                      </a:cubicBezTo>
                      <a:cubicBezTo>
                        <a:pt x="1795177" y="503206"/>
                        <a:pt x="1868615" y="522351"/>
                        <a:pt x="1913573" y="480441"/>
                      </a:cubicBezTo>
                      <a:cubicBezTo>
                        <a:pt x="1907858" y="501872"/>
                        <a:pt x="1905381" y="523684"/>
                        <a:pt x="1905857" y="545497"/>
                      </a:cubicBezTo>
                      <a:cubicBezTo>
                        <a:pt x="1908334" y="672465"/>
                        <a:pt x="2008918" y="796671"/>
                        <a:pt x="2136362" y="814578"/>
                      </a:cubicBezTo>
                      <a:cubicBezTo>
                        <a:pt x="2139220" y="815054"/>
                        <a:pt x="2141887" y="815340"/>
                        <a:pt x="2144649" y="815721"/>
                      </a:cubicBezTo>
                      <a:cubicBezTo>
                        <a:pt x="2179511" y="819245"/>
                        <a:pt x="2216468" y="816388"/>
                        <a:pt x="2250281" y="823246"/>
                      </a:cubicBezTo>
                      <a:close/>
                    </a:path>
                  </a:pathLst>
                </a:custGeom>
                <a:solidFill>
                  <a:srgbClr val="3B475A">
                    <a:alpha val="30000"/>
                  </a:srgbClr>
                </a:solidFill>
                <a:ln w="9525" cap="flat">
                  <a:noFill/>
                  <a:prstDash val="solid"/>
                  <a:miter/>
                </a:ln>
              </p:spPr>
              <p:txBody>
                <a:bodyPr rtlCol="0" anchor="ctr"/>
                <a:lstStyle/>
                <a:p>
                  <a:endParaRPr lang="en-US">
                    <a:latin typeface="Nunito Sans" pitchFamily="2" charset="0"/>
                  </a:endParaRPr>
                </a:p>
              </p:txBody>
            </p:sp>
          </p:grpSp>
        </p:grpSp>
        <p:sp>
          <p:nvSpPr>
            <p:cNvPr id="10" name="Freeform: Shape 50">
              <a:extLst>
                <a:ext uri="{FF2B5EF4-FFF2-40B4-BE49-F238E27FC236}">
                  <a16:creationId xmlns:a16="http://schemas.microsoft.com/office/drawing/2014/main" id="{BA73351E-D00B-473F-B493-EA8526054CB2}"/>
                </a:ext>
              </a:extLst>
            </p:cNvPr>
            <p:cNvSpPr/>
            <p:nvPr/>
          </p:nvSpPr>
          <p:spPr>
            <a:xfrm>
              <a:off x="2043017" y="2069496"/>
              <a:ext cx="2314575" cy="1057275"/>
            </a:xfrm>
            <a:custGeom>
              <a:avLst/>
              <a:gdLst>
                <a:gd name="connsiteX0" fmla="*/ 2310098 w 2314575"/>
                <a:gd name="connsiteY0" fmla="*/ 178308 h 1057275"/>
                <a:gd name="connsiteX1" fmla="*/ 2310098 w 2314575"/>
                <a:gd name="connsiteY1" fmla="*/ 649319 h 1057275"/>
                <a:gd name="connsiteX2" fmla="*/ 7144 w 2314575"/>
                <a:gd name="connsiteY2" fmla="*/ 781812 h 1057275"/>
                <a:gd name="connsiteX3" fmla="*/ 7144 w 2314575"/>
                <a:gd name="connsiteY3" fmla="*/ 178308 h 1057275"/>
                <a:gd name="connsiteX4" fmla="*/ 178308 w 2314575"/>
                <a:gd name="connsiteY4" fmla="*/ 7144 h 1057275"/>
                <a:gd name="connsiteX5" fmla="*/ 2138839 w 2314575"/>
                <a:gd name="connsiteY5" fmla="*/ 7144 h 1057275"/>
                <a:gd name="connsiteX6" fmla="*/ 2310098 w 2314575"/>
                <a:gd name="connsiteY6" fmla="*/ 178308 h 10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14575" h="1057275">
                  <a:moveTo>
                    <a:pt x="2310098" y="178308"/>
                  </a:moveTo>
                  <a:lnTo>
                    <a:pt x="2310098" y="649319"/>
                  </a:lnTo>
                  <a:cubicBezTo>
                    <a:pt x="1428655" y="1255681"/>
                    <a:pt x="597122" y="1082135"/>
                    <a:pt x="7144" y="781812"/>
                  </a:cubicBezTo>
                  <a:lnTo>
                    <a:pt x="7144" y="178308"/>
                  </a:lnTo>
                  <a:cubicBezTo>
                    <a:pt x="7144" y="83820"/>
                    <a:pt x="83820" y="7144"/>
                    <a:pt x="178308" y="7144"/>
                  </a:cubicBezTo>
                  <a:lnTo>
                    <a:pt x="2138839" y="7144"/>
                  </a:lnTo>
                  <a:cubicBezTo>
                    <a:pt x="2233422" y="7048"/>
                    <a:pt x="2310098" y="83725"/>
                    <a:pt x="2310098" y="178308"/>
                  </a:cubicBezTo>
                  <a:close/>
                </a:path>
              </a:pathLst>
            </a:custGeom>
            <a:solidFill>
              <a:srgbClr val="EFEFEF"/>
            </a:solidFill>
            <a:ln w="9525" cap="flat">
              <a:noFill/>
              <a:prstDash val="solid"/>
              <a:miter/>
            </a:ln>
            <a:effectLst>
              <a:innerShdw blurRad="152400" dist="50800" dir="5400000">
                <a:prstClr val="black">
                  <a:alpha val="20000"/>
                </a:prstClr>
              </a:innerShdw>
            </a:effectLst>
          </p:spPr>
          <p:txBody>
            <a:bodyPr rtlCol="0" anchor="ctr"/>
            <a:lstStyle/>
            <a:p>
              <a:endParaRPr lang="en-US">
                <a:latin typeface="Nunito Sans" pitchFamily="2" charset="0"/>
              </a:endParaRPr>
            </a:p>
          </p:txBody>
        </p:sp>
        <p:sp>
          <p:nvSpPr>
            <p:cNvPr id="12" name="Freeform: Shape 55">
              <a:extLst>
                <a:ext uri="{FF2B5EF4-FFF2-40B4-BE49-F238E27FC236}">
                  <a16:creationId xmlns:a16="http://schemas.microsoft.com/office/drawing/2014/main" id="{BA3D8AFF-15B4-4E51-BFF8-9380C8E9C0A3}"/>
                </a:ext>
              </a:extLst>
            </p:cNvPr>
            <p:cNvSpPr/>
            <p:nvPr/>
          </p:nvSpPr>
          <p:spPr>
            <a:xfrm>
              <a:off x="2851690" y="2734246"/>
              <a:ext cx="695325" cy="695325"/>
            </a:xfrm>
            <a:custGeom>
              <a:avLst/>
              <a:gdLst>
                <a:gd name="connsiteX0" fmla="*/ 692944 w 695325"/>
                <a:gd name="connsiteY0" fmla="*/ 350044 h 695325"/>
                <a:gd name="connsiteX1" fmla="*/ 350044 w 695325"/>
                <a:gd name="connsiteY1" fmla="*/ 692944 h 695325"/>
                <a:gd name="connsiteX2" fmla="*/ 7144 w 695325"/>
                <a:gd name="connsiteY2" fmla="*/ 350044 h 695325"/>
                <a:gd name="connsiteX3" fmla="*/ 350044 w 695325"/>
                <a:gd name="connsiteY3" fmla="*/ 7144 h 695325"/>
                <a:gd name="connsiteX4" fmla="*/ 692944 w 695325"/>
                <a:gd name="connsiteY4" fmla="*/ 350044 h 695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325" h="695325">
                  <a:moveTo>
                    <a:pt x="692944" y="350044"/>
                  </a:moveTo>
                  <a:cubicBezTo>
                    <a:pt x="692944" y="539422"/>
                    <a:pt x="539422" y="692944"/>
                    <a:pt x="350044" y="692944"/>
                  </a:cubicBezTo>
                  <a:cubicBezTo>
                    <a:pt x="160665" y="692944"/>
                    <a:pt x="7144" y="539422"/>
                    <a:pt x="7144" y="350044"/>
                  </a:cubicBezTo>
                  <a:cubicBezTo>
                    <a:pt x="7144" y="160665"/>
                    <a:pt x="160665" y="7144"/>
                    <a:pt x="350044" y="7144"/>
                  </a:cubicBezTo>
                  <a:cubicBezTo>
                    <a:pt x="539422" y="7144"/>
                    <a:pt x="692944" y="160665"/>
                    <a:pt x="692944" y="350044"/>
                  </a:cubicBezTo>
                  <a:close/>
                </a:path>
              </a:pathLst>
            </a:custGeom>
            <a:solidFill>
              <a:srgbClr val="3B475A"/>
            </a:solidFill>
            <a:ln w="9525" cap="flat">
              <a:noFill/>
              <a:prstDash val="solid"/>
              <a:miter/>
            </a:ln>
            <a:effectLst>
              <a:outerShdw blurRad="63500" sx="102000" sy="102000" algn="ctr" rotWithShape="0">
                <a:prstClr val="black">
                  <a:alpha val="40000"/>
                </a:prstClr>
              </a:outerShdw>
            </a:effectLst>
          </p:spPr>
          <p:txBody>
            <a:bodyPr rtlCol="0" anchor="ctr"/>
            <a:lstStyle/>
            <a:p>
              <a:endParaRPr lang="en-US">
                <a:latin typeface="Nunito Sans" pitchFamily="2" charset="0"/>
              </a:endParaRPr>
            </a:p>
          </p:txBody>
        </p:sp>
        <p:sp>
          <p:nvSpPr>
            <p:cNvPr id="13" name="TextBox 12">
              <a:extLst>
                <a:ext uri="{FF2B5EF4-FFF2-40B4-BE49-F238E27FC236}">
                  <a16:creationId xmlns:a16="http://schemas.microsoft.com/office/drawing/2014/main" id="{14056B25-1D56-461C-81F9-9C54D6A943F0}"/>
                </a:ext>
              </a:extLst>
            </p:cNvPr>
            <p:cNvSpPr txBox="1"/>
            <p:nvPr/>
          </p:nvSpPr>
          <p:spPr>
            <a:xfrm>
              <a:off x="2553776" y="2307966"/>
              <a:ext cx="1266651" cy="374813"/>
            </a:xfrm>
            <a:prstGeom prst="rect">
              <a:avLst/>
            </a:prstGeom>
            <a:noFill/>
          </p:spPr>
          <p:txBody>
            <a:bodyPr wrap="none" rtlCol="0">
              <a:spAutoFit/>
            </a:bodyPr>
            <a:lstStyle/>
            <a:p>
              <a:pPr algn="ctr"/>
              <a:r>
                <a:rPr lang="en-US" sz="4400">
                  <a:latin typeface="Nunito Sans" pitchFamily="2" charset="0"/>
                </a:rPr>
                <a:t>VỆ SỸ 247</a:t>
              </a:r>
              <a:endParaRPr lang="en-US" sz="4400" b="1">
                <a:latin typeface="Nunito Sans" pitchFamily="2" charset="0"/>
              </a:endParaRPr>
            </a:p>
          </p:txBody>
        </p:sp>
        <p:sp>
          <p:nvSpPr>
            <p:cNvPr id="14" name="TextBox 13">
              <a:extLst>
                <a:ext uri="{FF2B5EF4-FFF2-40B4-BE49-F238E27FC236}">
                  <a16:creationId xmlns:a16="http://schemas.microsoft.com/office/drawing/2014/main" id="{CF6295A9-E1F7-4935-8869-B6FC773ABC70}"/>
                </a:ext>
              </a:extLst>
            </p:cNvPr>
            <p:cNvSpPr txBox="1"/>
            <p:nvPr/>
          </p:nvSpPr>
          <p:spPr>
            <a:xfrm>
              <a:off x="3187101" y="2906017"/>
              <a:ext cx="79365" cy="284858"/>
            </a:xfrm>
            <a:prstGeom prst="rect">
              <a:avLst/>
            </a:prstGeom>
            <a:noFill/>
          </p:spPr>
          <p:txBody>
            <a:bodyPr wrap="none" rtlCol="0">
              <a:spAutoFit/>
            </a:bodyPr>
            <a:lstStyle/>
            <a:p>
              <a:endParaRPr lang="en-US" b="1">
                <a:solidFill>
                  <a:schemeClr val="bg1"/>
                </a:solidFill>
                <a:latin typeface="Nunito Sans" pitchFamily="2" charset="0"/>
              </a:endParaRPr>
            </a:p>
          </p:txBody>
        </p:sp>
        <p:sp>
          <p:nvSpPr>
            <p:cNvPr id="16" name="Rectangle 15">
              <a:extLst>
                <a:ext uri="{FF2B5EF4-FFF2-40B4-BE49-F238E27FC236}">
                  <a16:creationId xmlns:a16="http://schemas.microsoft.com/office/drawing/2014/main" id="{22A94237-24AF-4D25-9091-A69D62CF5AD9}"/>
                </a:ext>
              </a:extLst>
            </p:cNvPr>
            <p:cNvSpPr/>
            <p:nvPr/>
          </p:nvSpPr>
          <p:spPr>
            <a:xfrm>
              <a:off x="2013828" y="3466223"/>
              <a:ext cx="2318248" cy="2215144"/>
            </a:xfrm>
            <a:prstGeom prst="rect">
              <a:avLst/>
            </a:prstGeom>
          </p:spPr>
          <p:txBody>
            <a:bodyPr wrap="square">
              <a:spAutoFit/>
            </a:bodyPr>
            <a:lstStyle/>
            <a:p>
              <a:pPr marL="571500" indent="-571500" algn="l">
                <a:lnSpc>
                  <a:spcPct val="150000"/>
                </a:lnSpc>
                <a:buFont typeface="Wingdings" panose="05000000000000000000" pitchFamily="2" charset="2"/>
                <a:buChar char="§"/>
              </a:pPr>
              <a:r>
                <a:rPr lang="vi-VN">
                  <a:solidFill>
                    <a:schemeClr val="bg1"/>
                  </a:solidFill>
                  <a:latin typeface="Nunito Sans" pitchFamily="2" charset="0"/>
                </a:rPr>
                <a:t>Trông xe 24/7, hết sợ vặt gương		</a:t>
              </a:r>
            </a:p>
            <a:p>
              <a:pPr marL="571500" indent="-571500" algn="l">
                <a:lnSpc>
                  <a:spcPct val="150000"/>
                </a:lnSpc>
                <a:buFont typeface="Wingdings" panose="05000000000000000000" pitchFamily="2" charset="2"/>
                <a:buChar char="§"/>
              </a:pPr>
              <a:r>
                <a:rPr lang="vi-VN">
                  <a:solidFill>
                    <a:schemeClr val="bg1"/>
                  </a:solidFill>
                  <a:latin typeface="Nunito Sans" pitchFamily="2" charset="0"/>
                </a:rPr>
                <a:t>Đậu xe an toàn, không lo xước xát	</a:t>
              </a:r>
            </a:p>
            <a:p>
              <a:pPr marL="571500" indent="-571500" algn="l">
                <a:lnSpc>
                  <a:spcPct val="150000"/>
                </a:lnSpc>
                <a:buFont typeface="Wingdings" panose="05000000000000000000" pitchFamily="2" charset="2"/>
                <a:buChar char="§"/>
              </a:pPr>
              <a:r>
                <a:rPr lang="vi-VN">
                  <a:solidFill>
                    <a:schemeClr val="bg1"/>
                  </a:solidFill>
                  <a:latin typeface="Nunito Sans" pitchFamily="2" charset="0"/>
                </a:rPr>
                <a:t>An tâm chỗ đỗ, xế về đậu ngay</a:t>
              </a:r>
              <a:r>
                <a:rPr lang="vi-VN" sz="3600">
                  <a:solidFill>
                    <a:schemeClr val="bg1"/>
                  </a:solidFill>
                  <a:latin typeface="Nunito Sans" pitchFamily="2" charset="0"/>
                </a:rPr>
                <a:t>	</a:t>
              </a:r>
              <a:endParaRPr lang="en-US" sz="3600">
                <a:solidFill>
                  <a:schemeClr val="bg1"/>
                </a:solidFill>
                <a:latin typeface="Nunito Sans" pitchFamily="2" charset="0"/>
              </a:endParaRPr>
            </a:p>
          </p:txBody>
        </p:sp>
      </p:grpSp>
      <p:grpSp>
        <p:nvGrpSpPr>
          <p:cNvPr id="22" name="Group 21">
            <a:extLst>
              <a:ext uri="{FF2B5EF4-FFF2-40B4-BE49-F238E27FC236}">
                <a16:creationId xmlns:a16="http://schemas.microsoft.com/office/drawing/2014/main" id="{AF42B111-0044-4F72-BA39-642F6CF8690F}"/>
              </a:ext>
            </a:extLst>
          </p:cNvPr>
          <p:cNvGrpSpPr/>
          <p:nvPr/>
        </p:nvGrpSpPr>
        <p:grpSpPr>
          <a:xfrm>
            <a:off x="9845077" y="3081949"/>
            <a:ext cx="5970024" cy="8817172"/>
            <a:chOff x="4951643" y="2069401"/>
            <a:chExt cx="2373105" cy="4194955"/>
          </a:xfrm>
        </p:grpSpPr>
        <p:grpSp>
          <p:nvGrpSpPr>
            <p:cNvPr id="23" name="Group 22">
              <a:extLst>
                <a:ext uri="{FF2B5EF4-FFF2-40B4-BE49-F238E27FC236}">
                  <a16:creationId xmlns:a16="http://schemas.microsoft.com/office/drawing/2014/main" id="{819A1D2D-B34B-4187-A758-2E7B10D3AAEA}"/>
                </a:ext>
              </a:extLst>
            </p:cNvPr>
            <p:cNvGrpSpPr/>
            <p:nvPr/>
          </p:nvGrpSpPr>
          <p:grpSpPr>
            <a:xfrm>
              <a:off x="4951643" y="2069401"/>
              <a:ext cx="2359180" cy="4194955"/>
              <a:chOff x="4951643" y="2069401"/>
              <a:chExt cx="2359180" cy="4194955"/>
            </a:xfrm>
          </p:grpSpPr>
          <p:sp>
            <p:nvSpPr>
              <p:cNvPr id="31" name="Freeform: Shape 56">
                <a:extLst>
                  <a:ext uri="{FF2B5EF4-FFF2-40B4-BE49-F238E27FC236}">
                    <a16:creationId xmlns:a16="http://schemas.microsoft.com/office/drawing/2014/main" id="{3F242A35-C980-4D89-9B27-6E478DC6335A}"/>
                  </a:ext>
                </a:extLst>
              </p:cNvPr>
              <p:cNvSpPr/>
              <p:nvPr/>
            </p:nvSpPr>
            <p:spPr>
              <a:xfrm>
                <a:off x="4976051" y="2069401"/>
                <a:ext cx="2314575" cy="4185569"/>
              </a:xfrm>
              <a:custGeom>
                <a:avLst/>
                <a:gdLst>
                  <a:gd name="connsiteX0" fmla="*/ 2310003 w 2314575"/>
                  <a:gd name="connsiteY0" fmla="*/ 178403 h 3562350"/>
                  <a:gd name="connsiteX1" fmla="*/ 2310003 w 2314575"/>
                  <a:gd name="connsiteY1" fmla="*/ 3391853 h 3562350"/>
                  <a:gd name="connsiteX2" fmla="*/ 2303526 w 2314575"/>
                  <a:gd name="connsiteY2" fmla="*/ 3438525 h 3562350"/>
                  <a:gd name="connsiteX3" fmla="*/ 2138838 w 2314575"/>
                  <a:gd name="connsiteY3" fmla="*/ 3563112 h 3562350"/>
                  <a:gd name="connsiteX4" fmla="*/ 178308 w 2314575"/>
                  <a:gd name="connsiteY4" fmla="*/ 3563112 h 3562350"/>
                  <a:gd name="connsiteX5" fmla="*/ 66865 w 2314575"/>
                  <a:gd name="connsiteY5" fmla="*/ 3521774 h 3562350"/>
                  <a:gd name="connsiteX6" fmla="*/ 38005 w 2314575"/>
                  <a:gd name="connsiteY6" fmla="*/ 3489960 h 3562350"/>
                  <a:gd name="connsiteX7" fmla="*/ 7144 w 2314575"/>
                  <a:gd name="connsiteY7" fmla="*/ 3391853 h 3562350"/>
                  <a:gd name="connsiteX8" fmla="*/ 7144 w 2314575"/>
                  <a:gd name="connsiteY8" fmla="*/ 178403 h 3562350"/>
                  <a:gd name="connsiteX9" fmla="*/ 178308 w 2314575"/>
                  <a:gd name="connsiteY9" fmla="*/ 7144 h 3562350"/>
                  <a:gd name="connsiteX10" fmla="*/ 2138838 w 2314575"/>
                  <a:gd name="connsiteY10" fmla="*/ 7144 h 3562350"/>
                  <a:gd name="connsiteX11" fmla="*/ 2310003 w 2314575"/>
                  <a:gd name="connsiteY11" fmla="*/ 178403 h 356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4575" h="3562350">
                    <a:moveTo>
                      <a:pt x="2310003" y="178403"/>
                    </a:moveTo>
                    <a:lnTo>
                      <a:pt x="2310003" y="3391853"/>
                    </a:lnTo>
                    <a:cubicBezTo>
                      <a:pt x="2310003" y="3408045"/>
                      <a:pt x="2307812" y="3423666"/>
                      <a:pt x="2303526" y="3438525"/>
                    </a:cubicBezTo>
                    <a:cubicBezTo>
                      <a:pt x="2283238" y="3510439"/>
                      <a:pt x="2217134" y="3563112"/>
                      <a:pt x="2138838" y="3563112"/>
                    </a:cubicBezTo>
                    <a:lnTo>
                      <a:pt x="178308" y="3563112"/>
                    </a:lnTo>
                    <a:cubicBezTo>
                      <a:pt x="135731" y="3563112"/>
                      <a:pt x="96774" y="3547587"/>
                      <a:pt x="66865" y="3521774"/>
                    </a:cubicBezTo>
                    <a:cubicBezTo>
                      <a:pt x="56007" y="3512439"/>
                      <a:pt x="46291" y="3501771"/>
                      <a:pt x="38005" y="3489960"/>
                    </a:cubicBezTo>
                    <a:cubicBezTo>
                      <a:pt x="18574" y="3462242"/>
                      <a:pt x="7144" y="3428333"/>
                      <a:pt x="7144" y="3391853"/>
                    </a:cubicBezTo>
                    <a:lnTo>
                      <a:pt x="7144" y="178403"/>
                    </a:lnTo>
                    <a:cubicBezTo>
                      <a:pt x="7144" y="83820"/>
                      <a:pt x="83820" y="7144"/>
                      <a:pt x="178308" y="7144"/>
                    </a:cubicBezTo>
                    <a:lnTo>
                      <a:pt x="2138838" y="7144"/>
                    </a:lnTo>
                    <a:cubicBezTo>
                      <a:pt x="2233327" y="7144"/>
                      <a:pt x="2310003" y="83820"/>
                      <a:pt x="2310003" y="178403"/>
                    </a:cubicBezTo>
                    <a:close/>
                  </a:path>
                </a:pathLst>
              </a:custGeom>
              <a:solidFill>
                <a:srgbClr val="FFC947"/>
              </a:solidFill>
              <a:ln w="9525" cap="flat">
                <a:noFill/>
                <a:prstDash val="solid"/>
                <a:miter/>
              </a:ln>
            </p:spPr>
            <p:txBody>
              <a:bodyPr rtlCol="0" anchor="ctr"/>
              <a:lstStyle/>
              <a:p>
                <a:endParaRPr lang="en-US">
                  <a:latin typeface="Nunito Sans" pitchFamily="2" charset="0"/>
                </a:endParaRPr>
              </a:p>
            </p:txBody>
          </p:sp>
          <p:grpSp>
            <p:nvGrpSpPr>
              <p:cNvPr id="32" name="Group 31">
                <a:extLst>
                  <a:ext uri="{FF2B5EF4-FFF2-40B4-BE49-F238E27FC236}">
                    <a16:creationId xmlns:a16="http://schemas.microsoft.com/office/drawing/2014/main" id="{803400A5-BCFD-46BE-B4AD-ED1DF176A8E8}"/>
                  </a:ext>
                </a:extLst>
              </p:cNvPr>
              <p:cNvGrpSpPr/>
              <p:nvPr/>
            </p:nvGrpSpPr>
            <p:grpSpPr>
              <a:xfrm>
                <a:off x="4951643" y="4730831"/>
                <a:ext cx="2359180" cy="1533525"/>
                <a:chOff x="4951643" y="4730831"/>
                <a:chExt cx="2359180" cy="1533525"/>
              </a:xfrm>
            </p:grpSpPr>
            <p:sp>
              <p:nvSpPr>
                <p:cNvPr id="33" name="Freeform: Shape 58">
                  <a:extLst>
                    <a:ext uri="{FF2B5EF4-FFF2-40B4-BE49-F238E27FC236}">
                      <a16:creationId xmlns:a16="http://schemas.microsoft.com/office/drawing/2014/main" id="{71591C6C-1C01-4E46-A5E8-078797202908}"/>
                    </a:ext>
                  </a:extLst>
                </p:cNvPr>
                <p:cNvSpPr/>
                <p:nvPr/>
              </p:nvSpPr>
              <p:spPr>
                <a:xfrm>
                  <a:off x="4996248" y="4819358"/>
                  <a:ext cx="2314575" cy="1428750"/>
                </a:xfrm>
                <a:custGeom>
                  <a:avLst/>
                  <a:gdLst>
                    <a:gd name="connsiteX0" fmla="*/ 2310003 w 2314575"/>
                    <a:gd name="connsiteY0" fmla="*/ 7144 h 1428750"/>
                    <a:gd name="connsiteX1" fmla="*/ 2310003 w 2314575"/>
                    <a:gd name="connsiteY1" fmla="*/ 1251490 h 1428750"/>
                    <a:gd name="connsiteX2" fmla="*/ 2303526 w 2314575"/>
                    <a:gd name="connsiteY2" fmla="*/ 1298162 h 1428750"/>
                    <a:gd name="connsiteX3" fmla="*/ 2138838 w 2314575"/>
                    <a:gd name="connsiteY3" fmla="*/ 1422750 h 1428750"/>
                    <a:gd name="connsiteX4" fmla="*/ 178308 w 2314575"/>
                    <a:gd name="connsiteY4" fmla="*/ 1422750 h 1428750"/>
                    <a:gd name="connsiteX5" fmla="*/ 38005 w 2314575"/>
                    <a:gd name="connsiteY5" fmla="*/ 1349597 h 1428750"/>
                    <a:gd name="connsiteX6" fmla="*/ 7144 w 2314575"/>
                    <a:gd name="connsiteY6" fmla="*/ 1251490 h 1428750"/>
                    <a:gd name="connsiteX7" fmla="*/ 7144 w 2314575"/>
                    <a:gd name="connsiteY7" fmla="*/ 817436 h 1428750"/>
                    <a:gd name="connsiteX8" fmla="*/ 61246 w 2314575"/>
                    <a:gd name="connsiteY8" fmla="*/ 791623 h 1428750"/>
                    <a:gd name="connsiteX9" fmla="*/ 190500 w 2314575"/>
                    <a:gd name="connsiteY9" fmla="*/ 753047 h 1428750"/>
                    <a:gd name="connsiteX10" fmla="*/ 282607 w 2314575"/>
                    <a:gd name="connsiteY10" fmla="*/ 755332 h 1428750"/>
                    <a:gd name="connsiteX11" fmla="*/ 444532 w 2314575"/>
                    <a:gd name="connsiteY11" fmla="*/ 764762 h 1428750"/>
                    <a:gd name="connsiteX12" fmla="*/ 541020 w 2314575"/>
                    <a:gd name="connsiteY12" fmla="*/ 738569 h 1428750"/>
                    <a:gd name="connsiteX13" fmla="*/ 587312 w 2314575"/>
                    <a:gd name="connsiteY13" fmla="*/ 715708 h 1428750"/>
                    <a:gd name="connsiteX14" fmla="*/ 936879 w 2314575"/>
                    <a:gd name="connsiteY14" fmla="*/ 524828 h 1428750"/>
                    <a:gd name="connsiteX15" fmla="*/ 987362 w 2314575"/>
                    <a:gd name="connsiteY15" fmla="*/ 520255 h 1428750"/>
                    <a:gd name="connsiteX16" fmla="*/ 1382935 w 2314575"/>
                    <a:gd name="connsiteY16" fmla="*/ 578548 h 1428750"/>
                    <a:gd name="connsiteX17" fmla="*/ 1714404 w 2314575"/>
                    <a:gd name="connsiteY17" fmla="*/ 420719 h 1428750"/>
                    <a:gd name="connsiteX18" fmla="*/ 1732311 w 2314575"/>
                    <a:gd name="connsiteY18" fmla="*/ 404527 h 1428750"/>
                    <a:gd name="connsiteX19" fmla="*/ 1884521 w 2314575"/>
                    <a:gd name="connsiteY19" fmla="*/ 267557 h 1428750"/>
                    <a:gd name="connsiteX20" fmla="*/ 2034254 w 2314575"/>
                    <a:gd name="connsiteY20" fmla="*/ 199358 h 1428750"/>
                    <a:gd name="connsiteX21" fmla="*/ 2137029 w 2314575"/>
                    <a:gd name="connsiteY21" fmla="*/ 185071 h 1428750"/>
                    <a:gd name="connsiteX22" fmla="*/ 2269807 w 2314575"/>
                    <a:gd name="connsiteY22" fmla="*/ 63722 h 1428750"/>
                    <a:gd name="connsiteX23" fmla="*/ 2310003 w 2314575"/>
                    <a:gd name="connsiteY23" fmla="*/ 7144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14575" h="1428750">
                      <a:moveTo>
                        <a:pt x="2310003" y="7144"/>
                      </a:moveTo>
                      <a:lnTo>
                        <a:pt x="2310003" y="1251490"/>
                      </a:lnTo>
                      <a:cubicBezTo>
                        <a:pt x="2310003" y="1267682"/>
                        <a:pt x="2307812" y="1283303"/>
                        <a:pt x="2303526" y="1298162"/>
                      </a:cubicBezTo>
                      <a:cubicBezTo>
                        <a:pt x="2283238" y="1370076"/>
                        <a:pt x="2217134" y="1422750"/>
                        <a:pt x="2138838" y="1422750"/>
                      </a:cubicBezTo>
                      <a:lnTo>
                        <a:pt x="178308" y="1422750"/>
                      </a:lnTo>
                      <a:cubicBezTo>
                        <a:pt x="120205" y="1422750"/>
                        <a:pt x="68961" y="1393793"/>
                        <a:pt x="38005" y="1349597"/>
                      </a:cubicBezTo>
                      <a:cubicBezTo>
                        <a:pt x="18574" y="1321880"/>
                        <a:pt x="7144" y="1287971"/>
                        <a:pt x="7144" y="1251490"/>
                      </a:cubicBezTo>
                      <a:lnTo>
                        <a:pt x="7144" y="817436"/>
                      </a:lnTo>
                      <a:cubicBezTo>
                        <a:pt x="25622" y="807911"/>
                        <a:pt x="43720" y="799243"/>
                        <a:pt x="61246" y="791623"/>
                      </a:cubicBezTo>
                      <a:cubicBezTo>
                        <a:pt x="110204" y="770096"/>
                        <a:pt x="154781" y="756380"/>
                        <a:pt x="190500" y="753047"/>
                      </a:cubicBezTo>
                      <a:cubicBezTo>
                        <a:pt x="221171" y="750189"/>
                        <a:pt x="251841" y="752094"/>
                        <a:pt x="282607" y="755332"/>
                      </a:cubicBezTo>
                      <a:cubicBezTo>
                        <a:pt x="336613" y="761047"/>
                        <a:pt x="390715" y="770572"/>
                        <a:pt x="444532" y="764762"/>
                      </a:cubicBezTo>
                      <a:cubicBezTo>
                        <a:pt x="478346" y="761047"/>
                        <a:pt x="510254" y="751618"/>
                        <a:pt x="541020" y="738569"/>
                      </a:cubicBezTo>
                      <a:cubicBezTo>
                        <a:pt x="556736" y="731806"/>
                        <a:pt x="572071" y="724090"/>
                        <a:pt x="587312" y="715708"/>
                      </a:cubicBezTo>
                      <a:cubicBezTo>
                        <a:pt x="703135" y="651796"/>
                        <a:pt x="805815" y="547306"/>
                        <a:pt x="936879" y="524828"/>
                      </a:cubicBezTo>
                      <a:cubicBezTo>
                        <a:pt x="953738" y="521875"/>
                        <a:pt x="970597" y="520541"/>
                        <a:pt x="987362" y="520255"/>
                      </a:cubicBezTo>
                      <a:cubicBezTo>
                        <a:pt x="1118806" y="517779"/>
                        <a:pt x="1249489" y="584740"/>
                        <a:pt x="1382935" y="578548"/>
                      </a:cubicBezTo>
                      <a:cubicBezTo>
                        <a:pt x="1507712" y="572833"/>
                        <a:pt x="1620298" y="503777"/>
                        <a:pt x="1714404" y="420719"/>
                      </a:cubicBezTo>
                      <a:cubicBezTo>
                        <a:pt x="1720501" y="415385"/>
                        <a:pt x="1726406" y="409956"/>
                        <a:pt x="1732311" y="404527"/>
                      </a:cubicBezTo>
                      <a:cubicBezTo>
                        <a:pt x="1781746" y="358807"/>
                        <a:pt x="1830610" y="307753"/>
                        <a:pt x="1884521" y="267557"/>
                      </a:cubicBezTo>
                      <a:cubicBezTo>
                        <a:pt x="1929670" y="234029"/>
                        <a:pt x="1978533" y="208026"/>
                        <a:pt x="2034254" y="199358"/>
                      </a:cubicBezTo>
                      <a:cubicBezTo>
                        <a:pt x="2068449" y="194024"/>
                        <a:pt x="2103977" y="195644"/>
                        <a:pt x="2137029" y="185071"/>
                      </a:cubicBezTo>
                      <a:cubicBezTo>
                        <a:pt x="2195036" y="166211"/>
                        <a:pt x="2234374" y="113538"/>
                        <a:pt x="2269807" y="63722"/>
                      </a:cubicBezTo>
                      <a:cubicBezTo>
                        <a:pt x="2283238" y="44863"/>
                        <a:pt x="2296573" y="26003"/>
                        <a:pt x="2310003" y="7144"/>
                      </a:cubicBezTo>
                      <a:close/>
                    </a:path>
                  </a:pathLst>
                </a:custGeom>
                <a:solidFill>
                  <a:srgbClr val="FFDF91">
                    <a:alpha val="30000"/>
                  </a:srgbClr>
                </a:solidFill>
                <a:ln w="9525" cap="flat">
                  <a:noFill/>
                  <a:prstDash val="solid"/>
                  <a:miter/>
                </a:ln>
              </p:spPr>
              <p:txBody>
                <a:bodyPr rtlCol="0" anchor="ctr"/>
                <a:lstStyle/>
                <a:p>
                  <a:endParaRPr lang="en-US">
                    <a:latin typeface="Nunito Sans" pitchFamily="2" charset="0"/>
                  </a:endParaRPr>
                </a:p>
              </p:txBody>
            </p:sp>
            <p:sp>
              <p:nvSpPr>
                <p:cNvPr id="34" name="Freeform: Shape 59">
                  <a:extLst>
                    <a:ext uri="{FF2B5EF4-FFF2-40B4-BE49-F238E27FC236}">
                      <a16:creationId xmlns:a16="http://schemas.microsoft.com/office/drawing/2014/main" id="{14E9546F-D4B1-4ABB-A454-C05FD93F1A12}"/>
                    </a:ext>
                  </a:extLst>
                </p:cNvPr>
                <p:cNvSpPr/>
                <p:nvPr/>
              </p:nvSpPr>
              <p:spPr>
                <a:xfrm>
                  <a:off x="4951643" y="4946227"/>
                  <a:ext cx="2314575" cy="1295400"/>
                </a:xfrm>
                <a:custGeom>
                  <a:avLst/>
                  <a:gdLst>
                    <a:gd name="connsiteX0" fmla="*/ 2310003 w 2314575"/>
                    <a:gd name="connsiteY0" fmla="*/ 539239 h 1295400"/>
                    <a:gd name="connsiteX1" fmla="*/ 2310003 w 2314575"/>
                    <a:gd name="connsiteY1" fmla="*/ 1119406 h 1295400"/>
                    <a:gd name="connsiteX2" fmla="*/ 2303526 w 2314575"/>
                    <a:gd name="connsiteY2" fmla="*/ 1166079 h 1295400"/>
                    <a:gd name="connsiteX3" fmla="*/ 2138838 w 2314575"/>
                    <a:gd name="connsiteY3" fmla="*/ 1290666 h 1295400"/>
                    <a:gd name="connsiteX4" fmla="*/ 178308 w 2314575"/>
                    <a:gd name="connsiteY4" fmla="*/ 1290666 h 1295400"/>
                    <a:gd name="connsiteX5" fmla="*/ 38005 w 2314575"/>
                    <a:gd name="connsiteY5" fmla="*/ 1217513 h 1295400"/>
                    <a:gd name="connsiteX6" fmla="*/ 7144 w 2314575"/>
                    <a:gd name="connsiteY6" fmla="*/ 1119406 h 1295400"/>
                    <a:gd name="connsiteX7" fmla="*/ 7144 w 2314575"/>
                    <a:gd name="connsiteY7" fmla="*/ 618010 h 1295400"/>
                    <a:gd name="connsiteX8" fmla="*/ 61246 w 2314575"/>
                    <a:gd name="connsiteY8" fmla="*/ 659539 h 1295400"/>
                    <a:gd name="connsiteX9" fmla="*/ 146304 w 2314575"/>
                    <a:gd name="connsiteY9" fmla="*/ 736597 h 1295400"/>
                    <a:gd name="connsiteX10" fmla="*/ 261366 w 2314575"/>
                    <a:gd name="connsiteY10" fmla="*/ 671541 h 1295400"/>
                    <a:gd name="connsiteX11" fmla="*/ 282607 w 2314575"/>
                    <a:gd name="connsiteY11" fmla="*/ 623249 h 1295400"/>
                    <a:gd name="connsiteX12" fmla="*/ 337947 w 2314575"/>
                    <a:gd name="connsiteY12" fmla="*/ 443893 h 1295400"/>
                    <a:gd name="connsiteX13" fmla="*/ 532161 w 2314575"/>
                    <a:gd name="connsiteY13" fmla="*/ 392077 h 1295400"/>
                    <a:gd name="connsiteX14" fmla="*/ 574643 w 2314575"/>
                    <a:gd name="connsiteY14" fmla="*/ 478659 h 1295400"/>
                    <a:gd name="connsiteX15" fmla="*/ 704660 w 2314575"/>
                    <a:gd name="connsiteY15" fmla="*/ 471039 h 1295400"/>
                    <a:gd name="connsiteX16" fmla="*/ 777335 w 2314575"/>
                    <a:gd name="connsiteY16" fmla="*/ 346738 h 1295400"/>
                    <a:gd name="connsiteX17" fmla="*/ 891540 w 2314575"/>
                    <a:gd name="connsiteY17" fmla="*/ 202911 h 1295400"/>
                    <a:gd name="connsiteX18" fmla="*/ 987076 w 2314575"/>
                    <a:gd name="connsiteY18" fmla="*/ 177955 h 1295400"/>
                    <a:gd name="connsiteX19" fmla="*/ 1065752 w 2314575"/>
                    <a:gd name="connsiteY19" fmla="*/ 207387 h 1295400"/>
                    <a:gd name="connsiteX20" fmla="*/ 1132332 w 2314575"/>
                    <a:gd name="connsiteY20" fmla="*/ 281301 h 1295400"/>
                    <a:gd name="connsiteX21" fmla="*/ 1291495 w 2314575"/>
                    <a:gd name="connsiteY21" fmla="*/ 273776 h 1295400"/>
                    <a:gd name="connsiteX22" fmla="*/ 1382554 w 2314575"/>
                    <a:gd name="connsiteY22" fmla="*/ 132045 h 1295400"/>
                    <a:gd name="connsiteX23" fmla="*/ 1441132 w 2314575"/>
                    <a:gd name="connsiteY23" fmla="*/ 23841 h 1295400"/>
                    <a:gd name="connsiteX24" fmla="*/ 1616964 w 2314575"/>
                    <a:gd name="connsiteY24" fmla="*/ 78800 h 1295400"/>
                    <a:gd name="connsiteX25" fmla="*/ 1700688 w 2314575"/>
                    <a:gd name="connsiteY25" fmla="*/ 266442 h 1295400"/>
                    <a:gd name="connsiteX26" fmla="*/ 1714404 w 2314575"/>
                    <a:gd name="connsiteY26" fmla="*/ 288636 h 1295400"/>
                    <a:gd name="connsiteX27" fmla="*/ 1865852 w 2314575"/>
                    <a:gd name="connsiteY27" fmla="*/ 359121 h 1295400"/>
                    <a:gd name="connsiteX28" fmla="*/ 2016442 w 2314575"/>
                    <a:gd name="connsiteY28" fmla="*/ 209578 h 1295400"/>
                    <a:gd name="connsiteX29" fmla="*/ 2066639 w 2314575"/>
                    <a:gd name="connsiteY29" fmla="*/ 190528 h 1295400"/>
                    <a:gd name="connsiteX30" fmla="*/ 2193703 w 2314575"/>
                    <a:gd name="connsiteY30" fmla="*/ 353501 h 1295400"/>
                    <a:gd name="connsiteX31" fmla="*/ 2212943 w 2314575"/>
                    <a:gd name="connsiteY31" fmla="*/ 438940 h 1295400"/>
                    <a:gd name="connsiteX32" fmla="*/ 2301145 w 2314575"/>
                    <a:gd name="connsiteY32" fmla="*/ 537810 h 1295400"/>
                    <a:gd name="connsiteX33" fmla="*/ 2310003 w 2314575"/>
                    <a:gd name="connsiteY33" fmla="*/ 539239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314575" h="1295400">
                      <a:moveTo>
                        <a:pt x="2310003" y="539239"/>
                      </a:moveTo>
                      <a:lnTo>
                        <a:pt x="2310003" y="1119406"/>
                      </a:lnTo>
                      <a:cubicBezTo>
                        <a:pt x="2310003" y="1135599"/>
                        <a:pt x="2307812" y="1151220"/>
                        <a:pt x="2303526" y="1166079"/>
                      </a:cubicBezTo>
                      <a:cubicBezTo>
                        <a:pt x="2283238" y="1237992"/>
                        <a:pt x="2217134" y="1290666"/>
                        <a:pt x="2138838" y="1290666"/>
                      </a:cubicBezTo>
                      <a:lnTo>
                        <a:pt x="178308" y="1290666"/>
                      </a:lnTo>
                      <a:cubicBezTo>
                        <a:pt x="120205" y="1290666"/>
                        <a:pt x="68961" y="1261710"/>
                        <a:pt x="38005" y="1217513"/>
                      </a:cubicBezTo>
                      <a:cubicBezTo>
                        <a:pt x="18574" y="1189796"/>
                        <a:pt x="7144" y="1155887"/>
                        <a:pt x="7144" y="1119406"/>
                      </a:cubicBezTo>
                      <a:lnTo>
                        <a:pt x="7144" y="618010"/>
                      </a:lnTo>
                      <a:cubicBezTo>
                        <a:pt x="29146" y="624868"/>
                        <a:pt x="45910" y="641061"/>
                        <a:pt x="61246" y="659539"/>
                      </a:cubicBezTo>
                      <a:cubicBezTo>
                        <a:pt x="86773" y="690114"/>
                        <a:pt x="108871" y="726786"/>
                        <a:pt x="146304" y="736597"/>
                      </a:cubicBezTo>
                      <a:cubicBezTo>
                        <a:pt x="192214" y="748693"/>
                        <a:pt x="237934" y="712784"/>
                        <a:pt x="261366" y="671541"/>
                      </a:cubicBezTo>
                      <a:cubicBezTo>
                        <a:pt x="270129" y="656110"/>
                        <a:pt x="276892" y="639918"/>
                        <a:pt x="282607" y="623249"/>
                      </a:cubicBezTo>
                      <a:cubicBezTo>
                        <a:pt x="302800" y="564289"/>
                        <a:pt x="309181" y="499424"/>
                        <a:pt x="337947" y="443893"/>
                      </a:cubicBezTo>
                      <a:cubicBezTo>
                        <a:pt x="374999" y="372551"/>
                        <a:pt x="485013" y="327022"/>
                        <a:pt x="532161" y="392077"/>
                      </a:cubicBezTo>
                      <a:cubicBezTo>
                        <a:pt x="551117" y="418271"/>
                        <a:pt x="552926" y="454751"/>
                        <a:pt x="574643" y="478659"/>
                      </a:cubicBezTo>
                      <a:cubicBezTo>
                        <a:pt x="607123" y="514568"/>
                        <a:pt x="669226" y="503805"/>
                        <a:pt x="704660" y="471039"/>
                      </a:cubicBezTo>
                      <a:cubicBezTo>
                        <a:pt x="740188" y="438178"/>
                        <a:pt x="757047" y="390648"/>
                        <a:pt x="777335" y="346738"/>
                      </a:cubicBezTo>
                      <a:cubicBezTo>
                        <a:pt x="803243" y="290255"/>
                        <a:pt x="838486" y="235296"/>
                        <a:pt x="891540" y="202911"/>
                      </a:cubicBezTo>
                      <a:cubicBezTo>
                        <a:pt x="919829" y="185670"/>
                        <a:pt x="954119" y="176526"/>
                        <a:pt x="987076" y="177955"/>
                      </a:cubicBezTo>
                      <a:cubicBezTo>
                        <a:pt x="1016032" y="179098"/>
                        <a:pt x="1043845" y="188433"/>
                        <a:pt x="1065752" y="207387"/>
                      </a:cubicBezTo>
                      <a:cubicBezTo>
                        <a:pt x="1090898" y="229105"/>
                        <a:pt x="1106043" y="260918"/>
                        <a:pt x="1132332" y="281301"/>
                      </a:cubicBezTo>
                      <a:cubicBezTo>
                        <a:pt x="1177385" y="316353"/>
                        <a:pt x="1245584" y="307686"/>
                        <a:pt x="1291495" y="273776"/>
                      </a:cubicBezTo>
                      <a:cubicBezTo>
                        <a:pt x="1337310" y="239868"/>
                        <a:pt x="1364361" y="186147"/>
                        <a:pt x="1382554" y="132045"/>
                      </a:cubicBezTo>
                      <a:cubicBezTo>
                        <a:pt x="1395794" y="92421"/>
                        <a:pt x="1407319" y="48415"/>
                        <a:pt x="1441132" y="23841"/>
                      </a:cubicBezTo>
                      <a:cubicBezTo>
                        <a:pt x="1496568" y="-16545"/>
                        <a:pt x="1578388" y="22031"/>
                        <a:pt x="1616964" y="78800"/>
                      </a:cubicBezTo>
                      <a:cubicBezTo>
                        <a:pt x="1655540" y="135569"/>
                        <a:pt x="1668304" y="205959"/>
                        <a:pt x="1700688" y="266442"/>
                      </a:cubicBezTo>
                      <a:cubicBezTo>
                        <a:pt x="1704785" y="273967"/>
                        <a:pt x="1709356" y="281397"/>
                        <a:pt x="1714404" y="288636"/>
                      </a:cubicBezTo>
                      <a:cubicBezTo>
                        <a:pt x="1749933" y="339118"/>
                        <a:pt x="1808798" y="377599"/>
                        <a:pt x="1865852" y="359121"/>
                      </a:cubicBezTo>
                      <a:cubicBezTo>
                        <a:pt x="1933003" y="337213"/>
                        <a:pt x="1963103" y="249012"/>
                        <a:pt x="2016442" y="209578"/>
                      </a:cubicBezTo>
                      <a:cubicBezTo>
                        <a:pt x="2031016" y="198720"/>
                        <a:pt x="2047399" y="191671"/>
                        <a:pt x="2066639" y="190528"/>
                      </a:cubicBezTo>
                      <a:cubicBezTo>
                        <a:pt x="2142363" y="186242"/>
                        <a:pt x="2181796" y="278634"/>
                        <a:pt x="2193703" y="353501"/>
                      </a:cubicBezTo>
                      <a:cubicBezTo>
                        <a:pt x="2198084" y="381123"/>
                        <a:pt x="2203799" y="411127"/>
                        <a:pt x="2212943" y="438940"/>
                      </a:cubicBezTo>
                      <a:cubicBezTo>
                        <a:pt x="2228564" y="486565"/>
                        <a:pt x="2254377" y="527427"/>
                        <a:pt x="2301145" y="537810"/>
                      </a:cubicBezTo>
                      <a:cubicBezTo>
                        <a:pt x="2304098" y="538476"/>
                        <a:pt x="2307050" y="538953"/>
                        <a:pt x="2310003" y="539239"/>
                      </a:cubicBezTo>
                      <a:close/>
                    </a:path>
                  </a:pathLst>
                </a:custGeom>
                <a:solidFill>
                  <a:srgbClr val="FFDF91">
                    <a:alpha val="30000"/>
                  </a:srgbClr>
                </a:solidFill>
                <a:ln w="9525" cap="flat">
                  <a:noFill/>
                  <a:prstDash val="solid"/>
                  <a:miter/>
                </a:ln>
              </p:spPr>
              <p:txBody>
                <a:bodyPr rtlCol="0" anchor="ctr"/>
                <a:lstStyle/>
                <a:p>
                  <a:endParaRPr lang="en-US">
                    <a:latin typeface="Nunito Sans" pitchFamily="2" charset="0"/>
                  </a:endParaRPr>
                </a:p>
              </p:txBody>
            </p:sp>
            <p:sp>
              <p:nvSpPr>
                <p:cNvPr id="35" name="Freeform: Shape 60">
                  <a:extLst>
                    <a:ext uri="{FF2B5EF4-FFF2-40B4-BE49-F238E27FC236}">
                      <a16:creationId xmlns:a16="http://schemas.microsoft.com/office/drawing/2014/main" id="{C6DEBDFC-0288-4DA9-9313-8C140E254D35}"/>
                    </a:ext>
                  </a:extLst>
                </p:cNvPr>
                <p:cNvSpPr/>
                <p:nvPr/>
              </p:nvSpPr>
              <p:spPr>
                <a:xfrm>
                  <a:off x="5053398" y="4730831"/>
                  <a:ext cx="2257425" cy="1533525"/>
                </a:xfrm>
                <a:custGeom>
                  <a:avLst/>
                  <a:gdLst>
                    <a:gd name="connsiteX0" fmla="*/ 2250281 w 2257425"/>
                    <a:gd name="connsiteY0" fmla="*/ 823246 h 1533525"/>
                    <a:gd name="connsiteX1" fmla="*/ 2250281 w 2257425"/>
                    <a:gd name="connsiteY1" fmla="*/ 1360646 h 1533525"/>
                    <a:gd name="connsiteX2" fmla="*/ 2243804 w 2257425"/>
                    <a:gd name="connsiteY2" fmla="*/ 1407319 h 1533525"/>
                    <a:gd name="connsiteX3" fmla="*/ 2079117 w 2257425"/>
                    <a:gd name="connsiteY3" fmla="*/ 1531906 h 1533525"/>
                    <a:gd name="connsiteX4" fmla="*/ 118586 w 2257425"/>
                    <a:gd name="connsiteY4" fmla="*/ 1531906 h 1533525"/>
                    <a:gd name="connsiteX5" fmla="*/ 7144 w 2257425"/>
                    <a:gd name="connsiteY5" fmla="*/ 1490567 h 1533525"/>
                    <a:gd name="connsiteX6" fmla="*/ 61341 w 2257425"/>
                    <a:gd name="connsiteY6" fmla="*/ 1385030 h 1533525"/>
                    <a:gd name="connsiteX7" fmla="*/ 328136 w 2257425"/>
                    <a:gd name="connsiteY7" fmla="*/ 1234631 h 1533525"/>
                    <a:gd name="connsiteX8" fmla="*/ 428720 w 2257425"/>
                    <a:gd name="connsiteY8" fmla="*/ 1266444 h 1533525"/>
                    <a:gd name="connsiteX9" fmla="*/ 638460 w 2257425"/>
                    <a:gd name="connsiteY9" fmla="*/ 1085850 h 1533525"/>
                    <a:gd name="connsiteX10" fmla="*/ 698278 w 2257425"/>
                    <a:gd name="connsiteY10" fmla="*/ 755047 h 1533525"/>
                    <a:gd name="connsiteX11" fmla="*/ 697516 w 2257425"/>
                    <a:gd name="connsiteY11" fmla="*/ 721614 h 1533525"/>
                    <a:gd name="connsiteX12" fmla="*/ 697992 w 2257425"/>
                    <a:gd name="connsiteY12" fmla="*/ 508349 h 1533525"/>
                    <a:gd name="connsiteX13" fmla="*/ 705517 w 2257425"/>
                    <a:gd name="connsiteY13" fmla="*/ 479584 h 1533525"/>
                    <a:gd name="connsiteX14" fmla="*/ 890683 w 2257425"/>
                    <a:gd name="connsiteY14" fmla="*/ 364617 h 1533525"/>
                    <a:gd name="connsiteX15" fmla="*/ 935355 w 2257425"/>
                    <a:gd name="connsiteY15" fmla="*/ 383191 h 1533525"/>
                    <a:gd name="connsiteX16" fmla="*/ 1061847 w 2257425"/>
                    <a:gd name="connsiteY16" fmla="*/ 280606 h 1533525"/>
                    <a:gd name="connsiteX17" fmla="*/ 1131475 w 2257425"/>
                    <a:gd name="connsiteY17" fmla="*/ 117729 h 1533525"/>
                    <a:gd name="connsiteX18" fmla="*/ 1407414 w 2257425"/>
                    <a:gd name="connsiteY18" fmla="*/ 118491 h 1533525"/>
                    <a:gd name="connsiteX19" fmla="*/ 1623822 w 2257425"/>
                    <a:gd name="connsiteY19" fmla="*/ 7144 h 1533525"/>
                    <a:gd name="connsiteX20" fmla="*/ 1694498 w 2257425"/>
                    <a:gd name="connsiteY20" fmla="*/ 210693 h 1533525"/>
                    <a:gd name="connsiteX21" fmla="*/ 1728025 w 2257425"/>
                    <a:gd name="connsiteY21" fmla="*/ 427958 h 1533525"/>
                    <a:gd name="connsiteX22" fmla="*/ 1751076 w 2257425"/>
                    <a:gd name="connsiteY22" fmla="*/ 458533 h 1533525"/>
                    <a:gd name="connsiteX23" fmla="*/ 1913573 w 2257425"/>
                    <a:gd name="connsiteY23" fmla="*/ 480441 h 1533525"/>
                    <a:gd name="connsiteX24" fmla="*/ 1905858 w 2257425"/>
                    <a:gd name="connsiteY24" fmla="*/ 545497 h 1533525"/>
                    <a:gd name="connsiteX25" fmla="*/ 2136362 w 2257425"/>
                    <a:gd name="connsiteY25" fmla="*/ 814578 h 1533525"/>
                    <a:gd name="connsiteX26" fmla="*/ 2144649 w 2257425"/>
                    <a:gd name="connsiteY26" fmla="*/ 815721 h 1533525"/>
                    <a:gd name="connsiteX27" fmla="*/ 2250281 w 2257425"/>
                    <a:gd name="connsiteY27" fmla="*/ 823246 h 153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57425" h="1533525">
                      <a:moveTo>
                        <a:pt x="2250281" y="823246"/>
                      </a:moveTo>
                      <a:lnTo>
                        <a:pt x="2250281" y="1360646"/>
                      </a:lnTo>
                      <a:cubicBezTo>
                        <a:pt x="2250281" y="1376839"/>
                        <a:pt x="2248091" y="1392460"/>
                        <a:pt x="2243804" y="1407319"/>
                      </a:cubicBezTo>
                      <a:cubicBezTo>
                        <a:pt x="2223516" y="1479232"/>
                        <a:pt x="2157413" y="1531906"/>
                        <a:pt x="2079117" y="1531906"/>
                      </a:cubicBezTo>
                      <a:lnTo>
                        <a:pt x="118586" y="1531906"/>
                      </a:lnTo>
                      <a:cubicBezTo>
                        <a:pt x="76010" y="1531906"/>
                        <a:pt x="37052" y="1516380"/>
                        <a:pt x="7144" y="1490567"/>
                      </a:cubicBezTo>
                      <a:cubicBezTo>
                        <a:pt x="23813" y="1454562"/>
                        <a:pt x="40862" y="1418749"/>
                        <a:pt x="61341" y="1385030"/>
                      </a:cubicBezTo>
                      <a:cubicBezTo>
                        <a:pt x="118110" y="1291590"/>
                        <a:pt x="221837" y="1209008"/>
                        <a:pt x="328136" y="1234631"/>
                      </a:cubicBezTo>
                      <a:cubicBezTo>
                        <a:pt x="362426" y="1242822"/>
                        <a:pt x="393764" y="1261777"/>
                        <a:pt x="428720" y="1266444"/>
                      </a:cubicBezTo>
                      <a:cubicBezTo>
                        <a:pt x="527590" y="1279874"/>
                        <a:pt x="602932" y="1179195"/>
                        <a:pt x="638460" y="1085850"/>
                      </a:cubicBezTo>
                      <a:cubicBezTo>
                        <a:pt x="678656" y="980504"/>
                        <a:pt x="698849" y="867727"/>
                        <a:pt x="698278" y="755047"/>
                      </a:cubicBezTo>
                      <a:cubicBezTo>
                        <a:pt x="698182" y="743807"/>
                        <a:pt x="697992" y="732758"/>
                        <a:pt x="697516" y="721614"/>
                      </a:cubicBezTo>
                      <a:cubicBezTo>
                        <a:pt x="694468" y="650367"/>
                        <a:pt x="683419" y="577310"/>
                        <a:pt x="697992" y="508349"/>
                      </a:cubicBezTo>
                      <a:cubicBezTo>
                        <a:pt x="699897" y="498634"/>
                        <a:pt x="702373" y="489109"/>
                        <a:pt x="705517" y="479584"/>
                      </a:cubicBezTo>
                      <a:cubicBezTo>
                        <a:pt x="730948" y="402431"/>
                        <a:pt x="814673" y="336042"/>
                        <a:pt x="890683" y="364617"/>
                      </a:cubicBezTo>
                      <a:cubicBezTo>
                        <a:pt x="905827" y="370237"/>
                        <a:pt x="919734" y="379285"/>
                        <a:pt x="935355" y="383191"/>
                      </a:cubicBezTo>
                      <a:cubicBezTo>
                        <a:pt x="993457" y="397573"/>
                        <a:pt x="1043273" y="337566"/>
                        <a:pt x="1061847" y="280606"/>
                      </a:cubicBezTo>
                      <a:cubicBezTo>
                        <a:pt x="1080325" y="223647"/>
                        <a:pt x="1087279" y="158020"/>
                        <a:pt x="1131475" y="117729"/>
                      </a:cubicBezTo>
                      <a:cubicBezTo>
                        <a:pt x="1202817" y="52864"/>
                        <a:pt x="1313879" y="95250"/>
                        <a:pt x="1407414" y="118491"/>
                      </a:cubicBezTo>
                      <a:cubicBezTo>
                        <a:pt x="1500854" y="141827"/>
                        <a:pt x="1638300" y="102489"/>
                        <a:pt x="1623822" y="7144"/>
                      </a:cubicBezTo>
                      <a:cubicBezTo>
                        <a:pt x="1680496" y="55054"/>
                        <a:pt x="1692783" y="136684"/>
                        <a:pt x="1694498" y="210693"/>
                      </a:cubicBezTo>
                      <a:cubicBezTo>
                        <a:pt x="1696117" y="284797"/>
                        <a:pt x="1692117" y="363283"/>
                        <a:pt x="1728025" y="427958"/>
                      </a:cubicBezTo>
                      <a:cubicBezTo>
                        <a:pt x="1734122" y="439007"/>
                        <a:pt x="1741932" y="449294"/>
                        <a:pt x="1751076" y="458533"/>
                      </a:cubicBezTo>
                      <a:cubicBezTo>
                        <a:pt x="1795177" y="503206"/>
                        <a:pt x="1868614" y="522351"/>
                        <a:pt x="1913573" y="480441"/>
                      </a:cubicBezTo>
                      <a:cubicBezTo>
                        <a:pt x="1907857" y="501872"/>
                        <a:pt x="1905381" y="523684"/>
                        <a:pt x="1905858" y="545497"/>
                      </a:cubicBezTo>
                      <a:cubicBezTo>
                        <a:pt x="1908334" y="672465"/>
                        <a:pt x="2008918" y="796671"/>
                        <a:pt x="2136362" y="814578"/>
                      </a:cubicBezTo>
                      <a:cubicBezTo>
                        <a:pt x="2139220" y="815054"/>
                        <a:pt x="2141887" y="815340"/>
                        <a:pt x="2144649" y="815721"/>
                      </a:cubicBezTo>
                      <a:cubicBezTo>
                        <a:pt x="2179511" y="819245"/>
                        <a:pt x="2216468" y="816388"/>
                        <a:pt x="2250281" y="823246"/>
                      </a:cubicBezTo>
                      <a:close/>
                    </a:path>
                  </a:pathLst>
                </a:custGeom>
                <a:solidFill>
                  <a:srgbClr val="FFDF91">
                    <a:alpha val="30000"/>
                  </a:srgbClr>
                </a:solidFill>
                <a:ln w="9525" cap="flat">
                  <a:noFill/>
                  <a:prstDash val="solid"/>
                  <a:miter/>
                </a:ln>
              </p:spPr>
              <p:txBody>
                <a:bodyPr rtlCol="0" anchor="ctr"/>
                <a:lstStyle/>
                <a:p>
                  <a:endParaRPr lang="en-US">
                    <a:latin typeface="Nunito Sans" pitchFamily="2" charset="0"/>
                  </a:endParaRPr>
                </a:p>
              </p:txBody>
            </p:sp>
          </p:grpSp>
        </p:grpSp>
        <p:sp>
          <p:nvSpPr>
            <p:cNvPr id="24" name="Freeform: Shape 57">
              <a:extLst>
                <a:ext uri="{FF2B5EF4-FFF2-40B4-BE49-F238E27FC236}">
                  <a16:creationId xmlns:a16="http://schemas.microsoft.com/office/drawing/2014/main" id="{5455FA49-5D78-48D7-9BC2-C8FAC8C58945}"/>
                </a:ext>
              </a:extLst>
            </p:cNvPr>
            <p:cNvSpPr/>
            <p:nvPr/>
          </p:nvSpPr>
          <p:spPr>
            <a:xfrm>
              <a:off x="4975955" y="2069496"/>
              <a:ext cx="2314575" cy="1057275"/>
            </a:xfrm>
            <a:custGeom>
              <a:avLst/>
              <a:gdLst>
                <a:gd name="connsiteX0" fmla="*/ 2310098 w 2314575"/>
                <a:gd name="connsiteY0" fmla="*/ 178308 h 1057275"/>
                <a:gd name="connsiteX1" fmla="*/ 2310098 w 2314575"/>
                <a:gd name="connsiteY1" fmla="*/ 649319 h 1057275"/>
                <a:gd name="connsiteX2" fmla="*/ 7144 w 2314575"/>
                <a:gd name="connsiteY2" fmla="*/ 781812 h 1057275"/>
                <a:gd name="connsiteX3" fmla="*/ 7144 w 2314575"/>
                <a:gd name="connsiteY3" fmla="*/ 178308 h 1057275"/>
                <a:gd name="connsiteX4" fmla="*/ 178308 w 2314575"/>
                <a:gd name="connsiteY4" fmla="*/ 7144 h 1057275"/>
                <a:gd name="connsiteX5" fmla="*/ 2138839 w 2314575"/>
                <a:gd name="connsiteY5" fmla="*/ 7144 h 1057275"/>
                <a:gd name="connsiteX6" fmla="*/ 2310098 w 2314575"/>
                <a:gd name="connsiteY6" fmla="*/ 178308 h 10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14575" h="1057275">
                  <a:moveTo>
                    <a:pt x="2310098" y="178308"/>
                  </a:moveTo>
                  <a:lnTo>
                    <a:pt x="2310098" y="649319"/>
                  </a:lnTo>
                  <a:cubicBezTo>
                    <a:pt x="1428655" y="1255681"/>
                    <a:pt x="597122" y="1082135"/>
                    <a:pt x="7144" y="781812"/>
                  </a:cubicBezTo>
                  <a:lnTo>
                    <a:pt x="7144" y="178308"/>
                  </a:lnTo>
                  <a:cubicBezTo>
                    <a:pt x="7144" y="83820"/>
                    <a:pt x="83820" y="7144"/>
                    <a:pt x="178308" y="7144"/>
                  </a:cubicBezTo>
                  <a:lnTo>
                    <a:pt x="2138839" y="7144"/>
                  </a:lnTo>
                  <a:cubicBezTo>
                    <a:pt x="2233422" y="7048"/>
                    <a:pt x="2310098" y="83725"/>
                    <a:pt x="2310098" y="178308"/>
                  </a:cubicBezTo>
                  <a:close/>
                </a:path>
              </a:pathLst>
            </a:custGeom>
            <a:solidFill>
              <a:srgbClr val="EFEFEF"/>
            </a:solidFill>
            <a:ln w="9525" cap="flat">
              <a:noFill/>
              <a:prstDash val="solid"/>
              <a:miter/>
            </a:ln>
            <a:effectLst>
              <a:innerShdw blurRad="152400" dist="50800" dir="5400000">
                <a:prstClr val="black">
                  <a:alpha val="20000"/>
                </a:prstClr>
              </a:innerShdw>
            </a:effectLst>
          </p:spPr>
          <p:txBody>
            <a:bodyPr rtlCol="0" anchor="ctr"/>
            <a:lstStyle/>
            <a:p>
              <a:endParaRPr lang="en-US">
                <a:latin typeface="Nunito Sans" pitchFamily="2" charset="0"/>
              </a:endParaRPr>
            </a:p>
          </p:txBody>
        </p:sp>
        <p:sp>
          <p:nvSpPr>
            <p:cNvPr id="26" name="Freeform: Shape 62">
              <a:extLst>
                <a:ext uri="{FF2B5EF4-FFF2-40B4-BE49-F238E27FC236}">
                  <a16:creationId xmlns:a16="http://schemas.microsoft.com/office/drawing/2014/main" id="{2D8FF4BB-D0DE-4454-A248-034ABBC1FFFC}"/>
                </a:ext>
              </a:extLst>
            </p:cNvPr>
            <p:cNvSpPr/>
            <p:nvPr/>
          </p:nvSpPr>
          <p:spPr>
            <a:xfrm>
              <a:off x="5784533" y="2734246"/>
              <a:ext cx="695325" cy="695325"/>
            </a:xfrm>
            <a:custGeom>
              <a:avLst/>
              <a:gdLst>
                <a:gd name="connsiteX0" fmla="*/ 692944 w 695325"/>
                <a:gd name="connsiteY0" fmla="*/ 350044 h 695325"/>
                <a:gd name="connsiteX1" fmla="*/ 350044 w 695325"/>
                <a:gd name="connsiteY1" fmla="*/ 692944 h 695325"/>
                <a:gd name="connsiteX2" fmla="*/ 7144 w 695325"/>
                <a:gd name="connsiteY2" fmla="*/ 350044 h 695325"/>
                <a:gd name="connsiteX3" fmla="*/ 350044 w 695325"/>
                <a:gd name="connsiteY3" fmla="*/ 7144 h 695325"/>
                <a:gd name="connsiteX4" fmla="*/ 692944 w 695325"/>
                <a:gd name="connsiteY4" fmla="*/ 350044 h 695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325" h="695325">
                  <a:moveTo>
                    <a:pt x="692944" y="350044"/>
                  </a:moveTo>
                  <a:cubicBezTo>
                    <a:pt x="692944" y="539422"/>
                    <a:pt x="539422" y="692944"/>
                    <a:pt x="350044" y="692944"/>
                  </a:cubicBezTo>
                  <a:cubicBezTo>
                    <a:pt x="160665" y="692944"/>
                    <a:pt x="7144" y="539422"/>
                    <a:pt x="7144" y="350044"/>
                  </a:cubicBezTo>
                  <a:cubicBezTo>
                    <a:pt x="7144" y="160665"/>
                    <a:pt x="160665" y="7144"/>
                    <a:pt x="350044" y="7144"/>
                  </a:cubicBezTo>
                  <a:cubicBezTo>
                    <a:pt x="539422" y="7144"/>
                    <a:pt x="692944" y="160665"/>
                    <a:pt x="692944" y="350044"/>
                  </a:cubicBezTo>
                  <a:close/>
                </a:path>
              </a:pathLst>
            </a:custGeom>
            <a:solidFill>
              <a:srgbClr val="FFBB24"/>
            </a:solidFill>
            <a:ln w="9525" cap="flat">
              <a:noFill/>
              <a:prstDash val="solid"/>
              <a:miter/>
            </a:ln>
            <a:effectLst>
              <a:outerShdw blurRad="63500" sx="102000" sy="102000" algn="ctr" rotWithShape="0">
                <a:prstClr val="black">
                  <a:alpha val="40000"/>
                </a:prstClr>
              </a:outerShdw>
            </a:effectLst>
          </p:spPr>
          <p:txBody>
            <a:bodyPr rtlCol="0" anchor="ctr"/>
            <a:lstStyle/>
            <a:p>
              <a:endParaRPr lang="en-US">
                <a:latin typeface="Nunito Sans" pitchFamily="2" charset="0"/>
              </a:endParaRPr>
            </a:p>
          </p:txBody>
        </p:sp>
        <p:sp>
          <p:nvSpPr>
            <p:cNvPr id="27" name="TextBox 26">
              <a:extLst>
                <a:ext uri="{FF2B5EF4-FFF2-40B4-BE49-F238E27FC236}">
                  <a16:creationId xmlns:a16="http://schemas.microsoft.com/office/drawing/2014/main" id="{63085AC1-0FDA-420A-A525-690256212933}"/>
                </a:ext>
              </a:extLst>
            </p:cNvPr>
            <p:cNvSpPr txBox="1"/>
            <p:nvPr/>
          </p:nvSpPr>
          <p:spPr>
            <a:xfrm>
              <a:off x="5319059" y="2307042"/>
              <a:ext cx="1668953" cy="366078"/>
            </a:xfrm>
            <a:prstGeom prst="rect">
              <a:avLst/>
            </a:prstGeom>
            <a:noFill/>
            <a:effectLst/>
          </p:spPr>
          <p:txBody>
            <a:bodyPr wrap="none" rtlCol="0">
              <a:spAutoFit/>
            </a:bodyPr>
            <a:lstStyle/>
            <a:p>
              <a:pPr algn="ctr"/>
              <a:r>
                <a:rPr lang="en-US" sz="4400" b="1">
                  <a:solidFill>
                    <a:srgbClr val="FE9301"/>
                  </a:solidFill>
                  <a:latin typeface="Nunito Sans" pitchFamily="2" charset="0"/>
                </a:rPr>
                <a:t>QUẢN GIA 247</a:t>
              </a:r>
            </a:p>
          </p:txBody>
        </p:sp>
        <p:sp>
          <p:nvSpPr>
            <p:cNvPr id="30" name="Rectangle 29">
              <a:extLst>
                <a:ext uri="{FF2B5EF4-FFF2-40B4-BE49-F238E27FC236}">
                  <a16:creationId xmlns:a16="http://schemas.microsoft.com/office/drawing/2014/main" id="{DF6CA66B-DB39-4257-9FA4-521CD4006EF7}"/>
                </a:ext>
              </a:extLst>
            </p:cNvPr>
            <p:cNvSpPr/>
            <p:nvPr/>
          </p:nvSpPr>
          <p:spPr>
            <a:xfrm>
              <a:off x="5006500" y="3435577"/>
              <a:ext cx="2318248" cy="2152538"/>
            </a:xfrm>
            <a:prstGeom prst="rect">
              <a:avLst/>
            </a:prstGeom>
          </p:spPr>
          <p:txBody>
            <a:bodyPr wrap="square">
              <a:spAutoFit/>
            </a:bodyPr>
            <a:lstStyle/>
            <a:p>
              <a:pPr marL="457200" indent="-457200" algn="l">
                <a:lnSpc>
                  <a:spcPct val="150000"/>
                </a:lnSpc>
                <a:buFont typeface="Wingdings" panose="05000000000000000000" pitchFamily="2" charset="2"/>
                <a:buChar char="§"/>
              </a:pPr>
              <a:r>
                <a:rPr lang="vi-VN">
                  <a:solidFill>
                    <a:schemeClr val="bg1"/>
                  </a:solidFill>
                  <a:latin typeface="Nunito Sans" pitchFamily="2" charset="0"/>
                </a:rPr>
                <a:t>Quản gia 24/7, mắt thần trông giữ nhà			</a:t>
              </a:r>
            </a:p>
            <a:p>
              <a:pPr marL="457200" indent="-457200" algn="l">
                <a:lnSpc>
                  <a:spcPct val="150000"/>
                </a:lnSpc>
                <a:buFont typeface="Wingdings" panose="05000000000000000000" pitchFamily="2" charset="2"/>
                <a:buChar char="§"/>
              </a:pPr>
              <a:r>
                <a:rPr lang="vi-VN">
                  <a:solidFill>
                    <a:schemeClr val="bg1"/>
                  </a:solidFill>
                  <a:latin typeface="Nunito Sans" pitchFamily="2" charset="0"/>
                </a:rPr>
                <a:t>Luôn biết ai đến nhà, đuổi kẻ xấu chạy xa			</a:t>
              </a:r>
            </a:p>
            <a:p>
              <a:pPr marL="457200" indent="-457200" algn="l">
                <a:lnSpc>
                  <a:spcPct val="150000"/>
                </a:lnSpc>
                <a:buFont typeface="Wingdings" panose="05000000000000000000" pitchFamily="2" charset="2"/>
                <a:buChar char="§"/>
              </a:pPr>
              <a:r>
                <a:rPr lang="vi-VN">
                  <a:solidFill>
                    <a:schemeClr val="bg1"/>
                  </a:solidFill>
                  <a:latin typeface="Nunito Sans" pitchFamily="2" charset="0"/>
                </a:rPr>
                <a:t>Dù ở chốn phương xa, về thăm nhà mọi lúc	</a:t>
              </a:r>
              <a:endParaRPr lang="en-US">
                <a:solidFill>
                  <a:schemeClr val="bg1"/>
                </a:solidFill>
                <a:latin typeface="Nunito Sans" pitchFamily="2" charset="0"/>
              </a:endParaRPr>
            </a:p>
          </p:txBody>
        </p:sp>
      </p:grpSp>
      <p:grpSp>
        <p:nvGrpSpPr>
          <p:cNvPr id="36" name="Group 35">
            <a:extLst>
              <a:ext uri="{FF2B5EF4-FFF2-40B4-BE49-F238E27FC236}">
                <a16:creationId xmlns:a16="http://schemas.microsoft.com/office/drawing/2014/main" id="{25D8B976-2E61-419D-8209-54C5F7A1EB1A}"/>
              </a:ext>
            </a:extLst>
          </p:cNvPr>
          <p:cNvGrpSpPr/>
          <p:nvPr/>
        </p:nvGrpSpPr>
        <p:grpSpPr>
          <a:xfrm>
            <a:off x="16888164" y="3081949"/>
            <a:ext cx="5973070" cy="8825687"/>
            <a:chOff x="7908688" y="2069401"/>
            <a:chExt cx="2324016" cy="4199006"/>
          </a:xfrm>
        </p:grpSpPr>
        <p:grpSp>
          <p:nvGrpSpPr>
            <p:cNvPr id="37" name="Group 36">
              <a:extLst>
                <a:ext uri="{FF2B5EF4-FFF2-40B4-BE49-F238E27FC236}">
                  <a16:creationId xmlns:a16="http://schemas.microsoft.com/office/drawing/2014/main" id="{98A737B5-F891-4B55-BBB7-329675963DFC}"/>
                </a:ext>
              </a:extLst>
            </p:cNvPr>
            <p:cNvGrpSpPr/>
            <p:nvPr/>
          </p:nvGrpSpPr>
          <p:grpSpPr>
            <a:xfrm>
              <a:off x="7908893" y="2069401"/>
              <a:ext cx="2323811" cy="4199006"/>
              <a:chOff x="7908893" y="2069401"/>
              <a:chExt cx="2323811" cy="4199006"/>
            </a:xfrm>
          </p:grpSpPr>
          <p:sp>
            <p:nvSpPr>
              <p:cNvPr id="45" name="Freeform: Shape 63">
                <a:extLst>
                  <a:ext uri="{FF2B5EF4-FFF2-40B4-BE49-F238E27FC236}">
                    <a16:creationId xmlns:a16="http://schemas.microsoft.com/office/drawing/2014/main" id="{4FC7D04E-3FA9-43D6-B70A-5740DE1CF8C7}"/>
                  </a:ext>
                </a:extLst>
              </p:cNvPr>
              <p:cNvSpPr/>
              <p:nvPr/>
            </p:nvSpPr>
            <p:spPr>
              <a:xfrm>
                <a:off x="7908893" y="2069401"/>
                <a:ext cx="2314575" cy="4172226"/>
              </a:xfrm>
              <a:custGeom>
                <a:avLst/>
                <a:gdLst>
                  <a:gd name="connsiteX0" fmla="*/ 2310003 w 2314575"/>
                  <a:gd name="connsiteY0" fmla="*/ 178403 h 3562350"/>
                  <a:gd name="connsiteX1" fmla="*/ 2310003 w 2314575"/>
                  <a:gd name="connsiteY1" fmla="*/ 3391853 h 3562350"/>
                  <a:gd name="connsiteX2" fmla="*/ 2303526 w 2314575"/>
                  <a:gd name="connsiteY2" fmla="*/ 3438525 h 3562350"/>
                  <a:gd name="connsiteX3" fmla="*/ 2138839 w 2314575"/>
                  <a:gd name="connsiteY3" fmla="*/ 3563112 h 3562350"/>
                  <a:gd name="connsiteX4" fmla="*/ 178308 w 2314575"/>
                  <a:gd name="connsiteY4" fmla="*/ 3563112 h 3562350"/>
                  <a:gd name="connsiteX5" fmla="*/ 66865 w 2314575"/>
                  <a:gd name="connsiteY5" fmla="*/ 3521774 h 3562350"/>
                  <a:gd name="connsiteX6" fmla="*/ 38005 w 2314575"/>
                  <a:gd name="connsiteY6" fmla="*/ 3489960 h 3562350"/>
                  <a:gd name="connsiteX7" fmla="*/ 7144 w 2314575"/>
                  <a:gd name="connsiteY7" fmla="*/ 3391853 h 3562350"/>
                  <a:gd name="connsiteX8" fmla="*/ 7144 w 2314575"/>
                  <a:gd name="connsiteY8" fmla="*/ 178403 h 3562350"/>
                  <a:gd name="connsiteX9" fmla="*/ 178308 w 2314575"/>
                  <a:gd name="connsiteY9" fmla="*/ 7144 h 3562350"/>
                  <a:gd name="connsiteX10" fmla="*/ 2138839 w 2314575"/>
                  <a:gd name="connsiteY10" fmla="*/ 7144 h 3562350"/>
                  <a:gd name="connsiteX11" fmla="*/ 2310003 w 2314575"/>
                  <a:gd name="connsiteY11" fmla="*/ 178403 h 356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4575" h="3562350">
                    <a:moveTo>
                      <a:pt x="2310003" y="178403"/>
                    </a:moveTo>
                    <a:lnTo>
                      <a:pt x="2310003" y="3391853"/>
                    </a:lnTo>
                    <a:cubicBezTo>
                      <a:pt x="2310003" y="3408045"/>
                      <a:pt x="2307812" y="3423666"/>
                      <a:pt x="2303526" y="3438525"/>
                    </a:cubicBezTo>
                    <a:cubicBezTo>
                      <a:pt x="2283238" y="3510439"/>
                      <a:pt x="2217134" y="3563112"/>
                      <a:pt x="2138839" y="3563112"/>
                    </a:cubicBezTo>
                    <a:lnTo>
                      <a:pt x="178308" y="3563112"/>
                    </a:lnTo>
                    <a:cubicBezTo>
                      <a:pt x="135731" y="3563112"/>
                      <a:pt x="96774" y="3547587"/>
                      <a:pt x="66865" y="3521774"/>
                    </a:cubicBezTo>
                    <a:cubicBezTo>
                      <a:pt x="56007" y="3512439"/>
                      <a:pt x="46291" y="3501771"/>
                      <a:pt x="38005" y="3489960"/>
                    </a:cubicBezTo>
                    <a:cubicBezTo>
                      <a:pt x="18574" y="3462242"/>
                      <a:pt x="7144" y="3428333"/>
                      <a:pt x="7144" y="3391853"/>
                    </a:cubicBezTo>
                    <a:lnTo>
                      <a:pt x="7144" y="178403"/>
                    </a:lnTo>
                    <a:cubicBezTo>
                      <a:pt x="7144" y="83820"/>
                      <a:pt x="83820" y="7144"/>
                      <a:pt x="178308" y="7144"/>
                    </a:cubicBezTo>
                    <a:lnTo>
                      <a:pt x="2138839" y="7144"/>
                    </a:lnTo>
                    <a:cubicBezTo>
                      <a:pt x="2233327" y="7144"/>
                      <a:pt x="2310003" y="83820"/>
                      <a:pt x="2310003" y="178403"/>
                    </a:cubicBezTo>
                    <a:close/>
                  </a:path>
                </a:pathLst>
              </a:custGeom>
              <a:solidFill>
                <a:srgbClr val="185ADB"/>
              </a:solidFill>
              <a:ln w="9525" cap="flat">
                <a:noFill/>
                <a:prstDash val="solid"/>
                <a:miter/>
              </a:ln>
            </p:spPr>
            <p:txBody>
              <a:bodyPr rtlCol="0" anchor="ctr"/>
              <a:lstStyle/>
              <a:p>
                <a:endParaRPr lang="en-US">
                  <a:latin typeface="Nunito Sans" pitchFamily="2" charset="0"/>
                </a:endParaRPr>
              </a:p>
            </p:txBody>
          </p:sp>
          <p:grpSp>
            <p:nvGrpSpPr>
              <p:cNvPr id="46" name="Group 45">
                <a:extLst>
                  <a:ext uri="{FF2B5EF4-FFF2-40B4-BE49-F238E27FC236}">
                    <a16:creationId xmlns:a16="http://schemas.microsoft.com/office/drawing/2014/main" id="{F12CABC6-DE46-4558-9751-CD9292B694E7}"/>
                  </a:ext>
                </a:extLst>
              </p:cNvPr>
              <p:cNvGrpSpPr/>
              <p:nvPr/>
            </p:nvGrpSpPr>
            <p:grpSpPr>
              <a:xfrm>
                <a:off x="7916292" y="4664825"/>
                <a:ext cx="2316412" cy="1603582"/>
                <a:chOff x="7916292" y="4664825"/>
                <a:chExt cx="2316412" cy="1603582"/>
              </a:xfrm>
            </p:grpSpPr>
            <p:sp>
              <p:nvSpPr>
                <p:cNvPr id="47" name="Freeform: Shape 65">
                  <a:extLst>
                    <a:ext uri="{FF2B5EF4-FFF2-40B4-BE49-F238E27FC236}">
                      <a16:creationId xmlns:a16="http://schemas.microsoft.com/office/drawing/2014/main" id="{BFFDE748-7C6F-4F43-A37D-D3E62C293132}"/>
                    </a:ext>
                  </a:extLst>
                </p:cNvPr>
                <p:cNvSpPr/>
                <p:nvPr/>
              </p:nvSpPr>
              <p:spPr>
                <a:xfrm>
                  <a:off x="7916292" y="4839657"/>
                  <a:ext cx="2314575" cy="1428750"/>
                </a:xfrm>
                <a:custGeom>
                  <a:avLst/>
                  <a:gdLst>
                    <a:gd name="connsiteX0" fmla="*/ 2310003 w 2314575"/>
                    <a:gd name="connsiteY0" fmla="*/ 7144 h 1428750"/>
                    <a:gd name="connsiteX1" fmla="*/ 2310003 w 2314575"/>
                    <a:gd name="connsiteY1" fmla="*/ 1251490 h 1428750"/>
                    <a:gd name="connsiteX2" fmla="*/ 2303526 w 2314575"/>
                    <a:gd name="connsiteY2" fmla="*/ 1298162 h 1428750"/>
                    <a:gd name="connsiteX3" fmla="*/ 2138839 w 2314575"/>
                    <a:gd name="connsiteY3" fmla="*/ 1422750 h 1428750"/>
                    <a:gd name="connsiteX4" fmla="*/ 178308 w 2314575"/>
                    <a:gd name="connsiteY4" fmla="*/ 1422750 h 1428750"/>
                    <a:gd name="connsiteX5" fmla="*/ 38005 w 2314575"/>
                    <a:gd name="connsiteY5" fmla="*/ 1349597 h 1428750"/>
                    <a:gd name="connsiteX6" fmla="*/ 7144 w 2314575"/>
                    <a:gd name="connsiteY6" fmla="*/ 1251490 h 1428750"/>
                    <a:gd name="connsiteX7" fmla="*/ 7144 w 2314575"/>
                    <a:gd name="connsiteY7" fmla="*/ 817436 h 1428750"/>
                    <a:gd name="connsiteX8" fmla="*/ 61246 w 2314575"/>
                    <a:gd name="connsiteY8" fmla="*/ 791623 h 1428750"/>
                    <a:gd name="connsiteX9" fmla="*/ 190500 w 2314575"/>
                    <a:gd name="connsiteY9" fmla="*/ 753047 h 1428750"/>
                    <a:gd name="connsiteX10" fmla="*/ 282607 w 2314575"/>
                    <a:gd name="connsiteY10" fmla="*/ 755332 h 1428750"/>
                    <a:gd name="connsiteX11" fmla="*/ 444532 w 2314575"/>
                    <a:gd name="connsiteY11" fmla="*/ 764762 h 1428750"/>
                    <a:gd name="connsiteX12" fmla="*/ 541020 w 2314575"/>
                    <a:gd name="connsiteY12" fmla="*/ 738569 h 1428750"/>
                    <a:gd name="connsiteX13" fmla="*/ 587311 w 2314575"/>
                    <a:gd name="connsiteY13" fmla="*/ 715708 h 1428750"/>
                    <a:gd name="connsiteX14" fmla="*/ 936879 w 2314575"/>
                    <a:gd name="connsiteY14" fmla="*/ 524828 h 1428750"/>
                    <a:gd name="connsiteX15" fmla="*/ 987361 w 2314575"/>
                    <a:gd name="connsiteY15" fmla="*/ 520255 h 1428750"/>
                    <a:gd name="connsiteX16" fmla="*/ 1382935 w 2314575"/>
                    <a:gd name="connsiteY16" fmla="*/ 578548 h 1428750"/>
                    <a:gd name="connsiteX17" fmla="*/ 1714405 w 2314575"/>
                    <a:gd name="connsiteY17" fmla="*/ 420719 h 1428750"/>
                    <a:gd name="connsiteX18" fmla="*/ 1732312 w 2314575"/>
                    <a:gd name="connsiteY18" fmla="*/ 404527 h 1428750"/>
                    <a:gd name="connsiteX19" fmla="*/ 1884521 w 2314575"/>
                    <a:gd name="connsiteY19" fmla="*/ 267557 h 1428750"/>
                    <a:gd name="connsiteX20" fmla="*/ 2034254 w 2314575"/>
                    <a:gd name="connsiteY20" fmla="*/ 199358 h 1428750"/>
                    <a:gd name="connsiteX21" fmla="*/ 2137029 w 2314575"/>
                    <a:gd name="connsiteY21" fmla="*/ 185071 h 1428750"/>
                    <a:gd name="connsiteX22" fmla="*/ 2269808 w 2314575"/>
                    <a:gd name="connsiteY22" fmla="*/ 63722 h 1428750"/>
                    <a:gd name="connsiteX23" fmla="*/ 2310003 w 2314575"/>
                    <a:gd name="connsiteY23" fmla="*/ 7144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14575" h="1428750">
                      <a:moveTo>
                        <a:pt x="2310003" y="7144"/>
                      </a:moveTo>
                      <a:lnTo>
                        <a:pt x="2310003" y="1251490"/>
                      </a:lnTo>
                      <a:cubicBezTo>
                        <a:pt x="2310003" y="1267682"/>
                        <a:pt x="2307812" y="1283303"/>
                        <a:pt x="2303526" y="1298162"/>
                      </a:cubicBezTo>
                      <a:cubicBezTo>
                        <a:pt x="2283238" y="1370076"/>
                        <a:pt x="2217134" y="1422750"/>
                        <a:pt x="2138839" y="1422750"/>
                      </a:cubicBezTo>
                      <a:lnTo>
                        <a:pt x="178308" y="1422750"/>
                      </a:lnTo>
                      <a:cubicBezTo>
                        <a:pt x="120205" y="1422750"/>
                        <a:pt x="68961" y="1393793"/>
                        <a:pt x="38005" y="1349597"/>
                      </a:cubicBezTo>
                      <a:cubicBezTo>
                        <a:pt x="18574" y="1321880"/>
                        <a:pt x="7144" y="1287971"/>
                        <a:pt x="7144" y="1251490"/>
                      </a:cubicBezTo>
                      <a:lnTo>
                        <a:pt x="7144" y="817436"/>
                      </a:lnTo>
                      <a:cubicBezTo>
                        <a:pt x="25622" y="807911"/>
                        <a:pt x="43719" y="799243"/>
                        <a:pt x="61246" y="791623"/>
                      </a:cubicBezTo>
                      <a:cubicBezTo>
                        <a:pt x="110204" y="770096"/>
                        <a:pt x="154781" y="756380"/>
                        <a:pt x="190500" y="753047"/>
                      </a:cubicBezTo>
                      <a:cubicBezTo>
                        <a:pt x="221170" y="750189"/>
                        <a:pt x="251841" y="752094"/>
                        <a:pt x="282607" y="755332"/>
                      </a:cubicBezTo>
                      <a:cubicBezTo>
                        <a:pt x="336613" y="761047"/>
                        <a:pt x="390715" y="770572"/>
                        <a:pt x="444532" y="764762"/>
                      </a:cubicBezTo>
                      <a:cubicBezTo>
                        <a:pt x="478345" y="761047"/>
                        <a:pt x="510254" y="751618"/>
                        <a:pt x="541020" y="738569"/>
                      </a:cubicBezTo>
                      <a:cubicBezTo>
                        <a:pt x="556736" y="731806"/>
                        <a:pt x="572072" y="724090"/>
                        <a:pt x="587311" y="715708"/>
                      </a:cubicBezTo>
                      <a:cubicBezTo>
                        <a:pt x="703136" y="651796"/>
                        <a:pt x="805815" y="547306"/>
                        <a:pt x="936879" y="524828"/>
                      </a:cubicBezTo>
                      <a:cubicBezTo>
                        <a:pt x="953738" y="521875"/>
                        <a:pt x="970597" y="520541"/>
                        <a:pt x="987361" y="520255"/>
                      </a:cubicBezTo>
                      <a:cubicBezTo>
                        <a:pt x="1118806" y="517779"/>
                        <a:pt x="1249489" y="584740"/>
                        <a:pt x="1382935" y="578548"/>
                      </a:cubicBezTo>
                      <a:cubicBezTo>
                        <a:pt x="1507712" y="572833"/>
                        <a:pt x="1620298" y="503777"/>
                        <a:pt x="1714405" y="420719"/>
                      </a:cubicBezTo>
                      <a:cubicBezTo>
                        <a:pt x="1720501" y="415385"/>
                        <a:pt x="1726406" y="409956"/>
                        <a:pt x="1732312" y="404527"/>
                      </a:cubicBezTo>
                      <a:cubicBezTo>
                        <a:pt x="1781747" y="358807"/>
                        <a:pt x="1830610" y="307753"/>
                        <a:pt x="1884521" y="267557"/>
                      </a:cubicBezTo>
                      <a:cubicBezTo>
                        <a:pt x="1929669" y="234029"/>
                        <a:pt x="1978533" y="208026"/>
                        <a:pt x="2034254" y="199358"/>
                      </a:cubicBezTo>
                      <a:cubicBezTo>
                        <a:pt x="2068449" y="194024"/>
                        <a:pt x="2103977" y="195644"/>
                        <a:pt x="2137029" y="185071"/>
                      </a:cubicBezTo>
                      <a:cubicBezTo>
                        <a:pt x="2195036" y="166211"/>
                        <a:pt x="2234375" y="113538"/>
                        <a:pt x="2269808" y="63722"/>
                      </a:cubicBezTo>
                      <a:cubicBezTo>
                        <a:pt x="2283238" y="44863"/>
                        <a:pt x="2296572" y="26003"/>
                        <a:pt x="2310003" y="7144"/>
                      </a:cubicBezTo>
                      <a:close/>
                    </a:path>
                  </a:pathLst>
                </a:custGeom>
                <a:solidFill>
                  <a:srgbClr val="467BE2">
                    <a:alpha val="30000"/>
                  </a:srgbClr>
                </a:solidFill>
                <a:ln w="9525" cap="flat">
                  <a:noFill/>
                  <a:prstDash val="solid"/>
                  <a:miter/>
                </a:ln>
              </p:spPr>
              <p:txBody>
                <a:bodyPr rtlCol="0" anchor="ctr"/>
                <a:lstStyle/>
                <a:p>
                  <a:endParaRPr lang="en-US">
                    <a:latin typeface="Nunito Sans" pitchFamily="2" charset="0"/>
                  </a:endParaRPr>
                </a:p>
              </p:txBody>
            </p:sp>
            <p:sp>
              <p:nvSpPr>
                <p:cNvPr id="48" name="Freeform: Shape 66">
                  <a:extLst>
                    <a:ext uri="{FF2B5EF4-FFF2-40B4-BE49-F238E27FC236}">
                      <a16:creationId xmlns:a16="http://schemas.microsoft.com/office/drawing/2014/main" id="{45BE996C-25F7-4117-8626-E159506D46BA}"/>
                    </a:ext>
                  </a:extLst>
                </p:cNvPr>
                <p:cNvSpPr/>
                <p:nvPr/>
              </p:nvSpPr>
              <p:spPr>
                <a:xfrm>
                  <a:off x="7916292" y="4942751"/>
                  <a:ext cx="2314575" cy="1295400"/>
                </a:xfrm>
                <a:custGeom>
                  <a:avLst/>
                  <a:gdLst>
                    <a:gd name="connsiteX0" fmla="*/ 2310003 w 2314575"/>
                    <a:gd name="connsiteY0" fmla="*/ 539239 h 1295400"/>
                    <a:gd name="connsiteX1" fmla="*/ 2310003 w 2314575"/>
                    <a:gd name="connsiteY1" fmla="*/ 1119406 h 1295400"/>
                    <a:gd name="connsiteX2" fmla="*/ 2303526 w 2314575"/>
                    <a:gd name="connsiteY2" fmla="*/ 1166079 h 1295400"/>
                    <a:gd name="connsiteX3" fmla="*/ 2138839 w 2314575"/>
                    <a:gd name="connsiteY3" fmla="*/ 1290666 h 1295400"/>
                    <a:gd name="connsiteX4" fmla="*/ 178308 w 2314575"/>
                    <a:gd name="connsiteY4" fmla="*/ 1290666 h 1295400"/>
                    <a:gd name="connsiteX5" fmla="*/ 38005 w 2314575"/>
                    <a:gd name="connsiteY5" fmla="*/ 1217513 h 1295400"/>
                    <a:gd name="connsiteX6" fmla="*/ 7144 w 2314575"/>
                    <a:gd name="connsiteY6" fmla="*/ 1119406 h 1295400"/>
                    <a:gd name="connsiteX7" fmla="*/ 7144 w 2314575"/>
                    <a:gd name="connsiteY7" fmla="*/ 618010 h 1295400"/>
                    <a:gd name="connsiteX8" fmla="*/ 61246 w 2314575"/>
                    <a:gd name="connsiteY8" fmla="*/ 659539 h 1295400"/>
                    <a:gd name="connsiteX9" fmla="*/ 146304 w 2314575"/>
                    <a:gd name="connsiteY9" fmla="*/ 736597 h 1295400"/>
                    <a:gd name="connsiteX10" fmla="*/ 261366 w 2314575"/>
                    <a:gd name="connsiteY10" fmla="*/ 671541 h 1295400"/>
                    <a:gd name="connsiteX11" fmla="*/ 282607 w 2314575"/>
                    <a:gd name="connsiteY11" fmla="*/ 623249 h 1295400"/>
                    <a:gd name="connsiteX12" fmla="*/ 337947 w 2314575"/>
                    <a:gd name="connsiteY12" fmla="*/ 443893 h 1295400"/>
                    <a:gd name="connsiteX13" fmla="*/ 532162 w 2314575"/>
                    <a:gd name="connsiteY13" fmla="*/ 392077 h 1295400"/>
                    <a:gd name="connsiteX14" fmla="*/ 574643 w 2314575"/>
                    <a:gd name="connsiteY14" fmla="*/ 478659 h 1295400"/>
                    <a:gd name="connsiteX15" fmla="*/ 704659 w 2314575"/>
                    <a:gd name="connsiteY15" fmla="*/ 471039 h 1295400"/>
                    <a:gd name="connsiteX16" fmla="*/ 777335 w 2314575"/>
                    <a:gd name="connsiteY16" fmla="*/ 346738 h 1295400"/>
                    <a:gd name="connsiteX17" fmla="*/ 891540 w 2314575"/>
                    <a:gd name="connsiteY17" fmla="*/ 202911 h 1295400"/>
                    <a:gd name="connsiteX18" fmla="*/ 987076 w 2314575"/>
                    <a:gd name="connsiteY18" fmla="*/ 177955 h 1295400"/>
                    <a:gd name="connsiteX19" fmla="*/ 1065752 w 2314575"/>
                    <a:gd name="connsiteY19" fmla="*/ 207387 h 1295400"/>
                    <a:gd name="connsiteX20" fmla="*/ 1132332 w 2314575"/>
                    <a:gd name="connsiteY20" fmla="*/ 281301 h 1295400"/>
                    <a:gd name="connsiteX21" fmla="*/ 1291494 w 2314575"/>
                    <a:gd name="connsiteY21" fmla="*/ 273776 h 1295400"/>
                    <a:gd name="connsiteX22" fmla="*/ 1382553 w 2314575"/>
                    <a:gd name="connsiteY22" fmla="*/ 132045 h 1295400"/>
                    <a:gd name="connsiteX23" fmla="*/ 1441132 w 2314575"/>
                    <a:gd name="connsiteY23" fmla="*/ 23841 h 1295400"/>
                    <a:gd name="connsiteX24" fmla="*/ 1616964 w 2314575"/>
                    <a:gd name="connsiteY24" fmla="*/ 78800 h 1295400"/>
                    <a:gd name="connsiteX25" fmla="*/ 1700689 w 2314575"/>
                    <a:gd name="connsiteY25" fmla="*/ 266442 h 1295400"/>
                    <a:gd name="connsiteX26" fmla="*/ 1714405 w 2314575"/>
                    <a:gd name="connsiteY26" fmla="*/ 288636 h 1295400"/>
                    <a:gd name="connsiteX27" fmla="*/ 1865852 w 2314575"/>
                    <a:gd name="connsiteY27" fmla="*/ 359121 h 1295400"/>
                    <a:gd name="connsiteX28" fmla="*/ 2016443 w 2314575"/>
                    <a:gd name="connsiteY28" fmla="*/ 209578 h 1295400"/>
                    <a:gd name="connsiteX29" fmla="*/ 2066639 w 2314575"/>
                    <a:gd name="connsiteY29" fmla="*/ 190528 h 1295400"/>
                    <a:gd name="connsiteX30" fmla="*/ 2193703 w 2314575"/>
                    <a:gd name="connsiteY30" fmla="*/ 353501 h 1295400"/>
                    <a:gd name="connsiteX31" fmla="*/ 2212944 w 2314575"/>
                    <a:gd name="connsiteY31" fmla="*/ 438940 h 1295400"/>
                    <a:gd name="connsiteX32" fmla="*/ 2301145 w 2314575"/>
                    <a:gd name="connsiteY32" fmla="*/ 537810 h 1295400"/>
                    <a:gd name="connsiteX33" fmla="*/ 2310003 w 2314575"/>
                    <a:gd name="connsiteY33" fmla="*/ 539239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314575" h="1295400">
                      <a:moveTo>
                        <a:pt x="2310003" y="539239"/>
                      </a:moveTo>
                      <a:lnTo>
                        <a:pt x="2310003" y="1119406"/>
                      </a:lnTo>
                      <a:cubicBezTo>
                        <a:pt x="2310003" y="1135599"/>
                        <a:pt x="2307812" y="1151220"/>
                        <a:pt x="2303526" y="1166079"/>
                      </a:cubicBezTo>
                      <a:cubicBezTo>
                        <a:pt x="2283238" y="1237992"/>
                        <a:pt x="2217134" y="1290666"/>
                        <a:pt x="2138839" y="1290666"/>
                      </a:cubicBezTo>
                      <a:lnTo>
                        <a:pt x="178308" y="1290666"/>
                      </a:lnTo>
                      <a:cubicBezTo>
                        <a:pt x="120205" y="1290666"/>
                        <a:pt x="68961" y="1261710"/>
                        <a:pt x="38005" y="1217513"/>
                      </a:cubicBezTo>
                      <a:cubicBezTo>
                        <a:pt x="18574" y="1189796"/>
                        <a:pt x="7144" y="1155887"/>
                        <a:pt x="7144" y="1119406"/>
                      </a:cubicBezTo>
                      <a:lnTo>
                        <a:pt x="7144" y="618010"/>
                      </a:lnTo>
                      <a:cubicBezTo>
                        <a:pt x="29146" y="624868"/>
                        <a:pt x="45911" y="641061"/>
                        <a:pt x="61246" y="659539"/>
                      </a:cubicBezTo>
                      <a:cubicBezTo>
                        <a:pt x="86773" y="690114"/>
                        <a:pt x="108871" y="726786"/>
                        <a:pt x="146304" y="736597"/>
                      </a:cubicBezTo>
                      <a:cubicBezTo>
                        <a:pt x="192214" y="748693"/>
                        <a:pt x="237934" y="712784"/>
                        <a:pt x="261366" y="671541"/>
                      </a:cubicBezTo>
                      <a:cubicBezTo>
                        <a:pt x="270129" y="656110"/>
                        <a:pt x="276892" y="639918"/>
                        <a:pt x="282607" y="623249"/>
                      </a:cubicBezTo>
                      <a:cubicBezTo>
                        <a:pt x="302800" y="564289"/>
                        <a:pt x="309181" y="499424"/>
                        <a:pt x="337947" y="443893"/>
                      </a:cubicBezTo>
                      <a:cubicBezTo>
                        <a:pt x="374999" y="372551"/>
                        <a:pt x="485013" y="327022"/>
                        <a:pt x="532162" y="392077"/>
                      </a:cubicBezTo>
                      <a:cubicBezTo>
                        <a:pt x="551116" y="418271"/>
                        <a:pt x="552926" y="454751"/>
                        <a:pt x="574643" y="478659"/>
                      </a:cubicBezTo>
                      <a:cubicBezTo>
                        <a:pt x="607123" y="514568"/>
                        <a:pt x="669227" y="503805"/>
                        <a:pt x="704659" y="471039"/>
                      </a:cubicBezTo>
                      <a:cubicBezTo>
                        <a:pt x="740187" y="438178"/>
                        <a:pt x="757047" y="390648"/>
                        <a:pt x="777335" y="346738"/>
                      </a:cubicBezTo>
                      <a:cubicBezTo>
                        <a:pt x="803243" y="290255"/>
                        <a:pt x="838485" y="235296"/>
                        <a:pt x="891540" y="202911"/>
                      </a:cubicBezTo>
                      <a:cubicBezTo>
                        <a:pt x="919829" y="185670"/>
                        <a:pt x="954119" y="176526"/>
                        <a:pt x="987076" y="177955"/>
                      </a:cubicBezTo>
                      <a:cubicBezTo>
                        <a:pt x="1016032" y="179098"/>
                        <a:pt x="1043844" y="188433"/>
                        <a:pt x="1065752" y="207387"/>
                      </a:cubicBezTo>
                      <a:cubicBezTo>
                        <a:pt x="1090898" y="229105"/>
                        <a:pt x="1106043" y="260918"/>
                        <a:pt x="1132332" y="281301"/>
                      </a:cubicBezTo>
                      <a:cubicBezTo>
                        <a:pt x="1177385" y="316353"/>
                        <a:pt x="1245584" y="307686"/>
                        <a:pt x="1291494" y="273776"/>
                      </a:cubicBezTo>
                      <a:cubicBezTo>
                        <a:pt x="1337310" y="239868"/>
                        <a:pt x="1364361" y="186147"/>
                        <a:pt x="1382553" y="132045"/>
                      </a:cubicBezTo>
                      <a:cubicBezTo>
                        <a:pt x="1395793" y="92421"/>
                        <a:pt x="1407319" y="48415"/>
                        <a:pt x="1441132" y="23841"/>
                      </a:cubicBezTo>
                      <a:cubicBezTo>
                        <a:pt x="1496568" y="-16545"/>
                        <a:pt x="1578387" y="22031"/>
                        <a:pt x="1616964" y="78800"/>
                      </a:cubicBezTo>
                      <a:cubicBezTo>
                        <a:pt x="1655540" y="135569"/>
                        <a:pt x="1668303" y="205959"/>
                        <a:pt x="1700689" y="266442"/>
                      </a:cubicBezTo>
                      <a:cubicBezTo>
                        <a:pt x="1704784" y="273967"/>
                        <a:pt x="1709356" y="281397"/>
                        <a:pt x="1714405" y="288636"/>
                      </a:cubicBezTo>
                      <a:cubicBezTo>
                        <a:pt x="1749933" y="339118"/>
                        <a:pt x="1808797" y="377599"/>
                        <a:pt x="1865852" y="359121"/>
                      </a:cubicBezTo>
                      <a:cubicBezTo>
                        <a:pt x="1933004" y="337213"/>
                        <a:pt x="1963102" y="249012"/>
                        <a:pt x="2016443" y="209578"/>
                      </a:cubicBezTo>
                      <a:cubicBezTo>
                        <a:pt x="2031016" y="198720"/>
                        <a:pt x="2047399" y="191671"/>
                        <a:pt x="2066639" y="190528"/>
                      </a:cubicBezTo>
                      <a:cubicBezTo>
                        <a:pt x="2142363" y="186242"/>
                        <a:pt x="2181797" y="278634"/>
                        <a:pt x="2193703" y="353501"/>
                      </a:cubicBezTo>
                      <a:cubicBezTo>
                        <a:pt x="2198084" y="381123"/>
                        <a:pt x="2203799" y="411127"/>
                        <a:pt x="2212944" y="438940"/>
                      </a:cubicBezTo>
                      <a:cubicBezTo>
                        <a:pt x="2228565" y="486565"/>
                        <a:pt x="2254377" y="527427"/>
                        <a:pt x="2301145" y="537810"/>
                      </a:cubicBezTo>
                      <a:cubicBezTo>
                        <a:pt x="2304097" y="538476"/>
                        <a:pt x="2307051" y="538953"/>
                        <a:pt x="2310003" y="539239"/>
                      </a:cubicBezTo>
                      <a:close/>
                    </a:path>
                  </a:pathLst>
                </a:custGeom>
                <a:solidFill>
                  <a:srgbClr val="467BE2">
                    <a:alpha val="30000"/>
                  </a:srgbClr>
                </a:solidFill>
                <a:ln w="9525" cap="flat">
                  <a:noFill/>
                  <a:prstDash val="solid"/>
                  <a:miter/>
                </a:ln>
              </p:spPr>
              <p:txBody>
                <a:bodyPr rtlCol="0" anchor="ctr"/>
                <a:lstStyle/>
                <a:p>
                  <a:endParaRPr lang="en-US">
                    <a:latin typeface="Nunito Sans" pitchFamily="2" charset="0"/>
                  </a:endParaRPr>
                </a:p>
              </p:txBody>
            </p:sp>
            <p:sp>
              <p:nvSpPr>
                <p:cNvPr id="49" name="Freeform: Shape 67">
                  <a:extLst>
                    <a:ext uri="{FF2B5EF4-FFF2-40B4-BE49-F238E27FC236}">
                      <a16:creationId xmlns:a16="http://schemas.microsoft.com/office/drawing/2014/main" id="{26AB7F2E-B7E8-4077-8AAC-3AB53AA11D62}"/>
                    </a:ext>
                  </a:extLst>
                </p:cNvPr>
                <p:cNvSpPr/>
                <p:nvPr/>
              </p:nvSpPr>
              <p:spPr>
                <a:xfrm>
                  <a:off x="7975279" y="4664825"/>
                  <a:ext cx="2257425" cy="1533525"/>
                </a:xfrm>
                <a:custGeom>
                  <a:avLst/>
                  <a:gdLst>
                    <a:gd name="connsiteX0" fmla="*/ 2250281 w 2257425"/>
                    <a:gd name="connsiteY0" fmla="*/ 823246 h 1533525"/>
                    <a:gd name="connsiteX1" fmla="*/ 2250281 w 2257425"/>
                    <a:gd name="connsiteY1" fmla="*/ 1360646 h 1533525"/>
                    <a:gd name="connsiteX2" fmla="*/ 2243805 w 2257425"/>
                    <a:gd name="connsiteY2" fmla="*/ 1407319 h 1533525"/>
                    <a:gd name="connsiteX3" fmla="*/ 2079117 w 2257425"/>
                    <a:gd name="connsiteY3" fmla="*/ 1531906 h 1533525"/>
                    <a:gd name="connsiteX4" fmla="*/ 118586 w 2257425"/>
                    <a:gd name="connsiteY4" fmla="*/ 1531906 h 1533525"/>
                    <a:gd name="connsiteX5" fmla="*/ 7144 w 2257425"/>
                    <a:gd name="connsiteY5" fmla="*/ 1490567 h 1533525"/>
                    <a:gd name="connsiteX6" fmla="*/ 61341 w 2257425"/>
                    <a:gd name="connsiteY6" fmla="*/ 1385030 h 1533525"/>
                    <a:gd name="connsiteX7" fmla="*/ 328136 w 2257425"/>
                    <a:gd name="connsiteY7" fmla="*/ 1234631 h 1533525"/>
                    <a:gd name="connsiteX8" fmla="*/ 428720 w 2257425"/>
                    <a:gd name="connsiteY8" fmla="*/ 1266444 h 1533525"/>
                    <a:gd name="connsiteX9" fmla="*/ 638461 w 2257425"/>
                    <a:gd name="connsiteY9" fmla="*/ 1085850 h 1533525"/>
                    <a:gd name="connsiteX10" fmla="*/ 698278 w 2257425"/>
                    <a:gd name="connsiteY10" fmla="*/ 755047 h 1533525"/>
                    <a:gd name="connsiteX11" fmla="*/ 697516 w 2257425"/>
                    <a:gd name="connsiteY11" fmla="*/ 721614 h 1533525"/>
                    <a:gd name="connsiteX12" fmla="*/ 697992 w 2257425"/>
                    <a:gd name="connsiteY12" fmla="*/ 508349 h 1533525"/>
                    <a:gd name="connsiteX13" fmla="*/ 705517 w 2257425"/>
                    <a:gd name="connsiteY13" fmla="*/ 479584 h 1533525"/>
                    <a:gd name="connsiteX14" fmla="*/ 890683 w 2257425"/>
                    <a:gd name="connsiteY14" fmla="*/ 364617 h 1533525"/>
                    <a:gd name="connsiteX15" fmla="*/ 935355 w 2257425"/>
                    <a:gd name="connsiteY15" fmla="*/ 383191 h 1533525"/>
                    <a:gd name="connsiteX16" fmla="*/ 1061847 w 2257425"/>
                    <a:gd name="connsiteY16" fmla="*/ 280606 h 1533525"/>
                    <a:gd name="connsiteX17" fmla="*/ 1131475 w 2257425"/>
                    <a:gd name="connsiteY17" fmla="*/ 117729 h 1533525"/>
                    <a:gd name="connsiteX18" fmla="*/ 1407414 w 2257425"/>
                    <a:gd name="connsiteY18" fmla="*/ 118491 h 1533525"/>
                    <a:gd name="connsiteX19" fmla="*/ 1623822 w 2257425"/>
                    <a:gd name="connsiteY19" fmla="*/ 7144 h 1533525"/>
                    <a:gd name="connsiteX20" fmla="*/ 1694498 w 2257425"/>
                    <a:gd name="connsiteY20" fmla="*/ 210693 h 1533525"/>
                    <a:gd name="connsiteX21" fmla="*/ 1728026 w 2257425"/>
                    <a:gd name="connsiteY21" fmla="*/ 427958 h 1533525"/>
                    <a:gd name="connsiteX22" fmla="*/ 1751076 w 2257425"/>
                    <a:gd name="connsiteY22" fmla="*/ 458533 h 1533525"/>
                    <a:gd name="connsiteX23" fmla="*/ 1913573 w 2257425"/>
                    <a:gd name="connsiteY23" fmla="*/ 480441 h 1533525"/>
                    <a:gd name="connsiteX24" fmla="*/ 1905858 w 2257425"/>
                    <a:gd name="connsiteY24" fmla="*/ 545497 h 1533525"/>
                    <a:gd name="connsiteX25" fmla="*/ 2136363 w 2257425"/>
                    <a:gd name="connsiteY25" fmla="*/ 814578 h 1533525"/>
                    <a:gd name="connsiteX26" fmla="*/ 2144649 w 2257425"/>
                    <a:gd name="connsiteY26" fmla="*/ 815721 h 1533525"/>
                    <a:gd name="connsiteX27" fmla="*/ 2250281 w 2257425"/>
                    <a:gd name="connsiteY27" fmla="*/ 823246 h 153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57425" h="1533525">
                      <a:moveTo>
                        <a:pt x="2250281" y="823246"/>
                      </a:moveTo>
                      <a:lnTo>
                        <a:pt x="2250281" y="1360646"/>
                      </a:lnTo>
                      <a:cubicBezTo>
                        <a:pt x="2250281" y="1376839"/>
                        <a:pt x="2248091" y="1392460"/>
                        <a:pt x="2243805" y="1407319"/>
                      </a:cubicBezTo>
                      <a:cubicBezTo>
                        <a:pt x="2223517" y="1479232"/>
                        <a:pt x="2157413" y="1531906"/>
                        <a:pt x="2079117" y="1531906"/>
                      </a:cubicBezTo>
                      <a:lnTo>
                        <a:pt x="118586" y="1531906"/>
                      </a:lnTo>
                      <a:cubicBezTo>
                        <a:pt x="76010" y="1531906"/>
                        <a:pt x="37052" y="1516380"/>
                        <a:pt x="7144" y="1490567"/>
                      </a:cubicBezTo>
                      <a:cubicBezTo>
                        <a:pt x="23813" y="1454562"/>
                        <a:pt x="40863" y="1418749"/>
                        <a:pt x="61341" y="1385030"/>
                      </a:cubicBezTo>
                      <a:cubicBezTo>
                        <a:pt x="118110" y="1291590"/>
                        <a:pt x="221838" y="1209008"/>
                        <a:pt x="328136" y="1234631"/>
                      </a:cubicBezTo>
                      <a:cubicBezTo>
                        <a:pt x="362427" y="1242822"/>
                        <a:pt x="393764" y="1261777"/>
                        <a:pt x="428720" y="1266444"/>
                      </a:cubicBezTo>
                      <a:cubicBezTo>
                        <a:pt x="527590" y="1279874"/>
                        <a:pt x="602933" y="1179195"/>
                        <a:pt x="638461" y="1085850"/>
                      </a:cubicBezTo>
                      <a:cubicBezTo>
                        <a:pt x="678656" y="980504"/>
                        <a:pt x="698849" y="867727"/>
                        <a:pt x="698278" y="755047"/>
                      </a:cubicBezTo>
                      <a:cubicBezTo>
                        <a:pt x="698183" y="743807"/>
                        <a:pt x="697992" y="732758"/>
                        <a:pt x="697516" y="721614"/>
                      </a:cubicBezTo>
                      <a:cubicBezTo>
                        <a:pt x="694468" y="650367"/>
                        <a:pt x="683419" y="577310"/>
                        <a:pt x="697992" y="508349"/>
                      </a:cubicBezTo>
                      <a:cubicBezTo>
                        <a:pt x="699897" y="498634"/>
                        <a:pt x="702374" y="489109"/>
                        <a:pt x="705517" y="479584"/>
                      </a:cubicBezTo>
                      <a:cubicBezTo>
                        <a:pt x="730949" y="402431"/>
                        <a:pt x="814674" y="336042"/>
                        <a:pt x="890683" y="364617"/>
                      </a:cubicBezTo>
                      <a:cubicBezTo>
                        <a:pt x="905828" y="370237"/>
                        <a:pt x="919734" y="379285"/>
                        <a:pt x="935355" y="383191"/>
                      </a:cubicBezTo>
                      <a:cubicBezTo>
                        <a:pt x="993458" y="397573"/>
                        <a:pt x="1043274" y="337566"/>
                        <a:pt x="1061847" y="280606"/>
                      </a:cubicBezTo>
                      <a:cubicBezTo>
                        <a:pt x="1080326" y="223647"/>
                        <a:pt x="1087279" y="158020"/>
                        <a:pt x="1131475" y="117729"/>
                      </a:cubicBezTo>
                      <a:cubicBezTo>
                        <a:pt x="1202817" y="52864"/>
                        <a:pt x="1313879" y="95250"/>
                        <a:pt x="1407414" y="118491"/>
                      </a:cubicBezTo>
                      <a:cubicBezTo>
                        <a:pt x="1500854" y="141827"/>
                        <a:pt x="1638300" y="102489"/>
                        <a:pt x="1623822" y="7144"/>
                      </a:cubicBezTo>
                      <a:cubicBezTo>
                        <a:pt x="1680496" y="55054"/>
                        <a:pt x="1692783" y="136684"/>
                        <a:pt x="1694498" y="210693"/>
                      </a:cubicBezTo>
                      <a:cubicBezTo>
                        <a:pt x="1696117" y="284797"/>
                        <a:pt x="1692117" y="363283"/>
                        <a:pt x="1728026" y="427958"/>
                      </a:cubicBezTo>
                      <a:cubicBezTo>
                        <a:pt x="1734122" y="439007"/>
                        <a:pt x="1741932" y="449294"/>
                        <a:pt x="1751076" y="458533"/>
                      </a:cubicBezTo>
                      <a:cubicBezTo>
                        <a:pt x="1795177" y="503206"/>
                        <a:pt x="1868615" y="522351"/>
                        <a:pt x="1913573" y="480441"/>
                      </a:cubicBezTo>
                      <a:cubicBezTo>
                        <a:pt x="1907858" y="501872"/>
                        <a:pt x="1905381" y="523684"/>
                        <a:pt x="1905858" y="545497"/>
                      </a:cubicBezTo>
                      <a:cubicBezTo>
                        <a:pt x="1908334" y="672465"/>
                        <a:pt x="2008918" y="796671"/>
                        <a:pt x="2136363" y="814578"/>
                      </a:cubicBezTo>
                      <a:cubicBezTo>
                        <a:pt x="2139220" y="815054"/>
                        <a:pt x="2141887" y="815340"/>
                        <a:pt x="2144649" y="815721"/>
                      </a:cubicBezTo>
                      <a:cubicBezTo>
                        <a:pt x="2179511" y="819245"/>
                        <a:pt x="2216468" y="816388"/>
                        <a:pt x="2250281" y="823246"/>
                      </a:cubicBezTo>
                      <a:close/>
                    </a:path>
                  </a:pathLst>
                </a:custGeom>
                <a:solidFill>
                  <a:srgbClr val="467BE2">
                    <a:alpha val="30000"/>
                  </a:srgbClr>
                </a:solidFill>
                <a:ln w="9525" cap="flat">
                  <a:noFill/>
                  <a:prstDash val="solid"/>
                  <a:miter/>
                </a:ln>
              </p:spPr>
              <p:txBody>
                <a:bodyPr rtlCol="0" anchor="ctr"/>
                <a:lstStyle/>
                <a:p>
                  <a:endParaRPr lang="en-US">
                    <a:latin typeface="Nunito Sans" pitchFamily="2" charset="0"/>
                  </a:endParaRPr>
                </a:p>
              </p:txBody>
            </p:sp>
          </p:grpSp>
        </p:grpSp>
        <p:sp>
          <p:nvSpPr>
            <p:cNvPr id="38" name="Freeform: Shape 64">
              <a:extLst>
                <a:ext uri="{FF2B5EF4-FFF2-40B4-BE49-F238E27FC236}">
                  <a16:creationId xmlns:a16="http://schemas.microsoft.com/office/drawing/2014/main" id="{B08D4F07-AF99-4084-92A8-3FBE3284190B}"/>
                </a:ext>
              </a:extLst>
            </p:cNvPr>
            <p:cNvSpPr/>
            <p:nvPr/>
          </p:nvSpPr>
          <p:spPr>
            <a:xfrm>
              <a:off x="7908798" y="2069496"/>
              <a:ext cx="2314575" cy="1057275"/>
            </a:xfrm>
            <a:custGeom>
              <a:avLst/>
              <a:gdLst>
                <a:gd name="connsiteX0" fmla="*/ 2310098 w 2314575"/>
                <a:gd name="connsiteY0" fmla="*/ 178308 h 1057275"/>
                <a:gd name="connsiteX1" fmla="*/ 2310098 w 2314575"/>
                <a:gd name="connsiteY1" fmla="*/ 649319 h 1057275"/>
                <a:gd name="connsiteX2" fmla="*/ 7144 w 2314575"/>
                <a:gd name="connsiteY2" fmla="*/ 781812 h 1057275"/>
                <a:gd name="connsiteX3" fmla="*/ 7144 w 2314575"/>
                <a:gd name="connsiteY3" fmla="*/ 178308 h 1057275"/>
                <a:gd name="connsiteX4" fmla="*/ 178308 w 2314575"/>
                <a:gd name="connsiteY4" fmla="*/ 7144 h 1057275"/>
                <a:gd name="connsiteX5" fmla="*/ 2138839 w 2314575"/>
                <a:gd name="connsiteY5" fmla="*/ 7144 h 1057275"/>
                <a:gd name="connsiteX6" fmla="*/ 2310098 w 2314575"/>
                <a:gd name="connsiteY6" fmla="*/ 178308 h 10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14575" h="1057275">
                  <a:moveTo>
                    <a:pt x="2310098" y="178308"/>
                  </a:moveTo>
                  <a:lnTo>
                    <a:pt x="2310098" y="649319"/>
                  </a:lnTo>
                  <a:cubicBezTo>
                    <a:pt x="1428655" y="1255681"/>
                    <a:pt x="597122" y="1082135"/>
                    <a:pt x="7144" y="781812"/>
                  </a:cubicBezTo>
                  <a:lnTo>
                    <a:pt x="7144" y="178308"/>
                  </a:lnTo>
                  <a:cubicBezTo>
                    <a:pt x="7144" y="83820"/>
                    <a:pt x="83820" y="7144"/>
                    <a:pt x="178308" y="7144"/>
                  </a:cubicBezTo>
                  <a:lnTo>
                    <a:pt x="2138839" y="7144"/>
                  </a:lnTo>
                  <a:cubicBezTo>
                    <a:pt x="2233423" y="7048"/>
                    <a:pt x="2310098" y="83725"/>
                    <a:pt x="2310098" y="178308"/>
                  </a:cubicBezTo>
                  <a:close/>
                </a:path>
              </a:pathLst>
            </a:custGeom>
            <a:solidFill>
              <a:srgbClr val="EFEFEF"/>
            </a:solidFill>
            <a:ln w="9525" cap="flat">
              <a:noFill/>
              <a:prstDash val="solid"/>
              <a:miter/>
            </a:ln>
            <a:effectLst>
              <a:innerShdw blurRad="152400" dist="50800" dir="5400000">
                <a:prstClr val="black">
                  <a:alpha val="20000"/>
                </a:prstClr>
              </a:innerShdw>
            </a:effectLst>
          </p:spPr>
          <p:txBody>
            <a:bodyPr rtlCol="0" anchor="ctr"/>
            <a:lstStyle/>
            <a:p>
              <a:endParaRPr lang="en-US">
                <a:latin typeface="Nunito Sans" pitchFamily="2" charset="0"/>
              </a:endParaRPr>
            </a:p>
          </p:txBody>
        </p:sp>
        <p:sp>
          <p:nvSpPr>
            <p:cNvPr id="40" name="Freeform: Shape 69">
              <a:extLst>
                <a:ext uri="{FF2B5EF4-FFF2-40B4-BE49-F238E27FC236}">
                  <a16:creationId xmlns:a16="http://schemas.microsoft.com/office/drawing/2014/main" id="{71E7EB9F-B5EE-4CB1-BFE9-62AD5151F8B1}"/>
                </a:ext>
              </a:extLst>
            </p:cNvPr>
            <p:cNvSpPr/>
            <p:nvPr/>
          </p:nvSpPr>
          <p:spPr>
            <a:xfrm>
              <a:off x="8717471" y="2734246"/>
              <a:ext cx="695325" cy="695325"/>
            </a:xfrm>
            <a:custGeom>
              <a:avLst/>
              <a:gdLst>
                <a:gd name="connsiteX0" fmla="*/ 692944 w 695325"/>
                <a:gd name="connsiteY0" fmla="*/ 350044 h 695325"/>
                <a:gd name="connsiteX1" fmla="*/ 350043 w 695325"/>
                <a:gd name="connsiteY1" fmla="*/ 692944 h 695325"/>
                <a:gd name="connsiteX2" fmla="*/ 7143 w 695325"/>
                <a:gd name="connsiteY2" fmla="*/ 350044 h 695325"/>
                <a:gd name="connsiteX3" fmla="*/ 350043 w 695325"/>
                <a:gd name="connsiteY3" fmla="*/ 7144 h 695325"/>
                <a:gd name="connsiteX4" fmla="*/ 692944 w 695325"/>
                <a:gd name="connsiteY4" fmla="*/ 350044 h 695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325" h="695325">
                  <a:moveTo>
                    <a:pt x="692944" y="350044"/>
                  </a:moveTo>
                  <a:cubicBezTo>
                    <a:pt x="692944" y="539422"/>
                    <a:pt x="539422" y="692944"/>
                    <a:pt x="350043" y="692944"/>
                  </a:cubicBezTo>
                  <a:cubicBezTo>
                    <a:pt x="160665" y="692944"/>
                    <a:pt x="7143" y="539422"/>
                    <a:pt x="7143" y="350044"/>
                  </a:cubicBezTo>
                  <a:cubicBezTo>
                    <a:pt x="7143" y="160665"/>
                    <a:pt x="160665" y="7144"/>
                    <a:pt x="350043" y="7144"/>
                  </a:cubicBezTo>
                  <a:cubicBezTo>
                    <a:pt x="539422" y="7144"/>
                    <a:pt x="692944" y="160665"/>
                    <a:pt x="692944" y="350044"/>
                  </a:cubicBezTo>
                  <a:close/>
                </a:path>
              </a:pathLst>
            </a:custGeom>
            <a:solidFill>
              <a:srgbClr val="467BE2"/>
            </a:solidFill>
            <a:ln w="9525" cap="flat">
              <a:noFill/>
              <a:prstDash val="solid"/>
              <a:miter/>
            </a:ln>
            <a:effectLst>
              <a:outerShdw blurRad="63500" sx="102000" sy="102000" algn="ctr" rotWithShape="0">
                <a:prstClr val="black">
                  <a:alpha val="40000"/>
                </a:prstClr>
              </a:outerShdw>
            </a:effectLst>
          </p:spPr>
          <p:txBody>
            <a:bodyPr rtlCol="0" anchor="ctr"/>
            <a:lstStyle/>
            <a:p>
              <a:endParaRPr lang="en-US">
                <a:latin typeface="Nunito Sans" pitchFamily="2" charset="0"/>
              </a:endParaRPr>
            </a:p>
          </p:txBody>
        </p:sp>
        <p:sp>
          <p:nvSpPr>
            <p:cNvPr id="41" name="TextBox 40">
              <a:extLst>
                <a:ext uri="{FF2B5EF4-FFF2-40B4-BE49-F238E27FC236}">
                  <a16:creationId xmlns:a16="http://schemas.microsoft.com/office/drawing/2014/main" id="{057D2BCB-03A5-4A25-99CF-1084FFFD5A8E}"/>
                </a:ext>
              </a:extLst>
            </p:cNvPr>
            <p:cNvSpPr txBox="1"/>
            <p:nvPr/>
          </p:nvSpPr>
          <p:spPr>
            <a:xfrm>
              <a:off x="8223074" y="2294604"/>
              <a:ext cx="1684115" cy="366078"/>
            </a:xfrm>
            <a:prstGeom prst="rect">
              <a:avLst/>
            </a:prstGeom>
            <a:noFill/>
          </p:spPr>
          <p:txBody>
            <a:bodyPr wrap="none" lIns="91440" tIns="45720" rIns="91440" bIns="45720" rtlCol="0" anchor="t">
              <a:spAutoFit/>
            </a:bodyPr>
            <a:lstStyle/>
            <a:p>
              <a:pPr algn="ctr"/>
              <a:r>
                <a:rPr lang="en-US" sz="4400">
                  <a:solidFill>
                    <a:schemeClr val="accent1">
                      <a:lumMod val="50000"/>
                    </a:schemeClr>
                  </a:solidFill>
                  <a:latin typeface="Nunito Sans"/>
                </a:rPr>
                <a:t>THẦN GIỮ CỦA</a:t>
              </a:r>
              <a:endParaRPr lang="en-US" sz="4400" b="1">
                <a:solidFill>
                  <a:schemeClr val="accent1">
                    <a:lumMod val="50000"/>
                  </a:schemeClr>
                </a:solidFill>
                <a:latin typeface="Nunito Sans" pitchFamily="2" charset="0"/>
              </a:endParaRPr>
            </a:p>
          </p:txBody>
        </p:sp>
        <p:sp>
          <p:nvSpPr>
            <p:cNvPr id="44" name="Rectangle 43">
              <a:extLst>
                <a:ext uri="{FF2B5EF4-FFF2-40B4-BE49-F238E27FC236}">
                  <a16:creationId xmlns:a16="http://schemas.microsoft.com/office/drawing/2014/main" id="{4966E13A-B155-4310-AA0E-48FE93532AFD}"/>
                </a:ext>
              </a:extLst>
            </p:cNvPr>
            <p:cNvSpPr/>
            <p:nvPr/>
          </p:nvSpPr>
          <p:spPr>
            <a:xfrm>
              <a:off x="7908688" y="3456773"/>
              <a:ext cx="2318248" cy="2123252"/>
            </a:xfrm>
            <a:prstGeom prst="rect">
              <a:avLst/>
            </a:prstGeom>
          </p:spPr>
          <p:txBody>
            <a:bodyPr wrap="square" lIns="91440" tIns="45720" rIns="91440" bIns="45720" anchor="t">
              <a:spAutoFit/>
            </a:bodyPr>
            <a:lstStyle/>
            <a:p>
              <a:pPr marL="457200" indent="-457200" algn="l">
                <a:lnSpc>
                  <a:spcPct val="150000"/>
                </a:lnSpc>
                <a:buFont typeface="Wingdings" panose="05000000000000000000" pitchFamily="2" charset="2"/>
                <a:buChar char="§"/>
              </a:pPr>
              <a:r>
                <a:rPr lang="vi-VN">
                  <a:solidFill>
                    <a:schemeClr val="bg1"/>
                  </a:solidFill>
                  <a:latin typeface="Nunito Sans" pitchFamily="2" charset="0"/>
                </a:rPr>
                <a:t>Kiểm soát mọi nơi, cảnh báo tức thời			</a:t>
              </a:r>
              <a:endParaRPr lang="en-US"/>
            </a:p>
            <a:p>
              <a:pPr marL="457200" indent="-457200" algn="l">
                <a:lnSpc>
                  <a:spcPct val="150000"/>
                </a:lnSpc>
                <a:buFont typeface="Wingdings" panose="05000000000000000000" pitchFamily="2" charset="2"/>
                <a:buChar char="§"/>
              </a:pPr>
              <a:r>
                <a:rPr lang="vi-VN">
                  <a:solidFill>
                    <a:schemeClr val="bg1"/>
                  </a:solidFill>
                  <a:latin typeface="Nunito Sans" pitchFamily="2" charset="0"/>
                </a:rPr>
                <a:t>Lưu mọi sự kiện, giám sát toàn diện			</a:t>
              </a:r>
            </a:p>
            <a:p>
              <a:pPr marL="457200" indent="-457200" algn="l">
                <a:lnSpc>
                  <a:spcPct val="150000"/>
                </a:lnSpc>
                <a:buFont typeface="Wingdings" panose="05000000000000000000" pitchFamily="2" charset="2"/>
                <a:buChar char="§"/>
              </a:pPr>
              <a:r>
                <a:rPr lang="vi-VN">
                  <a:solidFill>
                    <a:schemeClr val="bg1"/>
                  </a:solidFill>
                  <a:latin typeface="Nunito Sans" pitchFamily="2" charset="0"/>
                </a:rPr>
                <a:t>Mắt thần radar, đuổi trộm chạy xa 	</a:t>
              </a:r>
              <a:endParaRPr lang="en-US">
                <a:solidFill>
                  <a:schemeClr val="bg1"/>
                </a:solidFill>
                <a:latin typeface="Nunito Sans" pitchFamily="2" charset="0"/>
              </a:endParaRPr>
            </a:p>
          </p:txBody>
        </p:sp>
      </p:grpSp>
      <p:sp>
        <p:nvSpPr>
          <p:cNvPr id="5" name="AutoShape 1" descr="data:image/png;base64,iVBORw0KGgoAAAANSUhEUgAAAGsAAABtCAYAAACm5p8RAAAcr0lEQVR4Xu3dA5As2dMF8Hpr27Zt27YZa8fasbGx3ljbtm3btm3b+8XvxpcT9fpNT2Oq9d+uiI5Rd9W9eTJPnsx7q2bAv//++2/WPTrCAgO6YHUETmmQXbA6B6suWB2EVResLlidZIEOGms3Z3XB6iALdNBQu5HVBauDLNBBQ+1GVhes8hb4559/sh9++CEbbrjhsqGGGqqDTNX6oTY9sv7666/sgw8+yEYfffRspJFGygYMGNB6K3TICJoOFrt8/vnn2ffff5+NN9542QgjjNAhpmr9MFsC1nfffZe99dZb2QQTTJCNNdZY2WCDDdZ6S3TACFoClrz1wAMPpJw1wwwzJDrsHpUt0BKwDOv111/Pnn322WzOOefMJp100m50VcaqdY3cP//8MzvrrLOyaaedNpt77rmzYYcdtorh/rff0rLIYva77rore+2117Jlllkmm2KKKf7bSFQx+5aC9e2332bHHXdcosLFFlss1V75w44DEfjHH39kQw45ZMpx/2Wp3zKwgPDNN99kJ554Yvbll18mKiQ0fvvttwQQWgSQAjqK6FFGGSVh6edffvklG2aYYdJrxBFHTJ9VBvg68sgjZ6OOOmr62//S0VCwRAbl99NPP2Xvv/9+9sknn2Rvvvlm9vXXXydBMfzww2c//vhjipjxxx8/GVvk+Ft0OHzey+8HH3zw7O+//06f+f3339P7FNlDDDFE+uzPP/+cQAxA/U1pQMBMMskkqRDnAJ0anYWDxUDA+PTTT7OPPvooe/vtt1ME8f4pp5wyefzQQw+dABI9ER2MCIwwJCB6q7/CAQDoiM1Z3osuvYwBaAAFoCL8iy++SE4j6qaZZppssskmy8Ycc8yOankVCtZ7772XPfnkk4mmGFO0TDTRRAkUAPF+XwOUAKQoTwdcgOf6kfNQqxeneeONN9ILqKJuxhlnzGabbbaOUKOFgXXHHXdkjz/+eKIbBgAAD0dZDoaZcMIJe6iuFbnEeESXDspnn32WuigYYLTRRssWWGCBbKqppmpriuw3WDz4vvvuyx599NFEMWhHbvKV2uPBaik5iHdPPfXU2fzzz59Arbfrno+YoLugP0AABK0C56uvvkqR7nA9eUuEG7fINqaXXnopUfYcc8yRLbfccuk97Xj0G6yHHnooe+SRR9KkGQBgY4wxRnbPPfek30nuK6+8cvJeuezFF19MYM4333zZPPPMk3JZXwdlCHQRgMaAA5hff/01OYSGsNwEQHRLtHAMyhHdBoiuIdpD/ot45yJYjOedd95J4xNdG2ywQTbLLLMk4dJOR7/AApQcZclDrTTTTDMl45n8Lbfckgy27LLLJmB4M8MzyAsvvJAiUZQtscQSCdw4AEA5EiaEAYMyWqg4AAAk5Lqv8iAg4n3e25fqi8g0Ht+LQOC/8sor2U033ZQA3GijjbLFF188Ad4uR91gAerBBx9MxlxooYUSUIzGyCaMekTTuuuumygvr+wAAjCAzjXXXNkiiyySjH/33XcnEEWI5RO/8z3QvShH5wGKCPECShERADTjev7557Nrrrkme/fdd7PVVlstW2utteqm66JBrgusDz/8MLv66qtTMYvjASVy5IeHH344u/fee5MBl1xyyZS4e1uzQl0A917tJqD5GWA+Q6EBJ8BwvmYspRiXWvC6665LDrXCCitka6yxxiDdlaKBqOZ8NYMlDx1xxBEpf6y66qqJ/qJNhEaAxSvRx6abbtpnR50nX3XVVQl05xIpl112WTbddNOlaEN3rTjQIocU+SJ9qaWWShHW6o5IzWBdccUV2QknnJBts802yetiaR6NXHvttWnpQ14SGfKVIrivQ7678sorU6E677zzpuauXOWzrWzuEktEzfXXX5/o3njWWWedllJiTWCJmB133DGbeeaZE1jjjjtuDzWJtNtuuy0laRGDOmafffaK3siL1Wgff/xxEhsiFwXpFZL48mCrDoARS8aDMdD1mmuu2TJKrBoskXP00Ucnzz/yyCOz6aeffiCl9MwzzyRxQcZr46A1kSHnVDp4sIgVjfLfJZdckjxYPuQQrTxC2qNrOXX99ddPpUgrVGLVYKlDdthhh2yllVZKdUhpPsHv3qOVo0ZZfvnlU9eimlYSgzAGh5CrnEOhjXrkxFYfxodVLr300vQVYGhbydHMZZuqwTrzzDNToXvQQQelJmhemZHv9lRQcmgLWJSgArnaQ1QCXBmgn2jpRNsKYK1O7OagJqMSL7/88iQ6AIUJFl544dT5qMYpq7VFufdVBZZqf7vttkvyepNNNhlEiuuxiSpUxuPkKhFRyzYzxkB/KFSuEmkK7FVWWSU5RzscuiE6MBzXnM0RG1CKgGv0URVYNrZsvfXW2X777ZdkbGnS18B9+eWXUzdDu2bppZdO+arW3t9jjz2WPffcc4kKAUWJuZ5oa0aNVY2xCaCnn3461ZnGhD3kr1133bXhYqhPsHi7xqiBoTn0hJZmnXXW1F2I0EcLN998c/qZlNe1sDxSiRoUoNo8FKEcCKAbbrghAQ7sc889N11TnqxUAlRj6KLeo1HMHjo1wALgTjvtlDo1jTx6BYvxqDv1EgoEhtaLQtGaFarS15ObRJlK/+yzz04GRgsbbrhhNs444/Q6bgB5PxFhmUJbCr0456KLLpp+7/oLLrhg6m6ouagv12uXwxzZ5vbbb095Vltt7733Ti2yRh6DgAUc9VJsbx577LHToLbffvvUVcfVXuoiRgWKwd56661pwyZqWH311ZPxSw9RJHIUmfJZrBqjEc1bK8kUpLYVsBhEDYYW/VxED7AoY0bRrAaTr/fZZ5+GL60MBBZVJ7R5uqgBhAaqqFlvvfV6ljO0h0SZZEtUUEMigBBAC4pbNBjd8DAQOa5JqkYjQqwbUXrA4gAiybl0NQgVFHjhhRem80a3pChjF3EezgqoO++8M5t88slT0dzIYyCwAGURTo3E2JHUtYMoNODF73gWUXHSSSelpQSRwfPlONEYUWI/e6wtHX/88YnfqSf8ns9pos659AUJGutghArPFeWosJXtp3IgmA9R9MQTT6R8bt6NOnrAQmunn356iiAJPq++qD25RgsorwRRGkOqqSRd9KVeQl/aT0ACOvHA+KQ5AaLHBsRSsM4444xEnyKWY2hZyWFomCGowkqipVGGKnde+Qur6IsqmPU3CTCsULSC7QFLde7Q+yrNDSgPhREZ+c6FDZpyieKVTEejcp6VXUIEnemt+RvgCBUg8j6Rhd7kLtfjLECaeOKJk2M414orrpg+p3Es4uTCWmq3RgAXi5X6n+Zi1xQHxQbYgaOjd3ncmOXg0s2r9Y4rgeUiDLL22msnY5V6r0GhSMbKg7X77rsnyrQ8n+8yaM/Ie9QerwOebdIA8TMARZiJBHjEBgPwRvwPbPQqt5122mmJXo2PMZp5mAcHdP14mU8oWfM2duBgC86EZXwGRfp8lCL9FUgJLOF7yimnpAgRvqrxfB1lkCSqeic8Ww1mvUqEECOktUH11iX3eQCR6aINECZLqJg4cAAHQJ6KMn21CMkRRDUq5BiUYdFHPlqMNSLG+EQ5IcHosdE09jyKem0nIOX3IDofoMyVbaUFDWniqT+3NyWwdA6OPfbYpGYMSBhTdHFnh8jT98PFsSzCc/QJeVHsidCKMvByXG3CDOGzqJWYEW2A9BlAWw/jAK5t70Z0M0QXhVhKxQFc6eZPv4/fiXQGJ4qMAcV6cRR51phir2PsevL56FBw0Cg14ntAcei+uu9x/7S8a65sq2XHMatZjSh1ygQWxaVVtO2226bBn3/++WnDiEgzGBe1PMCjRJ2vJqixS6ozPnoTefk1rr6SMs9jMJ8DnOu6hrxGXABOPkR9DGRZhkGJGd4MCJP3lVF95VTAcKAcLz9HDnS92AgaxorzoDPzkl+AULohJ/Z71CMasJBlIMtH1vuwELGGxWppySWw1FGiiRdLlIwmrNFc0BppiiIoMhOLXUrAAyZD1Lsd2eeBr3lLZHAQNEmIbLzxxinKyPr4HSrJe6b3GxPwYicuo4d4MQegAC12QMXfgxWC9p2jEYrTuDjlOeeck9iE0wHLQm61AiSBZVGRYXzIxIS4lVFe7XuDB2J0FhhG3lFnqb9EV38nyJiWHxiP3JezGNZiJM9U6xkLKgyDR+S6tnFHEe5cwIzfxcabonNdredDxYp/+ZfNODdHQ/fV5LIE1nnnnZfoQtHJOE6KZ4EXmx1fffXVns2ZPN2WLflFVzxuxal18Pn3o0WbZeRF3hZ5BjBUIiAZXT4zPmDEHSZ+b6wmTJUBvBUrudXMP9bFpB3CilOaBztWAiyBpRfowyhHiOpGyCU8dKuttko0hIJU6tZwGESkAZQoKQIs1yN05Mn8+hXQqKoLLrggjUmzlEeSyyYuT8Vmzbg/K/Yaohnv7a9krgaEWt7DMTGXhoL5XnzxxSkNWYFm23JHAkuzVCdcFD311FOp1jrqqKPSCU4++eTkASJPD0yzlhFElpVTHlHE8gVHoM6cn4E5CgeRkOUz+VIEUZvaWYABZNzWAzTfR1HuZzRIrKB4Y26HFWdAiCQpBR3qk7K/wlqpYt9Jb01wn+sBy+TUMyZLFe62224JIF+dgGq58cYb08TRpZOjRqKkiJxFWYoInkZxcQQ5EQDqLg5DBYaQ6M378neJqJGUBKLRPKhUHQWgtWo/Yn7M5oVJSHp5TA0W3R5aoTfHSmBJ3tA87LDDEs1Y9aT+Qg7r5YkyyyCM5sUzRKO6oQiwOIKIcX2DNwnnZWC3CtUicaPGAl60sQgiQgRovBnV1nrOWqiu0ntFF+Zge3kLQBjKKgNZr3vTa51lRRb16Q9K4BSXiQDlmGOOSeDpTtx///1Jqfk9vkVd2kFFgIW38XXQmlrEq9JdJpWM4u8iC/giVf5jKOcmZspRTjXn7e97sJk2nm0CbG7XmDrTdj87yfI3bPTQILB4L2qTE0QNdaUIPfTQQ1ORrO0TtEStMapFRF1mHtFf6U6Rui6xwrMYs2jPN2agcTJtIONGP67Vinwm52IRqx2c0tYAKUDdS5WrxfJHokGhx8OIC4LBB31IVFkG0V23ywh4CuZoRVlItBXLZ+up7PMDOfXUU5O6dB3UWvRDTChGxiH54wY6ikzUuV4wRH+jpZbPSzPEk1YfJwWQR0xgMMJqiy22GMiJElixOmw9iXy3F0JkHX744SnRK3y33HLLJIHVQlZteaVVYh0NuaY/YKElA3YOa1iivIhDztLm4QRyF5DUMvIi0eJnuVliR0PYo5m0CCwKmOJmR0wFoNiWR8pLOz3FP7Dcpimq7IdzS+mBBx6YPFvSx5tqKiEq4i666KKkDoElssjN/kYWQ7oWz+LhRexvR3noDjOYH2CilcQRqVrgmC+wKFtOh4KlgmYcsXDJ7u4hYFtK1UKrJSvCjjoeCCydc3nJ5EzSOpWvvBIYBx98cNozCCCTVxibGHXoe4DWG1lxT7J8pe1SlKE4GKaQh+Ul4HACPUy/o2TRoq0DmEKy57DypDmL7kZ3QUQQm1vrE0X2c9griRKtPO+yyy6JFgcCyw86BAbsZbDqFJGEUy1PmLiQZAQeoXgVtsQGWV8vWLGbSvFKnfEswEm8KCLugmS8ahuenI+3ciZLKla/8zd1O6+ODfqnDslkq9LAk8cc8hiAGwUYJ1UDYhQUiIb9jiNZjqIIRdhmm202KFhAgLKIMWjFo2RsPxzj2eyiw6FzQWpaNXZiFCga6lmfMQreRK6KUCUBkIgYuRJtKQsAqKRAkflNO+WoiqdqTjM0lnDe0kM+M37LQ5I5gwGM4Ijbb+VqDYAi21UcPUoJSyYOtsw7ol4oR1M0H3LIIT1poWcPhojySDkFI0qkyny/7777pugxaN0KrRHgxQZP3sCI1Xp93mgGLsHzMGCJTptqLL/ENTkBowKPI1njqrQZBfjAko/22muvsh0LY5fPXFO0MRp1i00YStTLGc7TX2kvAFzDuaUX80GDVr/Np9QuCmWiiz4w55Rv4/9nGbiGrlwlNA0OYGorvC4srXCqU/CoZi8pD2TbxOpRhLwbFaFXjmHfoFyivgCWc6Nj4DEeYIFKMeZVUmnUiH5lhyjcY489+tx8CRBzM2fdErlDlyOoEk0CC03V+nwMYBi/ToUmgpecad4YAwjlGrfAxTDGRolLAwPtGwSE/qBEjJ7kJSCgOdSgmQpxdZYPA4xnxoOsTFKEVVsgowM1HlXGsL5nGJOQd4BjwY4nUmsM67pWpEVAuSWF8Eotpp133jnln3IHJ5UCtH2IC1QY94RxRouhqJm40sUxR/bJ75+MpRoGRmGxLc/nge4FIJ8VRV7V3CRIwcq9Ug1lOBBYLsZAPAAAcgWqkqMMTrRRg36vFovt0ta1DFInnDENhDCoBJrPaHHpgqBCDiJqY9sa+lMTORfH8P549iARRJD0VjwzHhmM3tCMvSF9ta1EsxsrGNSc3LUZh+gQXd7j7yJBLgza58DYKJ7DETkJ3fk9J2RLihngtaQL89Dg5kxy7yB73Q2OUoKqE2vLiCqNz1gy59EoygBMjmqK3pv3iEY0JSL74nr0gPoYXcjzOFFA6MSDUJxbgudIeN4NE6KMt6Fnf+9NiRIZsRVg8803T5FYDliS3fKP63AON1aUHgwvyo2B05hXbADyla1QWzxRW8qIletKTttX1BsXe+y55569PyOXB0W0KBgNFEUAgbJiKJ4ukQtxRpaIRYRuAdowAQoOdXh/b2qR0b3f++QZRbG8QCW5Dkfgxbw1noMh+vC4zwFWfuttPY3TmWj03QCA3owxDy6xRHmJHOPQ0FZ39XUYTzxhNP8QlaILaQ6KyTgeVd7n/VmxE6jcJhLRxcg8k2fJN7EfHdeLSvTDAF7xcMaYlCjhDOgT6FSlfCMpExiiFChxRwvgnY+nhRhCc4re3uQ1iiIc5COfQ92cyjg4gfEbp3FwRmDJn8ROOxzAUloAiyqv6s7HSgOn1ggTCR0outgiI5avUSSujy3Twfu4mHgQuSgDQPKUnIhqRZiBOq8DMKgPBWl24nMqjeAodz8YwBS6wDUOkYXqOJfrGjv6QlsYwjaFWvJKJdv05++cVWRhubI0WO8FUIkoo4ZEGBojNnA975WjGEWekXRRmt+JKp5POvud/AgMwkadweA6/6LByrXKHg3LpSIRFRIp5Q4RJEKJJzlH8ncu9BnP1EXxztFXSVCvXer9HLBQvrRi9b6QyMoPhlxlZHeeMIA8BBjJHRChNkUZ3kexvqImvxNZjEgcAEL4+7tHEOk0yCduRucEKDhaXgDsa1nFxEl/FOvlezQj5ziXa1faXVSv0ev9nLwvn6rN3PpbOFgxMFJcdPiKGuWbaEsxMjDRm98zEhES+wXRFbAYE0go0tKMA0USFiQ+inQeNEbK99ZW6s1QcrFz+yrC6u1r1gtCpc9xrHg2o46RUsJqQMPAMqC44Q498pLIZ6hQvuA1PJw4EIU83PvkKvWX3x9wwAGJUilHYKNMXRVCAEjyHoewM5jaa1TjtZKBi/g7e4l6FI9FCCPzUS+mJ3M349+1y2GigPISGXKW4lmJQJjISdH9MGn5BR0aKI+KfefEhInYAuD3hIXyAZDx/I2+9t0VYdCizwEgOVUexShSiPmLdgxkjrowjqaA5UIoRz5jXAYXXaKJUqPuYpM+fjZ44MlVBizXUXFaQdpb9ijIUZJuFKqokuSmROstQosGotz54u6SuL0ISIQPkKQEqSEaBvbGxyMbmgZWfuC6E3IN2U49Glxs7oxnsIe6M4m4uQ5F+JzayRqUO+QV2wAzOYD7XH6jTSyd+zvqTR76/3vj8+9DuRyiUf8tD0AYRi4yD8xh3Ghd/pSzsQMnpv5QnzysGI6jJWC5uBrMgPXkgGewchpFx8PkKbUT4/leYSzHqZdQhSgCFplvW4BaRH2kCWzCcfBen9PWCkGBXqnP6HwwpN9Rrei1XM1WbeSFgDFH4447Js0zyhXU7npe0eHxN7nKuFA75sjf9N4ysGLiuJoXUY6MZs2M8VGDxb+4NcbE1RykOo9EnVpIhAXQwyiiUEcjDjRKWTKgJZ+IJpEU/wwgEjtDMZ5702o5AhwULnrQvegxBwCgfeMDSjz0n0P4nPfp9HiPyMYwalJg6rTnOzMtB4tRTJAnmaQmqcHag4DS7LaKh/qHmBB9Jq+9pY6LPYDogwHyT1JDoxZTUZ9HOojUuNEu+pX+RoWSyYyWWjt9/ONQ1yCOYjmEog2BACAtNPTm77olaN5iLeaIG8cDwKBADmZOBBcRZs2u9KlybQFWeHHcKE7q23jK04Bl/UwkAYuQYGQrAyhQZIm0eG48cGKTaNCtUkBT14FifJ4UjrtfAMNRRCiBko8sUUfoxN2THMvLWAHjJc9GJx69AoXiFT0iBCvIVfF0Htejhr1HniKolCPG6foUYNm97rWEfCPfa1Ih23XLyVfRgA55oOhDU0CycozGeC3aBBYAeKacpWkbNVf85wQ5w3sZDgB5igGKz4lmKlWk8XRdeWB4xT/D0VkRXYAROfJKLEwyMmBjAdI149kgKFqzGlCiJ/67BMcjgPQ+RWC5o60iyyBFFYPaQMpoNrIwNmpBCzhddJDwDMMAARY1qBRgBEavZ8Oma8kj6kIvxvYzYBnZNUhpABlfng7lLI4guuMfCHAiFGfNLtbAvAc4RBEKjye/VWp3tR1YosdEdCZEkL2E2lLoBjCxV10kAETewv+MglKIhLjJGrC11FzOyXjypbzpehYtGdNCa9xQHjeVoy9RBlAvkRj/MADFUawiD6ABpPdrDqBRLKF57VXNONsOLIkaYCYuP5ksyooNOVSj3aomt//++6dlFZNHYcBhDBQpVwCzll1JPqs7opzQMAZU0BVa83fji5v7jBEQIg4wqNB44z5sAMX/7+IE5kUciTTvrXWTUduBhQrjWVHyhTxBWOBzzVtRo6qXMzxWTzIXedE5Fx1UHepykwWDVHOIFnci2v7FEUSGc0UUAZ0DoGANZ6CIvPx/1PPeUIioLh7O4ntiQxkC2Hobx20JFqrjiTyXN/J0nXbPkkc3nqLJWFRiGIenhrojMkSbyCDtKx1AcR2dfQVsPAkGtQKHkHDu/B2TUVsBKBQiB5GvjF8E+TxnMoYi7rtuS7AYAt0pYMldjyri1VovFKPCWLtJt8L6GBUogccRT7JmLDWXv/f1X3/kD8vnlKgb3ksfnxrAUKQh4zlJ/NO0yLPx6AcAiaSi/xV9W4LF6NSf6GBwtIgKRQpFqK0k0tAJ9Rj3CwdYDIoqtZl8hkiJmieeJBPdi9h+544YNZtiNEBxHjnJ13jYVvQufRX5xkeOk9zAauQ/AG1bsBhJk5cHKxR5seIXWH6OPRrex1giLx6QjCrt9NXqYUzGFqVUHYUZIgDYQIi75e3GFQ1RU/nq72jSewHhqzxIhaLeZj5Sr23BEiW6CgpGkpksjyeCMj56VGtJ2CSw9wKTAJHYAUPRWbBUh8W2N++RW0I4oFUgMzr64gRkenwFtu9dW/7iFPXehFEpd1b6e1uDFX1Du5jIYOpLkhc58hZpDyxqC1iiIta04l9P5A0Qz80QpQQMpckRvBdQzh2PGhKJ7bbq3PZgMTYqtCxCOMT+cd4tV+kkoCQGr6awrOS97fz3jgArDIiyyGQiQRT8r4NT6jgdBVY7e30zxtYFqxlWLugaXbAKMmQzTtMFqxlWLugaXbAKMmQzTtMFqxlWLugaXbAKMmQzTtMFqxlWLugaXbAKMmQzTtMFqxlWLugaXbAKMmQzTtMFqxlWLugaXbAKMmQzTvN/FZlCBPoll88AAAAASUVORK5CYII="/>
          <p:cNvSpPr>
            <a:spLocks noChangeAspect="1" noChangeArrowheads="1"/>
          </p:cNvSpPr>
          <p:nvPr/>
        </p:nvSpPr>
        <p:spPr bwMode="auto">
          <a:xfrm>
            <a:off x="0" y="0"/>
            <a:ext cx="1879600" cy="1879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9" name="Picture 15" descr="Home free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0796" y="4541422"/>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53" name="AutoShape 17" descr="data:image/png;base64,iVBORw0KGgoAAAANSUhEUgAAAfQAAAH0CAYAAADL1t+KAAAACXBIWXMAAA3XAAAN1wFCKJt4AABLiklEQVR4Xu2dibIduY1t3S/q/z+5+5mSqEqlcuCwMZC5HFFRti8HYAHEJpl5zvnPf/gPBCAAAQhAAAIQgAAEIAABCEAAAhCAAAQgAAEIQAACEIAABCAAAQhAAAIQgAAEIAABCEAAAhCAAAQgAAEIQAACEIAABCAAAQhAAAIQgAAEIAABCEAAAhCAAAQgAAEIQAACEIAABCAAAQhAAAIQgAAEIAABCEAAAhCAAAQgAAEIQAACEIAABCAAAQhAAAIQgAAEIAABCEAAAhCAAAQgAAEIQAACEIAABCAAAQhAAAIQgAAEIAABCEAAAhCAAAQgAAEIQAACEIAABCAAAQhAAAIQgAAEIAABCEAAAhCAAAQgAAEIQAACEIAABCAAAQhAAAIQgAAEIAABCEAAAhCAAAQgAAEIQAACEIAABCAAAQhAAAIQgAAEIAABCEAAAhCAAAQgAAEIQAACEIAABCAAAQhAAAIQgAAEIAABCEAAAhCAAAQgAAEIQAACEHAl8D+uszFZFgL/+19DSuz/72DQ/8tiHHZAAAIQgEA/AQS9n1n2HlWslXYW4UfwlUQZCwIQgICYAIIuBhownIWAv7mBwL8R4u8QgAAEnAkg6M7ARdMVES//yRA/xF0UVIaBAAQgMEMggyDM2P+lvhEn8R6+CHsPLdpCAAIQEBNA0MVADYbLLuRnlxF2gyRgSAhAAAJvBBD0N0Kxf19NzI+0EPbY3GF2CEDgYwQQ9JwBX1nIObHnzCmsggAENieAoOcK8E5CjrDnyi2sgQAENifAZ4vzBHhnMS+Uy+axvp2fhzqWQAACENiEACf0+EDuLuRXhHm+Hp93WLA2gdm6wRpcO/6X1iPosUGdXZSx1s/NTkGZ40fvPQlkqAmszUVzC0GPCVyGRRvj+Z+zUjgyRAEbogkcf1sha01mrUZnScP8WZOnwfRlmyDmiPqyyYvh0wR2Wf8I/HQq6AdA0PVMn0bcZTGrqVEc1EQZLwuBL6x51m+SbEPQ/QLxhYU9S5PCMEuQ/hkIfHmts4YDMxBB94H/5QXeS5iC0EuM9lkIsM55nBaaiwi6Pf7oRV4EcuQ/kbmBqI9EjD4RBDL98mGE/61zsqZbSU20+2eiL13fCUSJ+VHER788aIU3b98jQAsI6AlErWu9J34jlgNCqUsIuyHzyFOYoVspho5Y9FaLJULcrXxJkRwYsSSBiDW9JKgGo1nfDZB6myDovcTa23stfu+F4XnF6O1be3Rp+SUCXmv5S0yrr/U2cfQm8YvMbn1G0G3SwboAZFgE1j4eFzyL3SZPGfWZgFeOE4efBNjAT2YCgj4J8KK7dRHIlvTW/rLQ9TnKiAh51hzIVt+ycrq0C0HXhstS3DKcyp9oWfvOKV2bq4z2NwHLHIZ3HwGEvY/Xj9YI+gC0hy6jHxF7s2KV5LYsiKsweIslf89HwDJv83m7lkWs+454cerpgPXStL4sphvx50grJXTJJ6tNDb+nrs4sxisEEPPceVA/7mZVX3N732kdgt4J7Ka5VVFYScwrmirqVsKuiRijfJ1A/Uw0t5RrZAIb+oY4kcwNkBqaWIjXimJ+RmWx0dmBS0NK0cSQgMV6NTSXoU8EqAE3KYGgz68VROuZIXzmc4wRtASyC/rZPo+b1OOV9gq6gKhfrIkVAqddyvrR1MVhx0S1EHVyV5/LXxjRIhdnuR1riId4t9qbkdXR9h1rZWtsLttRFKfwyV+o2TVBLb5dbldWcxlJ7zcC0SJVxbu+7JVJwLOzu7OPWvCLDIL+lsL3f+dk3s9OXUxZyP0x+HoPdQ628Nw9TyOYXnHfnfNrrq20O3x1ZuEGX0lE9cfa2JAunPSbm17WdMnP8s/udbb4V28cSljVh53WVPn8m/AUxNZU+bOdMmG/IuZHgsodPTk8lsNf7aXMvTPDWhd2F/CW3LHk/Db/F2vqDyYk3ltq2P+dGMwx5gsn5vjRe55APY2Xtcx6/snzfGqfp9w+wmdP6iRfe5JYtFSe9C3ssxpTefXOCd0qSoz7RuAo5G9tv/r3KGH/pKgj6P3LTHkihH8//6seX90YaejtNcrb+lRtJj97rTuYLhHC/jlRR1D6s1N1Ivy6CKkKa38E6bETgSLgZS3Vf+rLWeV/v4n7CAdO5SPU/u3jLeyfEnUEfS45Z3rDfoYefSHw/sMqd8V8ZDOJkGszbiQGoxZ8RtRVp81R0Kv1U725yXXdv5FX3VSQy6utpjl7e9bi03p7Goe31udi1Nq7J5atY949mtv6ILW1czORN+yLmP8JVyXoFterhmnA0BMEegXg6YR29Rlq3lqfCM5AV69r+O1P6gj6QPbRRUrA8+pNajiDhRDoFfNq5Fsxr6LCR89CwvpjUo9a8JYHcd4LZkbQBRAZIgUBrtxThMHUiFExP4q6qYEMPk3A47S+ragj6NP5xwAQgIADgVkxdzCRKYQErE/rW4o6gi7MwMahYP43KBUTnqM3JuFizRDzxQImMhdR7wT5T2d7ms8RUL0A9maFsgCu9BIf1+5vmbHe35W5vJ73WFw3+1Z5UL+3YIvagaCvu2CsEvxM5PgrSue/rST260b6u5Z75fh3Ca/jeRF2y3woY6tuCsOoIui+6EcTxjKRZwicxR6Bn6FJX2sCXjdk1n58dXxLUd/ihD4qMF9NqBm/e4rJ1ddZzszt1ff4tZtWX73p5QvzxBLIuomNpcLsls/Vl38HZ4tdiXOOjxSalpPryLjOrk9PN/qNXT0Tk9M9tHK2tVgLLWswJw2suiJgkSNlnqXzhOI3tlh6TtseIjbmRWyvKy6KRUpOx8Z1dnZFDlzZQF7MRiZff6tcWVbUuXIfS9LW4nAnWsdfhhqzYP1e1r+KtT4hPFAR6NmAq+ZkHHsCVtfvy35GvVWY7EOz7gznXeKxeFh/5GJdanaWk9N2bK1HtjhxLXvasoa90fjkza9gUvxss9oi0WwtXn90cnrNGFqtFfJhzXzotdoif5bbDHLl3ps2be3rW+oUkzZetIKABQGu2i2o5hzT4vp9uat3BF2XnMePmiHkOq6MtD8BTlf7x9jDQwtR97BbNgeCPo+S0/g8Q0b4LgHE/Luxt/BcLepLndIR9LmUsihGcxbRGwIQoK6RA0oCy4g6iT8Wdk7lY9zoBYEjAYsNMc/NybHP6tpnHR/MeYR8EBzdIHAiYCXm1DRSrRBQb+yWOKWT/G3Jj5C3caIVBKIILPcRoyhQH5lX/Sy9YEv/snN6AxMkn8VJIoFbP3awu8af4p4hw+5tsFhTu+Zy7kjmt059Uk8t7JzQn4vO6qJXv2L2+O96HdW7g7VYGFblYInrMSvnPzjuSrn5wfCEuvyp3GBXe51rFicIy6z2OpGef16wfh975jzyYmMZ353GVq8t4rtTdtj4os65tKf0zIXYJrTvo1oE/33W5xZ1l1kFNNvNSmWW9UaDoj+bgbr+6hMTNUwXm51HUtb1tPWExfBvCisDrloYtfhlE/An/7KKe9pFqEqWBcZRrzFiukDQE5mozL+UuYeg/8w2ZaBn8vfql9pmxovum03cUy7C6CA5zq9eZ9Qvx+BtMJU6/9Jdvf+zQZBmXbAI8ohNO4rN8WYhA+f6stxKNx4juZSxjzr+6qv7jMywCQJdBL68w1UXmC7wh8Y7Cvkbi2j2X2T+FhPrv1vFnFhaR2798a03f2l0NI0hATljHeQnlyhC/z7qqJwicpE4+Cw8KzGv1hNHnziuOMunci+iiGZICusg3/lI4bmPfv1InHdOEhObFem9xoijTRxXHtUzB+snfELz0Lt4ZkgOzyBzguiPeISwhy7CfkRpekSsJW6+0oQ/tSGRN7BXYFxqzNcE3aMAZf/MeOpVeDDO+w15lwW3CvwXOz3W0QgqYjhCbc8+mXO0Epe/nPsVQfcKLgXFpjh4ntqJ4XUMvdbQbAYRv1mC6/dfIVdNrujlO4SEueAR3BIcCold8Eue1u+et75K43vg/46jxxqyyx5GhkA+AiaHaZNBE7HzKEQIuX/Aiasfc+sNlNoT1qOa6JrjrZa3Ei3e+YRO0V9zIbZY3ftLcS1jnttwUh+hRh8IQCCMwK6Cbi3m9fnHrvzCErJjYo8r+K+Len13oSMs4U1Zk+EhwIABApK1tmPye4j5jtwGcjC8y/HZupUxXxd1K64W4652zWrBgDF/EvhkLuwmTIj5N5ez9RU8or5GXu1Wz9agntPKT+bCTk5bijlX7DkX7dEq6yt4RD13DnzyRJY7JOHWfS4ndhF0azHfhVP4CjM2wOMK3tiFVMNb33yonOXNdhXJvcYp+Vs24p8Rdsmr8glywCpgFIoEwR00wWqT97WcsFpbg2H93a3axWZ7luQ3+mfN40pfosWSQYLzgcIdHIDE05Mb88GxYthi2V0RRsRb6NHmiUBkXp/tkh0SVhd0q6DIALOmwgmQI/MhsGL4ZNnqtWmeOiNEEFg611fe6VqBR8wjlpHdnFbPgb/0kpwVw7uoZ78etctWRo4m4K2J0lz3Nl4VLMRcRfIb43gL0o5UPRmuWpd2jPsXfZKK7APAciiQ5rp0MMfIW1zHcTJ3DGDAVBaC9KVTegmZBcOr54kB6cGUEPhNQK0vVxsEk03DPwsGUfIVeSe/EfMFEyGJyVXUV90c92J88tOkSPUaSHsITBKo3zsyOcyP7urNwaNNqxUhi6t2xFyRtmuM4XHCXIOE3krVRnu1mqQnyYjRBJbNwdUMV+92EPPopeM/v4Wof+3q3SpqnPCtyDLuJwisJOiqE0ANLGL+iRS/dBJRzxl79YY9p5dYBQEjAqsIusVV+yq+G4X+88NaiPqXoarEuGy01Zv3L8cF3/sIlNxb9qZoFVFTFYvj6bwvzLRuJVAXRPn38Z/W/iu3+/LVu7II1u/fRthXXg1r2V7rllprXHN4BUF3BbJWDqay9rwgysI4/pPx5GVxSv+iqFvcoJXkRthTLfEtjbES8hBYKwi6esfEs3N9qrUW9IxiZyHqesI5R/QqhhnzJmdEsKqXgFpfzvO7bkqzC7r6dI6Y96a7vn3G4qwW9Yw+KiJZBbysI+VndRW2MQYEegmo9eVp/irsde2YzJ39i2XUu6fsG5jehMzQvvV0nsFWbOgjkCm2X/sCn75I0XqEgFpfemyoAn/sM33gzCxw6h2M8qWdnsDt3Ha04Gc8wXJK/5mpx1N4ZMHbed3gWzwBtb4oPJq+ns8q6KNCcQd1euejiBZj/EHgC6K+WsjV6241/7EXAhkIDNfGrIKuPhlk9TND8ozasGvxV57UhxfmaFAm+q0QT3VdmMBFVwiYEhiqHRmFTn0VwlW7Pu9UxX8oafXuMOIiBFjLiwQKM2MIZBR05S6cq3Z9XqnEvFqWUdS/ekrXZwsjQgACowS6a2M2QVefzrP5NxrYLP3UYp7Fr6/bQVy/ngH4vwWBbIKnPp1vEaQkTlgW/e6dqAMTTukOkJkCAkEEsmmfBMOWTv0is7NvkuB3DGIp5l+5eu/ATdMLAjw+Iy3UBLZ7JyOT6Cmv27cLlDqTO8bzEPMOc5ZtmvEWYhWYiPkqkVrLTuUtXArPMwm66rqdxa9LLW8xzyh62y16XXq4jMR6dsH82Um2Wt9ZBF15Ov9sZood9xbzzFfvKrQZNywq3yzGQcwtqDLmmUAWHZyOTBZHVKfzAiSLT9PBCRwgSswDXX6ceqtd/IWnGdZMfUxWf/Sl1IQMdmXNSezSEij5Vv/J9Mi2aw1k/3GW3pBlCkSv7VnaZxBzfojDPxuifj2NU7h/rJnxmcBZRKN0pXveLvU3ygLldXsGf4wwmQ/r9dvWrY5ku55WndKz+VXjofKvNb60gwAE7gkMbXQzCKDqur17N0M2/SaQ4VR+FY6s4rdr6iDqu0YWv1YiMCTmxcHoK3dO5/FpllXMK5kdr99Vm1iL7Kmb/Ja1mdkPCzaM+U0CqsdRtZbdrZthIT8Wy8gQqU7V0yAiIQTNnV3Iz1iyxFjFLYs/M+mnWL87cJhhSN/8BFRr3nwDHHnl3nICaA11pB+tNmZoV5h7PCtXFPozryzX76prafPF7ZBwFnF2MJspINBFQKEvLmtFYWgXGYPGLqAM7PYc8iji1kJST1wWccki6qrYKTe1Kptax1GdWnaoQa3MaPddAqV2lZpouuajn6ErwktBuKeoKrqtcTpen5a4WMy/4zP1Vr6R7SxiabHpi2TE3BB4I1CFvbaTHrAixVDhCAXhOn08rtXPM189C1VdT2e7frfy660YRPzdMpcUNSCCCXNCQEVAemqPOqGbXjuoSC84jsUpqhXD3ebQSvyO1++RG9NWPlftMgtaZC7NMLXsW+vWqvlmyaZn7GP9h+XPb6g7flPiMJMoQe8J/lPbYcdVBiQZJ7r4vt2UqD72cXVSrzvcVXOhxC6T7dG5FL2knvyveX7Xhjf2/41eax7d1Y5sLK1q2N3t41BNiDohtAb7aXFnC7h3IVIwVNjcGgdLe2tRGFoEExAUPrXymzCzuavCn+bJfjWMqkHVTiufM8W1Nyaj7XdmaeWbVOO8C2A1PnoRjyZshn6WzzR7/espWlZX78Xmmk88yumN4M/2mXJqzIP+XtY+u7zV3O+2SQ9YmmD9Ude6alqEoHcZ+MApwnabsL2PWphZL5p3K/5tUa+femOAqPdQ9mkbcfLw8ex6Fu91tLOww9I+k7tEvbcg25vfNsPbM9u2UfK3Oi6YLLcaPafyK8KWOed9UldsULoWrDhlo8Xccx17i885VDsJOyzFC/FluOYaYVlcLV3OIm5qH+tCKYXO6yWMHh9mxbzOZVnIvUW9h1+mttFi7skik6/NxdkTUMdcX2UZrZVNeRNhpEKMLQWhI7enmx6v0jMK+FGAS9xU+aI42T7BL7bWBaB6xDMd7EQDZCrK1lgy+rrqaf3rLKN151XUVQXaelGex1/R7nr6Pp7Cq/B48+uZT3Uqv4qh9QJZ5bSu2OS2xjRTUbZex5l8vYrPa4FuDapDO1g6QG6Y4jFnrBfU2T7FaclaBBqYPjY5X5ufr889i/eML6MvvvXMaX1SL7YcT+s9trW29V5DrXZlb2e9jrMLUI3P8UtFssZsJZYKjckah2POXPq54hfLnBeA1QnyajOyihjPJqQX02JnEUSPglF3thYCrHhcUhhY2HbMBQ/OrblnuZYy+dnKI2s7641XVr+XtGtFQT+Dbt3hPiWmZXFZKTE8hfzIZQdRzx5nRC53hBSbwtweYp2SwOUBxfpEoHRgdqx69Xr179mxV+/vcb3+xsjj+r3YsOoLSW/8+PtPAmxcdJmw4vX1Su8lzEbqL1+/JOiz8HbtH3Uqv+LpJepV2OunDHaNbfUro8hxlZs/61a9uVzV7umMQNCnES45wPFFvWw54C3qX9rRL5msHzJ6xRPxh8KT0tU/6pd3Mf/szilJKhyv1r1j34PAU9TP1/AjRVXB0mptWJzOOV33ZPOabUfWQSZPP5mjikLUGsTVE6TVz4ztMjwj7+VSRd1zYdb3K8qcvfnqaWcvS2X7+ojmK/4q2a00lvemWs3GIj9Vetn6Incrk9+ndJWBrRPTzpfAikJ+JFTyM6qw9L48pzhh924i3rJJfTrP9L7Fm+8r/p16rItadpYm9u3wsTVdCuwz0m6F1+tjbVcZcNxNP3Hd/WNHZ99nNzAmBU24hOsJ78nOumFSxN7iRCnEMTVUD8upiX51XoWlIm/+4OUp6LMFQBHoXcdoWTCr+x4p6pVdFfe6EHfbON3lyFf8LP73+HoU+3q7Qp37N4t2ZKkUYXlN80y+VXZNKwlfz4JZya8nW9XXyAouqkWujqeK1VWdmF3PlrVnxG/Vpnhk7pKDljxmcnzEH1UeR859x2zEpvNY51jPrqXf43tee8mMnsnODfpW8ShJ4Rm/LOgiXpZ7811VjFXjFHsVhaeeWN/8z/b33vcuqgAp1lPv3Ksy9rjNGWGZLRev7Dm/KyPTRkUCrwBwdRu/LuLn+EW+LLd6LvXav2qNaBUD1WnyyLV17t5YRLTv2UBbspSJXgTElzlla4xn6Amj+1+TjskrC3ZOV6eskj+DmrJmv853RVT9Nr4Vubf8sBCg6ktdt3cvzqmu+K3YnTco9dan/LveJHnVqZ1YPt1sTN/QeQq6R+KtOMe5aCLgfVE8L/a+3rTencAxP4qv3uvr6sU5bxtUMYaliuTf47xtPptm9hL0VXb0TdAGG12ddlZd2IMITLvVBXE8QZhO+IHBd8rPDL5ksEGRthn8yGDDKMvpk/jdxF6CbubAKFGDfk/PeFZOPgNUZkNyWtehtXxmaTm2jgAjQeD6JJ02f70EXZUYTx8PeoKs2lDczYFgqyKsGYfT+jzHpzWjWk/zVjICBPwJqD6mKrd8NUFHOOUpsO2A5+d9q4hQeTyVIc8tTyEZ/Ns28XHMnEDaWrLSwrIsMOYZwARhBEqO14/ehBmx4MRWRYt1vGAyYPIaBFYS9DWIYmVWAoh6jshYbRRyeIcVEBgnML02VhL0lWwdDyk9LQmUHDp+H7vlXDuMzadTdogiPmQkcF5bkrW2yjN0rukypuS6Np2frxdPpnfH6+K4tRwmGwYVl6YJWLwUJ1lr1qfesutQiLHE2ekwMsBuBOrz9eN1vCJfZziVXJfs1meMOPQ1OUmIbGMYCEDgQMDihK76UQgCBQFPAudv9KpX8xGbyTp39d/yK0o9GZe5ojdM3v4yHwSuCBzrimxNKE/o9TQeUQBJGQgoCdRn7fXkXhZc/Uc5T+tYVeB7Tu6qlwCz3Ri0MqMdBFYgIBPz/zr7P7MndE7jK6QMNs4QOG9630TVckN7fKFPuRl/41NF3XPON5vUfx+tZSt8pfMxZ48/rGIVz6v5RuK1083UiP/dfUaKTw3WSN9uAw8dvOebsZW+3yUwKgwjxFp+sUtpj+JloExF2qqWef0K2VPOtMZdZasVy+JjS56PrJ+ZPq18n+ZQrKc6/o911btDq054i6vyWmImiPSFQCYCZR2OXMeP+qBY9701Z9TW1n4Kn85z1bhEPa7oEZtqayuvp3YWLMt8VuMqfJ4ZQ+nXj3XVs7h6kmTGSfpCAAL9BKLEo9/SHD12rWejfs3kz+icPZkwY1/PPK1tlWLcOuddu98H3lZB9wjYrFP0h8DXCVwVvdY1/nV2Vv5nEyIrP782bqZb499rvGWxZxDzFju/llD4C4ErAlcCkqn4ELW8BEY2H576MGJfXtoay/5Y229C6Rms1+sEjf+MAoHtCZwLn+ojbLuAy1DXdmGJH7EE/tDwJ0HPkvSZnlXEho7ZVyDwtkn28uFK1L3mZp4YAllqdoz335v1r5u3u+JDYnwvOfBYRyDLFfd5M5zFLh1pRoomwIErJgKXH/+8E3SCFBMkZt2DQKb1c/ySD67ef+YXHHTrjE2ijmXrSLff5XD1TXFv34TVOumX2rXeaGT8goQMcYKfXRTO3/JWxKyVt9oqir+aaPx43vmU5ZFW5KbwlsFZ0KMWenxatlsww+j4tYv1W4IyfXNWO4W5lqMMz/yOVmRZ6HNkbHqfbwy8i7CNV2uM+sX1bRWZbBtC5Te9tTJ7ZHBe6KOFttWYkXYZFoTl1xpWJruf3j1yK0OulHhmKzzVpqvvpfd8POA5V0ut8chJT58V/oyuIcXcTzEbtaslD0bbeK/zVwbHBW4dkFFokf0Kk7oLs16Y9SsYy5w7PfY4MrSOZWFY4hXN0Huht3C9yl/Pa8OMTKz9z+hzS65ka5OVo5ddZZ5XMS9B45ryOnU9RehsQRX2KkzZFlerPTBsJeXX7mqjaC1q1TvrDfEoRSv/mwrwqNEJ+xWOdUOtNK9y/KpWdflfn6GrT+fVCMW4noFU2KtM5vMLTcqxrcaCoYZsjb1SCO/G+voz9Rn/r05pnjVLk226USrL80Zu9DT7ZZbdm8LZ30O/SwNlEIpAKMe7szmbEB0XhBeD2WUNw1mCf/afEZqnPL9aT/X/yxpDLdm/R/OoMdY+ZBkflvOR6BbzMqUF+ONOTHG68Pj+3uxF7PhseD5VbEZYgaHHuwlqDlZXwk+b8dHTlE1mMSoEvkOgvrM1pM1DnR7YnncVqsJgJeqRz3lHUtSKw4gtxz5qEZu1566/JT/LXIoQ9bqJVK1h1ThWucG4PwkoDmGw7CcwJeR1uvPzjn4z/r4inB3jqRgrXxRbRYTOPCxFaSR2q3G04OfBwFvU6w1exLwjeUgfCKxIQCLkR0Gvb1XPwjjvwK2KnEVBnvXdu38WBlYxtuap5LcagxHf1Td51vFlfAisQkC6tpSDKcd6C8ZIUTqOuVoRvuIxy+CN8dvfV2eo4OfNIPK0zJX524rg7xAIJqAS4YjFrijIwfinp49i4C1k06BuBpjhZ83A4wW+Hq48W+2hRVsIBBBQCbpqnF4EIwXZuhD3+jDbfoTBzJzwi/txk5m4HfuOiHPEpl3lL+O0EyDO7azStYwSYiWIHkHbTYwqx5ECrYzB6mO15pDlm+ytDHdYs62+0g4CEOggsEtxaPmc9q5iXsPtcUW7M8M3Uff2/WmTximqo8jRFAJfIbCLoB9Pqh7CljE/3gRp1mZvQZu1V9k/m+/cyCijy1gQ2ISA1Ve/RuKpwnbcrHgX5ON32Xtei+9S6I9fUOQZu7vcicznLHNHvmGfhYHKjpZDR9Rhq+ULhaJsU/HfdpwdBb0E61iYrQXh6Tt3rxK/2lO/UECdXGV89YKzZPj2ncVPDNXszuPVwrvLRmmWl1XOztqVuf9oDp0fq7ytEzWDnkc+3rapfY0aT/7ozFLQo4tg3WlaBWs0ia1vDqK5t/Ie5VfGt/whkeMJJSPLltNdaww822VkaeH/MT5Kn88nZ/WmfYbF1ak+k30zvln2lTNSCfr5VLhq0WkJ3owQncc/fvWucvErT+nq07maX2GqtrHe8rTkA20gYJF/d1RrnSjrSLmWFFE81rBq33EDrphjlzHkp3MlaKUYZQ6YxQIqoq5+PqmMh3IsC341j00WSGAy3vmjiEcUq902+tEfY2z5dE9gCv949Jndxig+inX8l+2qE3oUFK95r4RIURSP49bTuirQilO6sgCfGWbn55VbTyexL918RfPumd/zRN5il/UnXFpseGtzvJaXXzW/TW7w92w58MNF5clQUaANuEuGPD/3Vvl6XojKeCgcV20uzm+tK/mVserGIxs/RQwYIw+B6BP5E4l6Gs5D69oSTuyGEVJf9ypPdIZudw19FB+LXdk5wbPsXlWxPIu5apNwDOJxY7STqB9ZqXLP6rFHy6KyiH3LvLNtMgv5rG9R/RF2A/JZxMPANcmQHmJUDT2/UDLrQJZrOMs30ncX9bqZVIn5bE59rT9Cbh9xhF3IWC3oNTir7sTPaL3EqM6729Xx8XbDIyfOJ3XhUgkZqvrjwa7FQUW9UN38tNg704ZN1Ay9/r4Iez+zv3rwUtw9RG8xKpbUAq56FFIXSUuqnJ9rK0TkuCFqsUHR5nzTofBj1K7CdHb+2f53m9RIn0bn9uiHkHtQvp/jWANjLbmfPW2O1IKr2Hmr4feIkXruMl4UE3UBb2VTX6pRvVwTsSG6Ei/VC3itHEu7KuTZnudHsOjhFt02baGOBuM8f5bHhZZum6zFo2iZTDBJpNgXLeyRV4QZY9Ia0qjcsrhpaPW5innUZrDHztG2URvOUXtb+vGsvIWSbxuu4Ad4HwtP5iLkfdLJcLqMvCUYSKU0Xc67e89N0dUb5JkEULHGZ3lmO31xKk+zdC8NyZYvxchMa/oPaOcFPrtYLVPDU9SjTpdX/DLH5C7e0afkiI3q3cfBssRPZYfnOrSsJ2VsxNyasGb8TKf1yBvbV5pnQc+yWO+Kj4d957kVp5rXQBwaRIthj613bSM3ile5oxKzuw1X5Ge7W+KVzb7oEw5X7C1Zk69NhtO6KndNdOVqUA/RnEkV6+fqVwGzFIQzC5NAzwDv7HvFanWf7oS85Er9REInJrfm2cS8Oh5x0kHINWnnWQ/PFkee1lU5a8bv7mNrpUhlv446fiRKtWt6OnGaBeHhdK5ZfjlGUXyE680TL/HymufN37e/W9mpqA/Wa/bMJkM964lHtddj3RRWtb61br697bsS9vNvHbythyx/b2Xcbe/TwGaTNljZM7f6RuFOuD0EvcfvBowhTe4KtTpOZ+d6iuUMGK95ZmysBTp7PqlOPG+svOZ5usmptzlvtta/15vIum6s6k/dMPTeNJ3tO24KWn2cbed5Ba/aEFrF8QfLtwVvOvlNNEfmtBaLysrqI3Reu/DZBTTb/y3fZsa3HLvahZjPROjvvh6n9CrmHnMd86R+n4MiL6vYjtTGu4iVsVT5fCXu2ky5H81T1BU+mebhW7J5CKUCUhVcRcK/AX9j1uPPcXf8tPB6xszQ9ulEpPrimnPxfPL7LaYtzEaLnzJfLO1sGfvYRuWXx+lZEf9WPqN50jK+qh5XG1UxPOeF1cHnjtFKoq7QqNtcaU101XVDS9LOLgiFra1cWvyZbWOaALPG3fSfjaHarFmGs/7Mzt/KY9bO1nlqO8VaK2NZrTeVfS1cPNnP+OVpZ+E2Y2sL93Mbi1xS+mBh328GrTu0eqXiVZhGAln7tPr0NIfHqWHGx+x9TZO203lFLBU51Wl2d3PvQt1t4EMHRYzOwyuL8JOvLbdsSlZlLNVJXW3X1Xje2mGRSypO5vrZW6hWSSRzcKoIv4yTOTmdEExPM7u5UOSSYow3Ueldy9NghQPMxihCzCOE/OjnSC2O3PSN2DuSYplzyXyNjkww0mckMJF91EkR6UvU3Bk2IxlsKPyt8ilaVJS5pYqVx8k8UhhHRT2DzV6ndVUuKfPbelP/w9ZRca4vNtU3JZWOZxkrOimUhemcTC7JlSWQm9qRpUBnwqtcM1d+ZdxAvZ18V7R5NqdUL8lZ59Osn3/1V50clB8NURWqWdFS2TEaNFUyvcV4llPWq2Avfi3xVTKOzkvL6+0Z31TxvhPymQNQS458sY1SN+7iNnpoVefTWx2WxH/U2fPkFp+TnHVwtoiqdnkjfqiSaZbBiO3HPpEMZ20v/aP5HX3IeNJSMFaMoVovT6KgqpUKf3cZw1o3stQftzqiTlL1eNGJG5EQyuK0Wzxa80HJsHVO63ZZY6m0a2S9WcZ65sbAOh92Gv/tscGMrxlySrlGHllYTOS2G5mJckffkYToGN6saZY4ePNTFniL9TES8CyxvLNdaV9PvihjffYNMR/J1PE+WURdnVPKtfFK16JguTwrePVs/IW/q6F7ikyDabdN1Mk0Y4uy74r8XBeiEnbAWBZ15M0Ny7WCmL/Rt/l7FlFXeue6NlwnU1JqHEtZlC1FqRSn+oy00bXXZtlia8mvwLAs8K+wjRtki+WVu55rzTLWiLlxMr8Mby3qJb53n2BS55VyTTRFxeI0PeuEekHN2mN9FadOomJvD0M1n5bE67HvbTwLfmVO5dqYYaxk9cZy9u8zft5tEs6bGat4966bWVbq/pXLOQYrbAavWFjG+SrWFvMpa0hTvqwa7CbnfjVSF5kSpKddXqttFqfyOnf2uCoZWiwadc605sTq7dTczrc6FkW3Ml9p43TMk3Mdqd8RcvyukLsTaeZ8szyp1w175WKRV+q10BSrjMXQYmFZw+2x2SJ5jsHusaXuVJuSxbBRj83W/NSn81nGPWwMQ9Q8tEd8mo1pbLga4+pWD+sv+NgYbpdmFtr6arjFpLPiaZF4PYn/Ci15g96YzsYrOY5u8yzyb5Zxb0y7nRZ3mPVXbM7jcBbx9rB/pKZ9yVePGNzNEcbZ4mo242K2vr6JTJ7z6TyLLSvaEbYQV4T1YHPGGnBl7qrxHhHzevPE9bvtYgvNKQtBtxhTEYKsdil8q9e6u/uoYnU3Dvw0hFfgGFp4NZg/Ncoqh7LQ3A+d/CYdLa8XVzk59K5UilMvsb/b75ob82TGRsjMc+X1Mno6r1G0/vjoWLa09cou6uE5n1HQLaFkT4i2tP671UwcLXmP+uPdz7LAr3jFqeCfda1ZxlrBjTGeCZBXD3xmhMAq8ax3kFkTYpQngjxK7me/7AV+5fhmqy/ZY/2WybOn8x1O6cWHjDU8Ra7/85ZBm/49Y0KMoH4qUKrFP2LXKn1WL/ArcC6MLR+jtTIg1q2k1mhXaniWGpdm051iVxGUP2mCMOg/Yj4I7lc3Cvwcv5bemQru6rVOzdL6JrQlP2bbZDmYpWGZNck9dvRZkmEkqRHzEWr/9llJzLOu0acIWH4LYm/kV4p1r2+0z3P9rvr2y6mYrlgsphw+dV5N1Ov15V3c1Lt4JessY3kW+Nl4rH6LlCHmO9S42Ty6i0Oak+VkomSq4x6H0VtcmZPd6+3gmgzZi+ebEFkt+pa1VnenLW0j27wxjLTtau7Q4jAIIzIPzyZnX9MtiK3rIKLeEoW+NtYxW1LQ+xDOtS6inmmXd1WYMm++ir2Z+RX7VhPzuYyO651hE1JivVO8MzCNy6j2mbPUoLBNUnaRaA+lpmWWhDh6U5JjlThl5LeymK92wgw7mRwWTBXyVdbMU+Xyuu0IEyBN2f5jlKw1yMDVv4e0SvrVCtGRTGGS5Qp5RY7Z+EVtiBTF2Gp9uhSXgEl2OpUr8qcnBIh6D62kba0KhmLcaFGNEqb64luvEEVdy91tOqL41RN5L79sS3TFzVwkQ8R8nj6iPs8wdASF8Fo6kKGoHYWp2qO2qz7zW12ErnLhStit+L19CsAyVxk7jgBirmOPqOtYuo+U/ZvianJl2HicbTg+L2w9HV8JWQbfPBLviV+Zv4XhKvy8r0s94pd1DsRcH5lMdXfWu1J3PrMeLQW9npZmA5K1/5UQ18Spvh8FyFq4V+N9x+PuxSprftnybEV/I15Iqo/mVhf2bKKzg6hnY2peY1pORTNGKK5WV1+oM/x6+yp4985pnUO99kS3VxSRlXNe4f9sDFfjl4HZE3N49mdkSF20PgUoBGanZzr9adHXQ8G7Z0bv+XpsW7ltSDEQAbOuKS1mpvgazgZDM31F7pO5K/CsLDPcVIbVxQyLryHvadJIwPPKc7VdeyPCFM3CCoLI+yz2H6/jM3xGvuJdRcjP6ZDtcJVJxCur0LrocRJQLe5QUKJC5zmMivuVzcTiOpKqq1OPdWmdiyoWajuP77d4H2iyMhlhHFUDMjOMYvI7fpYvxR13LDsUqJGkj+xTmasWQHiyRsJ0nNtyI+boxu9vN1Tln8r2ui6Op/f639UCX28FvOufx7Xz+XtCLOpDtty5O9yU/1+dO0P57pVoqiJlkTRD4OgEgRMBVfHZOcdVjCyTT1GrvOrqmcMxd6JYr8yvJ69SrlOvxFMmV0qQPZlA2+0IKE9iu+e3shZsl0gTDl3lDawngD50TbtGva4JvOaxCR+jQuCdgGpzvPtaqd8c+E6UFq0E7gTG8yXZVltXblcfZaRdo2kNe4h6tjctV05QbJ8noDwFKa4r5z3yGaGs4/NzWJ+Z95rl7bSIqM/HO72QVxc9Bf1LxWo+hRjhiwQ812MWvgjOeCTexPxY56m/Y5xbGY+NLu6luiZsNUuVVHWcrxTAq1NghkQ725XBptZcVLRTn86/ks937JU8FfHNPMbIWoNve0RH+LaPbtTSu4CoBL1e12X6sgijEN3+sEDktzfdfTFGpE1W/J/Ex3tO5oNAITAqNtyGbJ4/3if0mowqrKOJrZrfepzWHbUXh1Z7ZoqONVPF+Mq32ndn1cq7J7dax9yxnWqtw7stO1S822abbOV9QlcL+s4vyPUsOI+TcY89Jc47x6b6N7n8fnePWIcq22fHWfVrUGf97u2vfjGL03pvBBZoH1FI1HPuKBy94llTzYrFqD0LLIFuE9UsVI+huh1J0EHNMoFLJiZYnRLrRwi/nINvAbOqqW/zDv1dLa6tRqgTaCnorZAG2ylP67Onp93iYvHORtQaHEwvWTfE/B2l+lR+NyOn9edYLFPHoooJCfS+mGdbzAj7rJDP2p6xv/q5efFRvbHNyO1sE7n1HiUvIT9awmn9XdTfIxfcIuKluKPL6oJmdTXlGSark0stEleMjidPdU7sEJMSf4u4qFl75unIXBYMR+zI2ifTWiFW11mSes16/Nra0+KpIqNcYCURo24elH6oxzr/ypR6/J3Hsyhu6s1sdv4WDFt9rqwzFuOs36lxrKGRsXuLsYWG3M2Zfs1mSHA1pKwL5C0x698zL55WH863MCtvsCzikekkNhLT3j4WDFttONa4SDvO9q6aA9EMn24a1VpylWMZNPM29zMYZ5EgiHprubNvt2rhsrpmL+NmWHf2kf85g8X6brX9LfeqbVanvCuBWXlze+buGdu3WBbbPi/o0VfuJQglwdWJcXwhbKcF1FrIaDdPQJ2T1SKPojPvvWYEK4at1r1tnN5qw5v9T7F8G7vVh8ztnnx8Y3f06/hIpEW4r5hYfALl6lYlczxSnRR6EqAV6qondQsWrczU7UYXqNqOnvGs+K/Ioofbsa0Vw1573kS9dzza5yTgkW/pcynTLtLClhoAj92bMs0tWCjtax1rRQGzLAy7xPUt/pYM3+bm7xCwILDEzVq2AmMBbVVRt2Bhkeh3Y64m5kWErJ6lFkarx7M1d7KJ+Wqb+VbOtPuXgHXOLVPLsgm61RfOHEV9lQVev+hhxYW7zAL4Bdc6J1bjMZpz1oV1xK7016QjTtHHjcBSazeboJcoWdlUFvaKp/XVTnZLLYD/5kQVc6vCvxqP0UqZUcyrL9YbtlFm9JsnYJl3y61dK/GcDZOliFkV7lmf7/pb3VpY2LvaAqjFwDInsq4xi/hnHdMyvll9xq5xAvXR23JrN3OiW++8LG8DxlPpvqclD4W9K4m59am88lyJyUwOZM/N4ttXYjETx9X6qvJum9zILOgluVQBu0rUugtbKZheQtS7sGH4N7GVmPTG+9jeeo0qb6iy17uZOHyxryr3FHlx91jH9ZSvcMQ6kVRBu7Nzxc+qZxH21UTLOpc4meuqwTG3VHFbLV91NPcbKUtOPNlxfHTsIuwuk0zmknKHfmVKfVmuBGaVl2cKE2sub2FbrTiqCsBuXN78ifj7ObdWqFMRnJgzlsBbTanaUv7toi0rnNBryN7gKUK74mm9Ppqo/lvF1H23qQjorzE8cqdMtdomZxaxBdc7hqoXZb8Wo9kYZ+yvzLvRejlig3nujToTFeQRiL22rirqx41P+e/1++xnYrw6i7rZmWHQmj/mi7XVEKd2FmvxiaFyvq/Fyikl3KZR5cJoHszMPzpnE9wMP87SZOivRhY/5HKe//jDLuVvq133ne0dvepZze9zHGcWXU9OfvFk3sunpf1boYt+xNTiA23sCSjX9eo17i/aHicXixArg/pk3w4nVAv+2cf0fGnwTYiysxqxT73+Whkq522dc4QPfWwIZIi/wgaz3FtV0L2vUlc8qdssqdyjKhZbj4dmC7PHCOe2asa9DJXz987divp4K1Zv/LY7DR5gnG8BLXxVxr2YPqp9KjtMcm+1K/fjgvK6glv9Cr61CK3eTrXQWjiYLMaWiTdrM8JRue7r28cqAbrLwVpDRvzNGvKn9Vb8zOyr6gXLdLFRJXKUY/VjAdYBWvV74KPi4j0vYu5DXM15tP5Yr/cRmi1szoeDkXky9PH2tWW+Hi6jedczR0jbXRxT7tqfAnH8cZfRl81CAr3ppCUGpbiPXp/1Ysl86uj1Jbr9jCgr65biM8K9gqOYMyp+vb7O2qmebybvZn0x769cGObGvkzgKerHL6OJ9vur86sX+hvHr4u5kreCpbIwzwiskstbDq7490xsFXmn0pkZLrd5sJOgFycrbOVifzuxc1L3LzPeRVRRCPwpaWdU3oIo6o6qsFZKJgX2IQTe8ymyYXTdjfg6OteTn4q8U3A85pxyvOU+Y93ivPfXou7yXKyFbXSbssgtFvqdX/U6P1sh8I6DctPqtdkeYdQrPLO52DvfiE+qPrO+9thhMZcy75SbSaVdWwp6TRwl9NZkVBa+1jm/0q6yVZ4Un9hxKtdnlpqpxRr33qCvIOoKgW1Zt1bvxKjzTr8yRCPufvKwWPB36I8vzInCwzC/TuT1pNxSFBTQPlMAGmApivlxk90wZVcTqzW+gtB2gRpsrDykPI2lzLOjq1ZrWZl3slP6zoJutdt7Whe8BT9YNW66WS3ytxjuvC56I6TaRMmK1o0DFuM/iboyN7NvHlQ5cJd7Spa9+b1Ve+tAecLKmhS10CASbdkQebX+JgpWu/02Mv6tVGvKi5vK3ivS53VsMZcXp5ZMslqH1UcLfh4n8zM7lR+S2O8g6CqgLUk+00YSsBkDFuhrVUTuXK8xeRPyc/+vxFK1tjzrjMrmp5ypf7PwK0Nuea9Di9JkERvrG4Zpm1c+NUZcqc8kXvZrtRnfZvse316fTuoGY0rRPBbOXkEvUyifLTaYvGyTEbYzziqfbV7ZUb+DwipPo+vEDmK+W841rwerpGw2YLCh9S580Kzmbhl24c3GGjf0juWZ/ez8u8ZylovlKbYlJb2LeotNPW0i8moHMS+MI3QtxXpZ7YS+2qn8aQFzwvP9THmJhVrMa/GoNww9BfsLbSNFNXJuRWyjTuoRYqjgVcdYPe5TLFYSdNUOaAqYqPPXP+IWsTGzPPHUa1g2aX8ukMj6Yn31LioFj8N4ivoO9dVyjb/FW5VvUzUkcsG9ATr+fYdkO/tbRaAk4VQQe0AmaBsRS6+F7lmALUOpiFGGk5KqyFqyzjC2It7Rfnit8Wg/H+fPLugRJ7mogH1B1CMKh/dCr6L+hXg+rZVMtSXD5mK0rlhvEiPW5CiLu37ea/zOjvANZKZFd4a0Q6K1Ju7uX0gTsTEri7xwjcjxr1/BZxJQ7992aF3zPe2sRH2HGptFzHviadY2oti1OLNDorX4eWxz/DjMTqe7iFhmWeRWhbg3t7zbZ3yxKvz0NBkEdS5FrMtJBH91z7LO1X4Nj5dR0DMkWv2ccj3leZ84yuJd/dl6xKm8LIRsi1xdiIcXu2NH7/XS6hqi/pPU6geGyNu3t1ybzbGpevHPm3XOf48W8zsxqBufaPucwzE0XdRnWbMJ+fn2pXDJuIE+B1mR45n9LLZF5ejQgjp1qgV/lnHGW5QWPpnXeYv9pm1mk0JpnKKQ9NpTT+L1uvuNx+zuq9e+1U7qUYVydJF7xnNq592bOIHts57Oj0h2eK4+GuKIOjtq67FfrdVvNVox1+wYYZulLHC8k+x4ZdPLoLf9bHKU/isIe42hdzKPinmNC6KuyNA1x/CMvZLQ6OZw1av2usYjau9I3GY3tcM1dLjjiJc3fSLEXJUY3rYXhMdkUfkxGs5jgfDOpVkht7hqbuWotr113pZ2szmd2bc7/6Nullri8dSmh/UXfJzlqewfso68i/CORXQ2cDNJVMXdW9gjfa6bGgufPf3qKcYzOdLbN+x00WuoQXvP+KvMb8mj1cQ8qq6pYlLGmc2llrj+ZW+koM863Ap/CEzr4L/aefnytluvV/NKscvgW/XbK5ZlPo+14eFPTyrPxjqbPz2+H9taCGBlM7thuvLpibuFL8f1qF4nu+TQbJyHOKiD0bqAZgtH6zxDUFoHv2jn5debiW/JdBb8u2drUfnRW7TeeIz83SuW3jn6xELhc6acGYn7WdhV/hy/PEo15tHWuzxSxPTM8TjXW63piUGmtdBj91XbWe5DLCI+tjbraAvoIRgtA7+0qR+JsViwPea9za9chD12jbSNun7z+qii6mNII2zVfbLkVd2gzt5UHXNg5tbmyMWzRljU2nNtLf/7rd485Zl6fRefZ+OuWBczTIbn957UIsGedo/DYAQdPXwVmJl6iKiN2RmK5bVlnSuDr4qc9a4phd/dDVNlqyrwI3yiTs5WOXsV314uFiJ+XLP10aM6/j3FspeJRMe8F5/1Dj5DUTwGZjaoPQm0U1v1glexsYxnhtyd9S/Ch1bhUtp23EA81dC3OWd53+V1XT/q+t7iz9NNhsW6fou/xZyt9WQmvm+sL21QB/zJ0Rnn3gAOOf82qOjvln6LTEw1TOZY1tOg1bqJ9n02V6243CVor70WfM/i3jtHrw+Ri7U1vlc3JqpbktEDU29cFJxnYjtkb2uAZp2bcext7iHH3wY1+LslAwNzQ4YklrHfRT+To96xG7HV28bWRTTiS+vYqnbZ2I0w8/Zh5kZ6yFaLXdM5gUbAtybhkNOtg4vb1W+lmgmy2KRUw60Yy1QAMeaVwOg3rL0OPNkg+zfWZVubo5ridYCdTIfx7h6CPm7dc89sSdbi55e/Q/qKT4lh+acstNVyMXsRbslH2kDgjcCKdfbJp7cXKN949Pzd/fBm/bG10Z3UG7SMSfaUKGex8vzoyhvLqL/fxbCHY5TtdV6LONY3dLc/TUwEz6quTJi0ZdeMdXZL0CqnrAXdoihlTLK3AlNPokdh9/qcsypXlOM8ifldzpQ+VewzneYtRN19Z68MLmMNEbDIoyFDfnXKWGdn/PlEX8vCaHG1kS3Jio+tft49vysxOH9uctfke7pef9sUFUbHb9vKxEh9/Z71WW8m5qO2ZGarzqNRRtnq7Kgfn+tnJehvxXkEdNYkOwrNm19PxSTLYn7zYeTvb8/Je/Kl8m7dSI3YO9JHHb/MwjPChz5tBNR51Dbrv62y1tlePz7Z3krQ1TAzJlmPCB15vIl6FazVr11bX3iz4KjOv9bxootxq520y01glbqcm+IHrVshcTKKuUeqrHoVfzyNr5Bf6lgqRZ1Tujo664wXsaH/aq1dJyteLLUquMqX4axsnAni6KlyZM5VhP3tWv3Od2WujPClDwQyElBuDFv8Q8xbKCVvYyGWymebEbvUrCGrwl5foItmU6/UR4W8cJ7NlawnWGUxzupj1nXSYtcqm0hlHj1xQcxbsmaBNhYfW1Mtlp2TrBbp0Q3VuZ+luFfBLulc5xm1e4ElITMx28eQZI4xkCsB6zzauc66BirDZGpBnz1xHZkgGu0ZcreJqo8GjqL8Nupxc0AM3mj5/H12A+hj5TqzWG6ALShYijpr3CJiQWOqBV15Og9CstW0LNbYcFoW4ljPmN2bgMX1+2obG2/my82nLPiq0zlXQMulEQY/EFAVYp6lk2ZKAabObphPSkFX4clok8o3xoEABCAwSkC1OSzzU2dHo5C4X7agKnegibFjmpBAthy+ck1ZiIXoGOqjBKizmwZeVQxVn8tW2bNCuFTvG6zgq5WNXytMXLtrMunra+/r/muyKOEoKgFVJMhKxVnBbSV/LVJXsQlU5J2Fb5zSvagyDwQg8JuAQphUL8N9LSyctuYj/vVN0TxBRoAABLYhoBB0BYyvvnG50glTEec6huJ0rrTHayzFs3Q2gl7RYh4ILEZAIegKUVLY4Y1edTrkhsM7crHzrZjrscSYHQIQaCIwW1wUYqQSxiaHhY1m2QlN+exQq8ZgNuc5pX825d0dLzX++LsNx/+uqP/uDu08YYaCmMGG0RjPFubReVfup7puh/3KWYDtKxB4W6tsLJNFcVZMZ6/bKcr/+Q+LItmicDBH8SzdwUym+DCBNzGvaKhfiZJkVtATuRJiCvz6sLcWiZZRYd9CiTYQ6CfQu04R9X7GJj1miqLi+cnM/CZABgZV3DKwIPrAK5j3zUhrCHyDQK+Yc1JPlBeRgkpRTpQIDqaMFgoH00KmmL12ZxMYErYtJqX2bhHGv52YEfTZ5+ebIh12iwLdjm4mb9tnoSUEIACBhQhQGOeDpWS4q6grT+ecLv7NWTbV8+uXEXQEyEcdy6GRRsWI5+d/4laKzG6irsiVoeSmEwQgcEkA4d00MUYFfRaHUgBnbVH0j+KosN1yjCrmygKyE+vZ5+gldmyYLDOYsXsI7FbXe3xP0Xa0OM4W6Nn+KeCdjFAm806ndGWslYwz5hA2QQACEBgmMCrowxNu3FHNcnVRVz43r2mjZrxxOuIaBCDwNQL/fM3hg7/Hq0qVUJQTpPJEump4LK6BVafzs22q2K8aK+yGwJFAWQ8jm/Gv/mJmquz5mqAfi3kV3uOPDcwWd8Uz0WOC1FP6rF2eSTdSDN7sUxWLK9tq/IsNK3F+Y8bfITBKYKSOsXZGaQv7RQUh4hRbi3mZ+zh//e/l36W4z54uVSfJGuZVrt7rrzJZxHY2T99sqzkxG3vh0mQoCIQS6KljPW1Dndp98tlCOcInIvgWp8Y73y2YVlH/ouDM5ktP7CM2TyOnoZF1Rx8I9BAoeVkPOaXfeR3Wm63SxqLm9dhK218EIgJhcYJ7CmivCCqK+qwIXflTufX645HsPaLZa493jiri3+sj7SGQlUAV9rrxrO8Jlf/tvTazMkpj11cC0ruJmC3qVqeuejWseDSgSMIi5JYbjNmNkeVGQ8GPMSCwEgFEPHm0dhf0yIJuJeo1pVTP/EdS9Cjk53cSRsa76qN6EW7Ent4N4Mgc9IEABCAgJbC7oEthDQxmLerFJM/n68eXy6yEvPgUKeY1zJY3DwOpRBcIQAACzwQiPrY2e426Wky9RL1wsfhsvfcth0rMve1eLS+xFwIQ2IxAhKBvhrDJHa8vnDleFR8/X12NfLuRuTqVel8/v9nYBJxGEIAABL5GAEH3ifjoty/NWncl8HVzcb4p8RbuK9++dnszG1/6QwACEPhNAEH3S4YoUa8eHr9Ap/x/GQT8SF911e4XUWaCAAQgkIgA15u+wfB4nu7rkWY2xFzDkVEgAIEPE0DQ/YOPqP/JHDH3z0FmhAAENiSAoMcEFVH/yR0xj8k/ZoUABDYkgKDHBfXLon78+si4CDAzBNYjkO3dl/UIbmwxgh4b3PMPIMRa4zM7p3IfzswCAQh8jACCniPgXzmtI+Y58g0rIACBDQkg6HmCuruoI+Z5cg1L1iXAdzWsGztzyxF0c8RdE+x4Bc/z8q4UoDEEIACBMQKjgs4ucYx3a68dhB0hb4027SAAAQgICPBNcQKIhkNEf7vciGtcrY9Qow8EchM4/87D6GEwt5eLW0dQ8gdwpWfriHn+fMJCCPQQqD+ZXPocfzK5rHV+YriHpENbTugOkAVT1I1X1p8ERcgFQWYICCQiUMX6/BsQVdirqfVXHTkcJgjeqKDz5QYxwTsvmkiBR8RjcoBZIeBF4K3Ov/3dy07m+UVgVNABmIPAUeA9XlRExHPEHSsgYEmg96BQhL304ZRuGZWGsRH0BkiLNDnvlnsX5ZWbCPgiwcdMCIgIjNYNRF0UgJlhEPQZern7slvOHR+sgwAEICAlQNGX4mQwCEAAAp8lwDP14NAj6MEBYHoIQAACEICAggCCrqDIGBCAAAQgAIFgAgh6cACYHgIQgMAmBDw+abMJKhs3EHQbrowKAQhA4GsE0JPgiEcEIGLOYMxMDwEIQGAJAqNfNc3pPEF4R8V19G1Ggp4g6JgAAQhA4IFAr6jzfRVJ0mlU0Iv5I+I8M18SZJgBAQhAYHsCraKOmCdKhRmB7elbfxs7keuYAgEIQAACEyd1xDxZ+sx+U1y9en/6ukCCnizomAMBCECgkUDPwa1xSJpZEZgV9GrX+ec9EXGriDEuBCAAAQhA4IKAStDPwg5sCEAAAhCAAAQcCXCd4gibqSAAAQhAAAJWBBB0K7KMCwEIQAACEHAkgKA7wmYqCEAAAhCAgBUBBN2KLONCAAIQgAAEHAkg6I6wmQoCEIAABCBgRUD9lnv5PHr9D5sFq6gxLgQgAAEIQOBEQCXo5y+WKZ9DR9xJNwhAAAIQgIATgdlTdBHtq691Ld8gV/8prhzF3ck1poEABCAAAQh8h8CMoD993euR4PHrYb9DFk8hAAEIQAACjgRmBL3HzHpa56TeQ422EIAABCAAgUYCo4LeejpvNINmEIAABCAAAQjMEBgV9NE5y0mdU/ooPfpBAAIQgAAEbgh4CzqBgAAEIAABCEDAgACCbgCVISEAAQhAAALeBFSfQ/e2m/kgAAEIQMCHQH1nqnxEufynPDot/50DoQ//5llGBb1+FK15IhpCAAIQgMBSBM4vPx/rfhV1hD1RSNlhJQoGpkAAAhBwIFBP2k9TtX6SiRedHQLWOgWC3kqKdhCAAAS+QaBVzCsNRD1JXiDoSQKBGRCAAAQWJsBj2ATBQ9ATBAETIAABCCQh0Hs6P5rNd4wEBxFBDw4A00MAAhCAAAQUBBB0BUXGgAAEIAABCAQTQNCDA8D0EIAABDYhwHP04EAi6MEBYHoIQAACEICAggCCrqDIGBCAAAQgAIFgAgh6cACYHgIQgIAzAa7GnYF7TYege5FmHghAAAL5CcxoAhuF4PjOBG/UdII+So5+EIAABOwJtHw17NmKkT72nnxshghB/xhi3IXAJwiwUd8nzEUXegUaLUkQ/9FfW0tgOiZAAAIQgIARgaNAX317HL+yZgR+ZlgEfYYefSEAAQjsT4DT9yIxJlCLBAozIQCB3wS43icZIHBBYHdBn1n4M31JNgj0ECDXemjRFgL7ExiqCbsL+v5hx0MrAkMLysoYxoUABCDwRgBBfyPE3yEAAQhAIBMBNts30UDQM6UptigJsOiVNBkLAhDoJeBegxD03hDRHgIQgAAEIgn0fkY+0lbXuRF0V9xMBgEIQAACHyHgvvHYXdDdgX4kUVdwczb2s/17GHnO1WMXbSEAgYUI7C7oC4UCU8UEZp9fzfbvccdzrh67etqyKemhRVsIGBDYXdB3KJQGYWdICMgJsNbkSC8HhPN//jPDYKZvb4Q95/ph2+6CzqmhNwX3aT8b+9n++5DEk0wEyMtM0UhmS4Sgr5KQq9iZLKUwZ4DADrm2kg8r2TqQTnR5ILB17EevBKygqMcd9Y8VkZPAU34cY13aWcZelacKG5W/enX1q1rqTBhlp2Cl9sV7POu8VvvTEuuscW2tNWpmx/G62XR3+DVbS6AsHWVsCEDgJ4HVBJ24QQACbQS69Tniyr3NFVpBAAIQgAAEINBMAEFvRkVDCKQk0L2LT+kFRkEAAtMEEPRphAwAAQhAAAIQiCeAoMfHAAsgAAEIQAAC0wQQ9GmEDAABCEAAAhCIJ4Cgx8cACyAAAQhAAALTBBD0aYQMAAEIQAACEIgngKDHxwALIAABCEAAAtMEEPRphAwAAQhAAAIQiCeAoMfHAAsgMEOAb22coUdfCOQkMLSuEfScwcQqCEAAAhCAQBeBUUEv3041tIPoso7GEIDAEwHl97iXeUo9YF2TcxCIJTC8rme/NpLFHxt4Zv8ugeFF34DM41fXGsygCQQ+SWBYl0dP6JUygv7JfMPpYAKWYs5JPTi4TP9pAlOaOrwTOCFnR//pHMR5JwJ1sc9uxFvNret6td/hbvWPdhDIQEC2rlWCfoSCuGdIEWyYIfC2S25dN2/j9NjoJeJ3Nj2J+5WfrYx6GNAWAq0EeteeV76e7Ype1608aQcBCEAAAhCAAAQgAAEIQAACEIAABCAAAQhAAAIQgAAEIAABCEAAAhCAAAQgAAEIQAACEIAABCAAAQhAAAIQgAAEIAABCEAAAhCAAAQgAAEIQAACEIAABCAAAQhAAAIQgAAEIAABCEAAAhCAAAQgAAEIQAACEIAABCAAAQhAAAIQgAAEIAABCEAAAhCAAAQgAAEIQAACEIAABCAAAQhAAAIQgAAEIAABCEAAAhCAAAQgAAEIQAACEIAABCAAAQhAAAIQgAAEIAABCEAAAhCAAAQgAAEIQAACEIAABCAAAQhAAAIQgAAEIAABCEAAAhCAAAQgAAEIQAACEIAABCAAAQhAAAIQgAAEIAABCEAAAhCAAAQgAAEIQAACEIAABCAAAQhAAAIQgAAEIAABCEAAAhCAAAQgAAEIQAACEIAABCAAAQhAAAIQgAAErgj8f2uo86mZD2Yg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4" name="Picture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21107" y="4592222"/>
            <a:ext cx="1195921" cy="1195921"/>
          </a:xfrm>
          <a:prstGeom prst="rect">
            <a:avLst/>
          </a:prstGeom>
        </p:spPr>
      </p:pic>
      <p:pic>
        <p:nvPicPr>
          <p:cNvPr id="1043" name="Picture 19" descr="Car free icon"/>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4766117" y="4600488"/>
            <a:ext cx="1219200" cy="1219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16774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Night Vision"/>
          <p:cNvSpPr txBox="1"/>
          <p:nvPr/>
        </p:nvSpPr>
        <p:spPr>
          <a:xfrm>
            <a:off x="1236130" y="5774973"/>
            <a:ext cx="3516611" cy="10853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lvl1pPr algn="l" defTabSz="584200">
              <a:defRPr sz="4400">
                <a:solidFill>
                  <a:schemeClr val="accent4">
                    <a:hueOff val="-1081314"/>
                    <a:satOff val="4338"/>
                    <a:lumOff val="-8931"/>
                  </a:schemeClr>
                </a:solidFill>
              </a:defRPr>
            </a:lvl1pPr>
          </a:lstStyle>
          <a:p>
            <a:r>
              <a:rPr lang="en-US">
                <a:solidFill>
                  <a:srgbClr val="1CA390"/>
                </a:solidFill>
                <a:latin typeface="Nunito Sans" pitchFamily="2" charset="77"/>
              </a:rPr>
              <a:t>Quay đêm</a:t>
            </a:r>
            <a:endParaRPr>
              <a:solidFill>
                <a:srgbClr val="1CA390"/>
              </a:solidFill>
              <a:latin typeface="Nunito Sans" pitchFamily="2" charset="77"/>
            </a:endParaRPr>
          </a:p>
        </p:txBody>
      </p:sp>
      <p:sp>
        <p:nvSpPr>
          <p:cNvPr id="376" name="Smart Radar Sensing"/>
          <p:cNvSpPr txBox="1"/>
          <p:nvPr/>
        </p:nvSpPr>
        <p:spPr>
          <a:xfrm>
            <a:off x="6804498" y="3015008"/>
            <a:ext cx="7597301" cy="85613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lvl1pPr algn="l" defTabSz="584200">
              <a:defRPr sz="4400">
                <a:solidFill>
                  <a:schemeClr val="accent4">
                    <a:hueOff val="-1081314"/>
                    <a:satOff val="4338"/>
                    <a:lumOff val="-8931"/>
                  </a:schemeClr>
                </a:solidFill>
              </a:defRPr>
            </a:lvl1pPr>
          </a:lstStyle>
          <a:p>
            <a:r>
              <a:rPr lang="en-US">
                <a:solidFill>
                  <a:srgbClr val="1CA390"/>
                </a:solidFill>
                <a:latin typeface="Nunito Sans" pitchFamily="2" charset="77"/>
              </a:rPr>
              <a:t>Nhận diện radar thông minh</a:t>
            </a:r>
            <a:endParaRPr>
              <a:solidFill>
                <a:srgbClr val="1CA390"/>
              </a:solidFill>
              <a:latin typeface="Nunito Sans" pitchFamily="2" charset="77"/>
            </a:endParaRPr>
          </a:p>
        </p:txBody>
      </p:sp>
      <p:sp>
        <p:nvSpPr>
          <p:cNvPr id="377" name="Pre-recording"/>
          <p:cNvSpPr txBox="1"/>
          <p:nvPr/>
        </p:nvSpPr>
        <p:spPr>
          <a:xfrm>
            <a:off x="1236130" y="10422293"/>
            <a:ext cx="4320001" cy="97926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lvl1pPr algn="l" defTabSz="584200">
              <a:defRPr sz="4400">
                <a:solidFill>
                  <a:schemeClr val="accent4">
                    <a:hueOff val="-1081314"/>
                    <a:satOff val="4338"/>
                    <a:lumOff val="-8931"/>
                  </a:schemeClr>
                </a:solidFill>
              </a:defRPr>
            </a:lvl1pPr>
          </a:lstStyle>
          <a:p>
            <a:r>
              <a:rPr lang="en-US">
                <a:solidFill>
                  <a:srgbClr val="1CA390"/>
                </a:solidFill>
                <a:latin typeface="Nunito Sans" pitchFamily="2" charset="77"/>
              </a:rPr>
              <a:t>Quay trước</a:t>
            </a:r>
            <a:endParaRPr>
              <a:solidFill>
                <a:srgbClr val="1CA390"/>
              </a:solidFill>
              <a:latin typeface="Nunito Sans" pitchFamily="2" charset="77"/>
            </a:endParaRPr>
          </a:p>
        </p:txBody>
      </p:sp>
      <p:sp>
        <p:nvSpPr>
          <p:cNvPr id="378" name="Powerful LED"/>
          <p:cNvSpPr txBox="1"/>
          <p:nvPr/>
        </p:nvSpPr>
        <p:spPr>
          <a:xfrm>
            <a:off x="1236129" y="3015008"/>
            <a:ext cx="4360961" cy="68894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lvl1pPr algn="l" defTabSz="584200">
              <a:defRPr sz="4400">
                <a:solidFill>
                  <a:schemeClr val="accent4">
                    <a:hueOff val="-1081314"/>
                    <a:satOff val="4338"/>
                    <a:lumOff val="-8931"/>
                  </a:schemeClr>
                </a:solidFill>
              </a:defRPr>
            </a:lvl1pPr>
          </a:lstStyle>
          <a:p>
            <a:r>
              <a:rPr lang="en-US" sz="3600">
                <a:solidFill>
                  <a:srgbClr val="1CA390"/>
                </a:solidFill>
                <a:latin typeface="Nunito Sans" pitchFamily="2" charset="77"/>
              </a:rPr>
              <a:t>Đèn LED siêu sáng</a:t>
            </a:r>
            <a:endParaRPr sz="3600">
              <a:solidFill>
                <a:srgbClr val="1CA390"/>
              </a:solidFill>
              <a:latin typeface="Nunito Sans" pitchFamily="2" charset="77"/>
            </a:endParaRPr>
          </a:p>
        </p:txBody>
      </p:sp>
      <p:sp>
        <p:nvSpPr>
          <p:cNvPr id="379" name="APP Control"/>
          <p:cNvSpPr txBox="1"/>
          <p:nvPr/>
        </p:nvSpPr>
        <p:spPr>
          <a:xfrm>
            <a:off x="6804498" y="5774973"/>
            <a:ext cx="6054251" cy="97926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lvl1pPr algn="l" defTabSz="584200">
              <a:defRPr sz="4400">
                <a:solidFill>
                  <a:schemeClr val="accent4">
                    <a:hueOff val="-1081314"/>
                    <a:satOff val="4338"/>
                    <a:lumOff val="-8931"/>
                  </a:schemeClr>
                </a:solidFill>
              </a:defRPr>
            </a:lvl1pPr>
          </a:lstStyle>
          <a:p>
            <a:r>
              <a:rPr lang="en-US">
                <a:solidFill>
                  <a:srgbClr val="1CA390"/>
                </a:solidFill>
                <a:latin typeface="Nunito Sans" pitchFamily="2" charset="77"/>
              </a:rPr>
              <a:t>Điều khiển bằng app</a:t>
            </a:r>
            <a:endParaRPr>
              <a:solidFill>
                <a:srgbClr val="1CA390"/>
              </a:solidFill>
              <a:latin typeface="Nunito Sans" pitchFamily="2" charset="77"/>
            </a:endParaRPr>
          </a:p>
        </p:txBody>
      </p:sp>
      <p:sp>
        <p:nvSpPr>
          <p:cNvPr id="380" name="High Quality Imaging"/>
          <p:cNvSpPr txBox="1"/>
          <p:nvPr/>
        </p:nvSpPr>
        <p:spPr>
          <a:xfrm>
            <a:off x="6804498" y="10422293"/>
            <a:ext cx="7716170" cy="106427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lvl1pPr algn="l" defTabSz="584200">
              <a:defRPr sz="4400">
                <a:solidFill>
                  <a:schemeClr val="accent4">
                    <a:hueOff val="-1081314"/>
                    <a:satOff val="4338"/>
                    <a:lumOff val="-8931"/>
                  </a:schemeClr>
                </a:solidFill>
              </a:defRPr>
            </a:lvl1pPr>
          </a:lstStyle>
          <a:p>
            <a:r>
              <a:rPr lang="en-US">
                <a:solidFill>
                  <a:srgbClr val="1CA390"/>
                </a:solidFill>
                <a:latin typeface="Nunito Sans" pitchFamily="2" charset="77"/>
              </a:rPr>
              <a:t>Chất lượng video cao cấp</a:t>
            </a:r>
            <a:endParaRPr>
              <a:solidFill>
                <a:srgbClr val="1CA390"/>
              </a:solidFill>
              <a:latin typeface="Nunito Sans" pitchFamily="2" charset="77"/>
            </a:endParaRPr>
          </a:p>
        </p:txBody>
      </p:sp>
      <p:sp>
        <p:nvSpPr>
          <p:cNvPr id="381" name="FHD…"/>
          <p:cNvSpPr txBox="1"/>
          <p:nvPr/>
        </p:nvSpPr>
        <p:spPr>
          <a:xfrm>
            <a:off x="6753699" y="11126125"/>
            <a:ext cx="6365883" cy="12573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p>
            <a:pPr marL="208359" indent="-208359" algn="l" defTabSz="584200">
              <a:buSzPct val="100000"/>
              <a:buChar char="•"/>
              <a:defRPr sz="3000" b="0"/>
            </a:pPr>
            <a:r>
              <a:rPr>
                <a:latin typeface="Nunito Sans" pitchFamily="2" charset="77"/>
              </a:rPr>
              <a:t>FHD</a:t>
            </a:r>
          </a:p>
          <a:p>
            <a:pPr marL="208359" indent="-208359" algn="l" defTabSz="584200">
              <a:buSzPct val="100000"/>
              <a:buChar char="•"/>
              <a:defRPr sz="3000" b="0"/>
            </a:pPr>
            <a:r>
              <a:rPr lang="en-US">
                <a:latin typeface="Nunito Sans" pitchFamily="2" charset="77"/>
              </a:rPr>
              <a:t>Góc nhìn </a:t>
            </a:r>
            <a:r>
              <a:rPr>
                <a:latin typeface="Nunito Sans" pitchFamily="2" charset="77"/>
              </a:rPr>
              <a:t>146</a:t>
            </a:r>
            <a:r>
              <a:rPr lang="en-US">
                <a:latin typeface="Nunito Sans" pitchFamily="2" charset="77"/>
              </a:rPr>
              <a:t> độ</a:t>
            </a:r>
            <a:endParaRPr>
              <a:latin typeface="Nunito Sans" pitchFamily="2" charset="77"/>
            </a:endParaRPr>
          </a:p>
        </p:txBody>
      </p:sp>
      <p:sp>
        <p:nvSpPr>
          <p:cNvPr id="382" name="IR sensor : 5m…"/>
          <p:cNvSpPr txBox="1"/>
          <p:nvPr/>
        </p:nvSpPr>
        <p:spPr>
          <a:xfrm>
            <a:off x="1236130" y="6492530"/>
            <a:ext cx="4167283" cy="136117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p>
            <a:pPr marL="208359" indent="-208359" algn="l" defTabSz="584200">
              <a:buSzPct val="100000"/>
              <a:buChar char="•"/>
              <a:defRPr sz="3000" b="0"/>
            </a:pPr>
            <a:r>
              <a:rPr lang="en-US">
                <a:latin typeface="Nunito Sans" pitchFamily="2" charset="77"/>
              </a:rPr>
              <a:t>Cảm biến hồng ngoại 5M</a:t>
            </a:r>
            <a:endParaRPr>
              <a:latin typeface="Nunito Sans" pitchFamily="2" charset="77"/>
            </a:endParaRPr>
          </a:p>
          <a:p>
            <a:pPr marL="208359" indent="-208359" algn="l" defTabSz="584200">
              <a:buSzPct val="100000"/>
              <a:buChar char="•"/>
              <a:defRPr sz="3000" b="0"/>
            </a:pPr>
            <a:r>
              <a:rPr lang="en-US">
                <a:latin typeface="Nunito Sans" pitchFamily="2" charset="77"/>
              </a:rPr>
              <a:t>Hỗ trợ bởi đèn LED</a:t>
            </a:r>
            <a:endParaRPr>
              <a:latin typeface="Nunito Sans" pitchFamily="2" charset="77"/>
            </a:endParaRPr>
          </a:p>
        </p:txBody>
      </p:sp>
      <p:sp>
        <p:nvSpPr>
          <p:cNvPr id="383" name="Live streaming…"/>
          <p:cNvSpPr txBox="1"/>
          <p:nvPr/>
        </p:nvSpPr>
        <p:spPr>
          <a:xfrm>
            <a:off x="6804499" y="6492530"/>
            <a:ext cx="3751612" cy="152089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p>
            <a:pPr marL="208359" indent="-208359" algn="l" defTabSz="584200">
              <a:buSzPct val="100000"/>
              <a:buChar char="•"/>
              <a:defRPr sz="3000" b="0"/>
            </a:pPr>
            <a:r>
              <a:rPr lang="en-US">
                <a:latin typeface="Nunito Sans" pitchFamily="2" charset="77"/>
              </a:rPr>
              <a:t>Xem live trực tiếp</a:t>
            </a:r>
            <a:endParaRPr>
              <a:latin typeface="Nunito Sans" pitchFamily="2" charset="77"/>
            </a:endParaRPr>
          </a:p>
          <a:p>
            <a:pPr marL="208359" indent="-208359" algn="l" defTabSz="584200">
              <a:buSzPct val="100000"/>
              <a:buChar char="•"/>
              <a:defRPr sz="3000" b="0"/>
            </a:pPr>
            <a:r>
              <a:rPr lang="en-US">
                <a:latin typeface="Nunito Sans" pitchFamily="2" charset="77"/>
              </a:rPr>
              <a:t>Lưu trữ bằng máy chủ mã hóa</a:t>
            </a:r>
            <a:endParaRPr>
              <a:latin typeface="Nunito Sans" pitchFamily="2" charset="77"/>
            </a:endParaRPr>
          </a:p>
        </p:txBody>
      </p:sp>
      <p:sp>
        <p:nvSpPr>
          <p:cNvPr id="384" name="1200 lm…"/>
          <p:cNvSpPr txBox="1"/>
          <p:nvPr/>
        </p:nvSpPr>
        <p:spPr>
          <a:xfrm>
            <a:off x="1236130" y="3696716"/>
            <a:ext cx="3751612" cy="171813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p>
            <a:pPr marL="208359" indent="-208359" algn="l" defTabSz="584200">
              <a:buSzPct val="100000"/>
              <a:buChar char="•"/>
              <a:defRPr sz="3000" b="0"/>
            </a:pPr>
            <a:r>
              <a:rPr>
                <a:latin typeface="Nunito Sans" pitchFamily="2" charset="77"/>
              </a:rPr>
              <a:t>1200 lm</a:t>
            </a:r>
          </a:p>
          <a:p>
            <a:pPr marL="208359" indent="-208359" algn="l" defTabSz="584200">
              <a:buSzPct val="100000"/>
              <a:buChar char="•"/>
              <a:defRPr sz="3000" b="0"/>
            </a:pPr>
            <a:r>
              <a:rPr lang="en-US">
                <a:latin typeface="Nunito Sans" pitchFamily="2" charset="77"/>
              </a:rPr>
              <a:t>Ánh sáng 4000K</a:t>
            </a:r>
            <a:endParaRPr>
              <a:latin typeface="Nunito Sans" pitchFamily="2" charset="77"/>
            </a:endParaRPr>
          </a:p>
          <a:p>
            <a:pPr marL="208359" indent="-208359" algn="l" defTabSz="584200">
              <a:buSzPct val="100000"/>
              <a:buChar char="•"/>
              <a:defRPr sz="3000" b="0"/>
            </a:pPr>
            <a:r>
              <a:rPr lang="en-US">
                <a:latin typeface="Nunito Sans" pitchFamily="2" charset="77"/>
              </a:rPr>
              <a:t>Điều khiển cường độ sáng</a:t>
            </a:r>
            <a:endParaRPr>
              <a:latin typeface="Nunito Sans" pitchFamily="2" charset="77"/>
            </a:endParaRPr>
          </a:p>
        </p:txBody>
      </p:sp>
      <p:sp>
        <p:nvSpPr>
          <p:cNvPr id="385" name="10s Before Spotlight ON"/>
          <p:cNvSpPr txBox="1"/>
          <p:nvPr/>
        </p:nvSpPr>
        <p:spPr>
          <a:xfrm>
            <a:off x="1081250" y="11107968"/>
            <a:ext cx="5189515" cy="56081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lvl1pPr marL="208359" indent="-208359" algn="l" defTabSz="584200">
              <a:buSzPct val="100000"/>
              <a:buChar char="•"/>
              <a:defRPr sz="3000" b="0"/>
            </a:lvl1pPr>
          </a:lstStyle>
          <a:p>
            <a:r>
              <a:rPr lang="en-US">
                <a:latin typeface="Nunito Sans" pitchFamily="2" charset="77"/>
              </a:rPr>
              <a:t>Quay </a:t>
            </a:r>
            <a:r>
              <a:rPr>
                <a:latin typeface="Nunito Sans" pitchFamily="2" charset="77"/>
              </a:rPr>
              <a:t>10s </a:t>
            </a:r>
            <a:r>
              <a:rPr lang="en-US">
                <a:latin typeface="Nunito Sans" pitchFamily="2" charset="77"/>
              </a:rPr>
              <a:t>trước khi đèn sáng</a:t>
            </a:r>
            <a:endParaRPr>
              <a:latin typeface="Nunito Sans" pitchFamily="2" charset="77"/>
            </a:endParaRPr>
          </a:p>
        </p:txBody>
      </p:sp>
      <p:sp>
        <p:nvSpPr>
          <p:cNvPr id="386" name="Max. 8m…"/>
          <p:cNvSpPr txBox="1"/>
          <p:nvPr/>
        </p:nvSpPr>
        <p:spPr>
          <a:xfrm>
            <a:off x="6804499" y="3703360"/>
            <a:ext cx="5477851" cy="162023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p>
            <a:pPr marL="208359" indent="-208359" algn="l" defTabSz="584200">
              <a:buSzPct val="100000"/>
              <a:buChar char="•"/>
              <a:defRPr sz="3000" b="0"/>
            </a:pPr>
            <a:r>
              <a:rPr lang="en-US" err="1">
                <a:latin typeface="Nunito Sans" pitchFamily="2" charset="77"/>
              </a:rPr>
              <a:t>Tối</a:t>
            </a:r>
            <a:r>
              <a:rPr lang="en-US">
                <a:latin typeface="Nunito Sans" pitchFamily="2" charset="77"/>
              </a:rPr>
              <a:t> </a:t>
            </a:r>
            <a:r>
              <a:rPr lang="en-US" err="1">
                <a:latin typeface="Nunito Sans" pitchFamily="2" charset="77"/>
              </a:rPr>
              <a:t>đa</a:t>
            </a:r>
            <a:r>
              <a:rPr lang="en-US">
                <a:latin typeface="Nunito Sans" pitchFamily="2" charset="77"/>
              </a:rPr>
              <a:t> 8m</a:t>
            </a:r>
            <a:endParaRPr>
              <a:latin typeface="Nunito Sans" pitchFamily="2" charset="77"/>
            </a:endParaRPr>
          </a:p>
          <a:p>
            <a:pPr marL="208359" indent="-208359" algn="l" defTabSz="584200">
              <a:buSzPct val="100000"/>
              <a:buChar char="•"/>
              <a:defRPr sz="3000" b="0"/>
            </a:pPr>
            <a:r>
              <a:rPr lang="en-US" err="1">
                <a:latin typeface="Nunito Sans" pitchFamily="2" charset="77"/>
              </a:rPr>
              <a:t>Thay</a:t>
            </a:r>
            <a:r>
              <a:rPr lang="en-US">
                <a:latin typeface="Nunito Sans" pitchFamily="2" charset="77"/>
              </a:rPr>
              <a:t> </a:t>
            </a:r>
            <a:r>
              <a:rPr lang="en-US" err="1">
                <a:latin typeface="Nunito Sans" pitchFamily="2" charset="77"/>
              </a:rPr>
              <a:t>đổi</a:t>
            </a:r>
            <a:r>
              <a:rPr lang="en-US">
                <a:latin typeface="Nunito Sans" pitchFamily="2" charset="77"/>
              </a:rPr>
              <a:t> </a:t>
            </a:r>
            <a:r>
              <a:rPr lang="en-US" err="1">
                <a:latin typeface="Nunito Sans" pitchFamily="2" charset="77"/>
              </a:rPr>
              <a:t>vùng</a:t>
            </a:r>
            <a:r>
              <a:rPr lang="en-US">
                <a:latin typeface="Nunito Sans" pitchFamily="2" charset="77"/>
              </a:rPr>
              <a:t> </a:t>
            </a:r>
            <a:r>
              <a:rPr lang="en-US" err="1">
                <a:latin typeface="Nunito Sans" pitchFamily="2" charset="77"/>
              </a:rPr>
              <a:t>nhận</a:t>
            </a:r>
            <a:r>
              <a:rPr lang="en-US">
                <a:latin typeface="Nunito Sans" pitchFamily="2" charset="77"/>
              </a:rPr>
              <a:t> </a:t>
            </a:r>
            <a:r>
              <a:rPr lang="en-US" err="1">
                <a:latin typeface="Nunito Sans" pitchFamily="2" charset="77"/>
              </a:rPr>
              <a:t>diện</a:t>
            </a:r>
            <a:endParaRPr>
              <a:latin typeface="Nunito Sans" pitchFamily="2" charset="77"/>
            </a:endParaRPr>
          </a:p>
          <a:p>
            <a:pPr marL="208359" indent="-208359" algn="l" defTabSz="584200">
              <a:buSzPct val="100000"/>
              <a:buChar char="•"/>
              <a:defRPr sz="3000" b="0"/>
            </a:pPr>
            <a:r>
              <a:rPr lang="en-US" err="1">
                <a:latin typeface="Nunito Sans" pitchFamily="2" charset="77"/>
              </a:rPr>
              <a:t>Thuật</a:t>
            </a:r>
            <a:r>
              <a:rPr lang="en-US">
                <a:latin typeface="Nunito Sans" pitchFamily="2" charset="77"/>
              </a:rPr>
              <a:t> </a:t>
            </a:r>
            <a:r>
              <a:rPr lang="en-US" err="1">
                <a:latin typeface="Nunito Sans" pitchFamily="2" charset="77"/>
              </a:rPr>
              <a:t>toán</a:t>
            </a:r>
            <a:r>
              <a:rPr lang="en-US">
                <a:latin typeface="Nunito Sans" pitchFamily="2" charset="77"/>
              </a:rPr>
              <a:t> AI </a:t>
            </a:r>
            <a:r>
              <a:rPr lang="en-US" err="1">
                <a:latin typeface="Nunito Sans" pitchFamily="2" charset="77"/>
              </a:rPr>
              <a:t>tiên</a:t>
            </a:r>
            <a:r>
              <a:rPr lang="en-US">
                <a:latin typeface="Nunito Sans" pitchFamily="2" charset="77"/>
              </a:rPr>
              <a:t> </a:t>
            </a:r>
            <a:r>
              <a:rPr lang="en-US" err="1">
                <a:latin typeface="Nunito Sans" pitchFamily="2" charset="77"/>
              </a:rPr>
              <a:t>tiến</a:t>
            </a:r>
            <a:endParaRPr>
              <a:latin typeface="Nunito Sans" pitchFamily="2" charset="77"/>
            </a:endParaRPr>
          </a:p>
        </p:txBody>
      </p:sp>
      <p:sp>
        <p:nvSpPr>
          <p:cNvPr id="387" name="Easy Installation"/>
          <p:cNvSpPr txBox="1"/>
          <p:nvPr/>
        </p:nvSpPr>
        <p:spPr>
          <a:xfrm>
            <a:off x="1236130" y="8227643"/>
            <a:ext cx="4773431" cy="85613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lvl1pPr algn="l" defTabSz="584200">
              <a:defRPr sz="4400">
                <a:solidFill>
                  <a:schemeClr val="accent4">
                    <a:hueOff val="-1081314"/>
                    <a:satOff val="4338"/>
                    <a:lumOff val="-8931"/>
                  </a:schemeClr>
                </a:solidFill>
              </a:defRPr>
            </a:lvl1pPr>
          </a:lstStyle>
          <a:p>
            <a:r>
              <a:rPr lang="en-US" err="1">
                <a:solidFill>
                  <a:srgbClr val="1CA390"/>
                </a:solidFill>
                <a:latin typeface="Nunito Sans" pitchFamily="2" charset="77"/>
              </a:rPr>
              <a:t>Lắp</a:t>
            </a:r>
            <a:r>
              <a:rPr lang="en-US">
                <a:solidFill>
                  <a:srgbClr val="1CA390"/>
                </a:solidFill>
                <a:latin typeface="Nunito Sans" pitchFamily="2" charset="77"/>
              </a:rPr>
              <a:t> </a:t>
            </a:r>
            <a:r>
              <a:rPr lang="en-US" err="1">
                <a:solidFill>
                  <a:srgbClr val="1CA390"/>
                </a:solidFill>
                <a:latin typeface="Nunito Sans" pitchFamily="2" charset="77"/>
              </a:rPr>
              <a:t>đặt</a:t>
            </a:r>
            <a:r>
              <a:rPr lang="en-US">
                <a:solidFill>
                  <a:srgbClr val="1CA390"/>
                </a:solidFill>
                <a:latin typeface="Nunito Sans" pitchFamily="2" charset="77"/>
              </a:rPr>
              <a:t> </a:t>
            </a:r>
            <a:r>
              <a:rPr lang="en-US" err="1">
                <a:solidFill>
                  <a:srgbClr val="1CA390"/>
                </a:solidFill>
                <a:latin typeface="Nunito Sans" pitchFamily="2" charset="77"/>
              </a:rPr>
              <a:t>dễ</a:t>
            </a:r>
            <a:r>
              <a:rPr lang="en-US">
                <a:solidFill>
                  <a:srgbClr val="1CA390"/>
                </a:solidFill>
                <a:latin typeface="Nunito Sans" pitchFamily="2" charset="77"/>
              </a:rPr>
              <a:t> </a:t>
            </a:r>
            <a:r>
              <a:rPr lang="en-US" err="1">
                <a:solidFill>
                  <a:srgbClr val="1CA390"/>
                </a:solidFill>
                <a:latin typeface="Nunito Sans" pitchFamily="2" charset="77"/>
              </a:rPr>
              <a:t>dàng</a:t>
            </a:r>
            <a:endParaRPr>
              <a:solidFill>
                <a:srgbClr val="1CA390"/>
              </a:solidFill>
              <a:latin typeface="Nunito Sans" pitchFamily="2" charset="77"/>
            </a:endParaRPr>
          </a:p>
        </p:txBody>
      </p:sp>
      <p:sp>
        <p:nvSpPr>
          <p:cNvPr id="388" name="Ball Joint Installation Mount"/>
          <p:cNvSpPr txBox="1"/>
          <p:nvPr/>
        </p:nvSpPr>
        <p:spPr>
          <a:xfrm>
            <a:off x="1236130" y="8931377"/>
            <a:ext cx="4683723" cy="171813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lvl1pPr marL="208359" indent="-208359" algn="l" defTabSz="584200">
              <a:buSzPct val="100000"/>
              <a:buChar char="•"/>
              <a:defRPr sz="3000" b="0"/>
            </a:lvl1pPr>
          </a:lstStyle>
          <a:p>
            <a:r>
              <a:rPr lang="en-US" err="1">
                <a:latin typeface="Nunito Sans" pitchFamily="2" charset="77"/>
              </a:rPr>
              <a:t>Sử</a:t>
            </a:r>
            <a:r>
              <a:rPr lang="en-US">
                <a:latin typeface="Nunito Sans" pitchFamily="2" charset="77"/>
              </a:rPr>
              <a:t> </a:t>
            </a:r>
            <a:r>
              <a:rPr lang="en-US" err="1">
                <a:latin typeface="Nunito Sans" pitchFamily="2" charset="77"/>
              </a:rPr>
              <a:t>dụng</a:t>
            </a:r>
            <a:r>
              <a:rPr lang="en-US">
                <a:latin typeface="Nunito Sans" pitchFamily="2" charset="77"/>
              </a:rPr>
              <a:t> </a:t>
            </a:r>
            <a:r>
              <a:rPr lang="en-US" err="1">
                <a:latin typeface="Nunito Sans" pitchFamily="2" charset="77"/>
              </a:rPr>
              <a:t>khớp</a:t>
            </a:r>
            <a:r>
              <a:rPr lang="en-US">
                <a:latin typeface="Nunito Sans" pitchFamily="2" charset="77"/>
              </a:rPr>
              <a:t> bi linh </a:t>
            </a:r>
            <a:r>
              <a:rPr lang="en-US" err="1">
                <a:latin typeface="Nunito Sans" pitchFamily="2" charset="77"/>
              </a:rPr>
              <a:t>hoạt</a:t>
            </a:r>
            <a:endParaRPr>
              <a:latin typeface="Nunito Sans" pitchFamily="2" charset="77"/>
            </a:endParaRPr>
          </a:p>
        </p:txBody>
      </p:sp>
      <p:sp>
        <p:nvSpPr>
          <p:cNvPr id="389" name="DC Input"/>
          <p:cNvSpPr txBox="1"/>
          <p:nvPr/>
        </p:nvSpPr>
        <p:spPr>
          <a:xfrm>
            <a:off x="6804499" y="8227643"/>
            <a:ext cx="4683723" cy="97926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lvl1pPr algn="l" defTabSz="584200">
              <a:defRPr sz="4400">
                <a:solidFill>
                  <a:schemeClr val="accent4">
                    <a:hueOff val="-1081314"/>
                    <a:satOff val="4338"/>
                    <a:lumOff val="-8931"/>
                  </a:schemeClr>
                </a:solidFill>
              </a:defRPr>
            </a:lvl1pPr>
          </a:lstStyle>
          <a:p>
            <a:r>
              <a:rPr lang="en-US">
                <a:solidFill>
                  <a:srgbClr val="1CA390"/>
                </a:solidFill>
                <a:latin typeface="Nunito Sans" pitchFamily="2" charset="77"/>
              </a:rPr>
              <a:t>Nguồn điện</a:t>
            </a:r>
            <a:endParaRPr>
              <a:solidFill>
                <a:srgbClr val="1CA390"/>
              </a:solidFill>
              <a:latin typeface="Nunito Sans" pitchFamily="2" charset="77"/>
            </a:endParaRPr>
          </a:p>
        </p:txBody>
      </p:sp>
      <p:sp>
        <p:nvSpPr>
          <p:cNvPr id="390" name="12V AC/DC…"/>
          <p:cNvSpPr txBox="1"/>
          <p:nvPr/>
        </p:nvSpPr>
        <p:spPr>
          <a:xfrm>
            <a:off x="6804499" y="8931377"/>
            <a:ext cx="5179469" cy="162023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lstStyle/>
          <a:p>
            <a:pPr marL="208359" indent="-208359" algn="l" defTabSz="584200">
              <a:buSzPct val="100000"/>
              <a:buChar char="•"/>
              <a:defRPr sz="3000" b="0"/>
            </a:pPr>
            <a:r>
              <a:rPr>
                <a:latin typeface="Nunito Sans" pitchFamily="2" charset="77"/>
              </a:rPr>
              <a:t>12V AC/DC</a:t>
            </a:r>
          </a:p>
          <a:p>
            <a:pPr marL="208359" indent="-208359" algn="l" defTabSz="584200">
              <a:buSzPct val="100000"/>
              <a:buChar char="•"/>
              <a:defRPr sz="3000" b="0"/>
            </a:pPr>
            <a:r>
              <a:rPr lang="en-US">
                <a:latin typeface="Nunito Sans" pitchFamily="2" charset="77"/>
              </a:rPr>
              <a:t>Chống nước </a:t>
            </a:r>
            <a:r>
              <a:rPr>
                <a:latin typeface="Nunito Sans" pitchFamily="2" charset="77"/>
              </a:rPr>
              <a:t>IP56</a:t>
            </a:r>
          </a:p>
        </p:txBody>
      </p:sp>
      <p:sp>
        <p:nvSpPr>
          <p:cNvPr id="391" name="Rectangle"/>
          <p:cNvSpPr/>
          <p:nvPr/>
        </p:nvSpPr>
        <p:spPr>
          <a:xfrm>
            <a:off x="-8467" y="13345484"/>
            <a:ext cx="24400934" cy="374750"/>
          </a:xfrm>
          <a:prstGeom prst="rect">
            <a:avLst/>
          </a:prstGeom>
          <a:solidFill>
            <a:srgbClr val="1CA390"/>
          </a:solidFill>
          <a:ln w="12700">
            <a:miter lim="400000"/>
          </a:ln>
        </p:spPr>
        <p:txBody>
          <a:bodyPr lIns="0" tIns="0" rIns="0" bIns="0" anchor="ctr"/>
          <a:lstStyle/>
          <a:p>
            <a:pPr defTabSz="825500">
              <a:defRPr b="0">
                <a:solidFill>
                  <a:srgbClr val="1BADBA"/>
                </a:solidFill>
                <a:latin typeface="+mn-lt"/>
                <a:ea typeface="+mn-ea"/>
                <a:cs typeface="+mn-cs"/>
                <a:sym typeface="Helvetica Neue Medium"/>
              </a:defRPr>
            </a:pPr>
            <a:endParaRPr/>
          </a:p>
        </p:txBody>
      </p:sp>
      <p:sp>
        <p:nvSpPr>
          <p:cNvPr id="394" name="Slide Number"/>
          <p:cNvSpPr txBox="1">
            <a:spLocks noGrp="1"/>
          </p:cNvSpPr>
          <p:nvPr>
            <p:ph type="sldNum" sz="quarter" idx="4294967295"/>
          </p:nvPr>
        </p:nvSpPr>
        <p:spPr>
          <a:xfrm>
            <a:off x="23960725" y="13349611"/>
            <a:ext cx="353290" cy="353619"/>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lvl1pPr defTabSz="825500">
              <a:defRPr>
                <a:latin typeface="Helvetica Neue Light"/>
                <a:ea typeface="Helvetica Neue Light"/>
                <a:cs typeface="Helvetica Neue Light"/>
                <a:sym typeface="Helvetica Neue Light"/>
              </a:defRPr>
            </a:lvl1pPr>
          </a:lstStyle>
          <a:p>
            <a:fld id="{86CB4B4D-7CA3-9044-876B-883B54F8677D}" type="slidenum">
              <a:rPr/>
              <a:t>14</a:t>
            </a:fld>
            <a:endParaRPr/>
          </a:p>
        </p:txBody>
      </p:sp>
      <p:pic>
        <p:nvPicPr>
          <p:cNvPr id="3" name="Picture 2" descr="Logo&#10;&#10;Description automatically generated">
            <a:extLst>
              <a:ext uri="{FF2B5EF4-FFF2-40B4-BE49-F238E27FC236}">
                <a16:creationId xmlns:a16="http://schemas.microsoft.com/office/drawing/2014/main" id="{9AE08ECB-07EE-EC4C-BB45-657C9820685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2191708" y="747430"/>
            <a:ext cx="1612900" cy="546100"/>
          </a:xfrm>
          <a:prstGeom prst="rect">
            <a:avLst/>
          </a:prstGeom>
        </p:spPr>
      </p:pic>
      <p:sp>
        <p:nvSpPr>
          <p:cNvPr id="25" name="Outdoor Spotlight Camera">
            <a:extLst>
              <a:ext uri="{FF2B5EF4-FFF2-40B4-BE49-F238E27FC236}">
                <a16:creationId xmlns:a16="http://schemas.microsoft.com/office/drawing/2014/main" id="{E25C9728-BED1-9946-B61C-879611732DED}"/>
              </a:ext>
            </a:extLst>
          </p:cNvPr>
          <p:cNvSpPr txBox="1">
            <a:spLocks noGrp="1"/>
          </p:cNvSpPr>
          <p:nvPr>
            <p:ph type="title"/>
          </p:nvPr>
        </p:nvSpPr>
        <p:spPr>
          <a:xfrm>
            <a:off x="1140489" y="1066536"/>
            <a:ext cx="11173870" cy="1358900"/>
          </a:xfrm>
          <a:prstGeom prst="rect">
            <a:avLst/>
          </a:prstGeom>
        </p:spPr>
        <p:txBody>
          <a:bodyPr>
            <a:normAutofit/>
          </a:bodyPr>
          <a:lstStyle>
            <a:lvl1pPr defTabSz="607933">
              <a:defRPr sz="8140"/>
            </a:lvl1pPr>
          </a:lstStyle>
          <a:p>
            <a:r>
              <a:rPr lang="en-US">
                <a:solidFill>
                  <a:srgbClr val="1CA390"/>
                </a:solidFill>
                <a:latin typeface="Nunito Sans" pitchFamily="2" charset="77"/>
              </a:rPr>
              <a:t>Camera AI đèn an ninh</a:t>
            </a:r>
            <a:endParaRPr>
              <a:solidFill>
                <a:srgbClr val="1CA390"/>
              </a:solidFill>
              <a:latin typeface="Nunito Sans" pitchFamily="2" charset="77"/>
            </a:endParaRPr>
          </a:p>
        </p:txBody>
      </p:sp>
      <p:pic>
        <p:nvPicPr>
          <p:cNvPr id="5" name="Picture 4" descr="A pair of white headphones&#10;&#10;Description automatically generated with medium confidence">
            <a:extLst>
              <a:ext uri="{FF2B5EF4-FFF2-40B4-BE49-F238E27FC236}">
                <a16:creationId xmlns:a16="http://schemas.microsoft.com/office/drawing/2014/main" id="{9838B508-CE60-FD4D-AD66-00D7093AC13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4675506" y="2625871"/>
            <a:ext cx="9042916" cy="9042916"/>
          </a:xfrm>
          <a:prstGeom prst="rect">
            <a:avLst/>
          </a:prstGeom>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27A92D0C-7430-4FB2-B556-4B16EE6C9F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12034" y="2717845"/>
            <a:ext cx="8014154" cy="8615901"/>
          </a:xfrm>
          <a:prstGeom prst="rect">
            <a:avLst/>
          </a:prstGeom>
        </p:spPr>
      </p:pic>
      <p:sp>
        <p:nvSpPr>
          <p:cNvPr id="396" name="Specifications"/>
          <p:cNvSpPr txBox="1">
            <a:spLocks noGrp="1"/>
          </p:cNvSpPr>
          <p:nvPr>
            <p:ph type="title"/>
          </p:nvPr>
        </p:nvSpPr>
        <p:spPr>
          <a:xfrm>
            <a:off x="2016834" y="183729"/>
            <a:ext cx="20320000" cy="1358900"/>
          </a:xfrm>
          <a:prstGeom prst="rect">
            <a:avLst/>
          </a:prstGeom>
        </p:spPr>
        <p:txBody>
          <a:bodyPr>
            <a:normAutofit fontScale="90000"/>
          </a:bodyPr>
          <a:lstStyle>
            <a:lvl1pPr defTabSz="607933">
              <a:defRPr sz="8140"/>
            </a:lvl1pPr>
          </a:lstStyle>
          <a:p>
            <a:r>
              <a:rPr lang="en-US">
                <a:solidFill>
                  <a:srgbClr val="1CA390"/>
                </a:solidFill>
                <a:latin typeface="Nunito Sans" pitchFamily="2" charset="77"/>
              </a:rPr>
              <a:t>Thông số kỹ thuật</a:t>
            </a:r>
            <a:endParaRPr>
              <a:solidFill>
                <a:srgbClr val="1CA390"/>
              </a:solidFill>
              <a:latin typeface="Nunito Sans" pitchFamily="2" charset="77"/>
            </a:endParaRPr>
          </a:p>
        </p:txBody>
      </p:sp>
      <p:sp>
        <p:nvSpPr>
          <p:cNvPr id="397" name="Slide Number"/>
          <p:cNvSpPr txBox="1">
            <a:spLocks noGrp="1"/>
          </p:cNvSpPr>
          <p:nvPr>
            <p:ph type="sldNum" sz="quarter" idx="2"/>
          </p:nvPr>
        </p:nvSpPr>
        <p:spPr>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15</a:t>
            </a:fld>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74032" y="661502"/>
            <a:ext cx="13786694" cy="12394098"/>
          </a:xfrm>
          <a:prstGeom prst="rect">
            <a:avLst/>
          </a:prstGeom>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27A92D0C-7430-4FB2-B556-4B16EE6C9F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52961" y="9380357"/>
            <a:ext cx="2603872" cy="2799385"/>
          </a:xfrm>
          <a:prstGeom prst="rect">
            <a:avLst/>
          </a:prstGeom>
        </p:spPr>
      </p:pic>
      <p:sp>
        <p:nvSpPr>
          <p:cNvPr id="396" name="Specifications"/>
          <p:cNvSpPr txBox="1">
            <a:spLocks noGrp="1"/>
          </p:cNvSpPr>
          <p:nvPr>
            <p:ph type="title"/>
          </p:nvPr>
        </p:nvSpPr>
        <p:spPr>
          <a:xfrm>
            <a:off x="2016834" y="183729"/>
            <a:ext cx="20320000" cy="1358900"/>
          </a:xfrm>
          <a:prstGeom prst="rect">
            <a:avLst/>
          </a:prstGeom>
        </p:spPr>
        <p:txBody>
          <a:bodyPr>
            <a:normAutofit fontScale="90000"/>
          </a:bodyPr>
          <a:lstStyle>
            <a:lvl1pPr defTabSz="607933">
              <a:defRPr sz="8140"/>
            </a:lvl1pPr>
          </a:lstStyle>
          <a:p>
            <a:r>
              <a:rPr lang="en-US" err="1">
                <a:solidFill>
                  <a:srgbClr val="1CA390"/>
                </a:solidFill>
                <a:latin typeface="Nunito Sans" pitchFamily="2" charset="77"/>
              </a:rPr>
              <a:t>Thông</a:t>
            </a:r>
            <a:r>
              <a:rPr lang="en-US">
                <a:solidFill>
                  <a:srgbClr val="1CA390"/>
                </a:solidFill>
                <a:latin typeface="Nunito Sans" pitchFamily="2" charset="77"/>
              </a:rPr>
              <a:t> </a:t>
            </a:r>
            <a:r>
              <a:rPr lang="en-US" err="1">
                <a:solidFill>
                  <a:srgbClr val="1CA390"/>
                </a:solidFill>
                <a:latin typeface="Nunito Sans" pitchFamily="2" charset="77"/>
              </a:rPr>
              <a:t>số</a:t>
            </a:r>
            <a:r>
              <a:rPr lang="en-US">
                <a:solidFill>
                  <a:srgbClr val="1CA390"/>
                </a:solidFill>
                <a:latin typeface="Nunito Sans" pitchFamily="2" charset="77"/>
              </a:rPr>
              <a:t> </a:t>
            </a:r>
            <a:r>
              <a:rPr lang="en-US" err="1">
                <a:solidFill>
                  <a:srgbClr val="1CA390"/>
                </a:solidFill>
                <a:latin typeface="Nunito Sans" pitchFamily="2" charset="77"/>
              </a:rPr>
              <a:t>kỹ</a:t>
            </a:r>
            <a:r>
              <a:rPr lang="en-US">
                <a:solidFill>
                  <a:srgbClr val="1CA390"/>
                </a:solidFill>
                <a:latin typeface="Nunito Sans" pitchFamily="2" charset="77"/>
              </a:rPr>
              <a:t> </a:t>
            </a:r>
            <a:r>
              <a:rPr lang="en-US" err="1">
                <a:solidFill>
                  <a:srgbClr val="1CA390"/>
                </a:solidFill>
                <a:latin typeface="Nunito Sans" pitchFamily="2" charset="77"/>
              </a:rPr>
              <a:t>thuật</a:t>
            </a:r>
            <a:endParaRPr>
              <a:solidFill>
                <a:srgbClr val="1CA390"/>
              </a:solidFill>
              <a:latin typeface="Nunito Sans" pitchFamily="2" charset="77"/>
            </a:endParaRPr>
          </a:p>
        </p:txBody>
      </p:sp>
      <p:sp>
        <p:nvSpPr>
          <p:cNvPr id="39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sp>
        <p:nvSpPr>
          <p:cNvPr id="7" name="TextBox 6">
            <a:extLst>
              <a:ext uri="{FF2B5EF4-FFF2-40B4-BE49-F238E27FC236}">
                <a16:creationId xmlns:a16="http://schemas.microsoft.com/office/drawing/2014/main" id="{49F163CF-58A3-0E46-940D-BBF4617077A6}"/>
              </a:ext>
            </a:extLst>
          </p:cNvPr>
          <p:cNvSpPr txBox="1"/>
          <p:nvPr/>
        </p:nvSpPr>
        <p:spPr>
          <a:xfrm>
            <a:off x="4137169" y="3072300"/>
            <a:ext cx="6168354" cy="6367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n-VN" sz="3200" b="1" i="0" u="none" strike="noStrike" cap="none" spc="0" normalizeH="0" baseline="0">
                <a:ln>
                  <a:noFill/>
                </a:ln>
                <a:effectLst/>
                <a:uFillTx/>
                <a:latin typeface="Nunito Sans" pitchFamily="2" charset="77"/>
                <a:sym typeface="Helvetica Neue"/>
              </a:rPr>
              <a:t>Camera AI không dây dùng pin</a:t>
            </a:r>
          </a:p>
        </p:txBody>
      </p:sp>
      <p:sp>
        <p:nvSpPr>
          <p:cNvPr id="23" name="TextBox 22">
            <a:extLst>
              <a:ext uri="{FF2B5EF4-FFF2-40B4-BE49-F238E27FC236}">
                <a16:creationId xmlns:a16="http://schemas.microsoft.com/office/drawing/2014/main" id="{959A6F73-E16F-B649-B178-4B41F02FFC6E}"/>
              </a:ext>
            </a:extLst>
          </p:cNvPr>
          <p:cNvSpPr txBox="1"/>
          <p:nvPr/>
        </p:nvSpPr>
        <p:spPr>
          <a:xfrm>
            <a:off x="4262203" y="6829949"/>
            <a:ext cx="5844548" cy="6367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n-VN" sz="3200" b="1" i="0" u="none" strike="noStrike" cap="none" spc="0" normalizeH="0" baseline="0">
                <a:ln>
                  <a:noFill/>
                </a:ln>
                <a:solidFill>
                  <a:srgbClr val="000000"/>
                </a:solidFill>
                <a:effectLst/>
                <a:uFillTx/>
                <a:latin typeface="Nunito Sans" pitchFamily="2" charset="77"/>
                <a:sym typeface="Helvetica Neue"/>
              </a:rPr>
              <a:t>Chuông cửa AI video dùng pin</a:t>
            </a:r>
          </a:p>
        </p:txBody>
      </p:sp>
      <p:sp>
        <p:nvSpPr>
          <p:cNvPr id="24" name="TextBox 23">
            <a:extLst>
              <a:ext uri="{FF2B5EF4-FFF2-40B4-BE49-F238E27FC236}">
                <a16:creationId xmlns:a16="http://schemas.microsoft.com/office/drawing/2014/main" id="{AAAFE84F-67A7-AC49-9CE7-D5B6CA678A2C}"/>
              </a:ext>
            </a:extLst>
          </p:cNvPr>
          <p:cNvSpPr txBox="1"/>
          <p:nvPr/>
        </p:nvSpPr>
        <p:spPr>
          <a:xfrm>
            <a:off x="4210306" y="10947916"/>
            <a:ext cx="4595809" cy="6367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l" defTabSz="821531" rtl="0" fontAlgn="auto" latinLnBrk="0" hangingPunct="0">
              <a:lnSpc>
                <a:spcPct val="100000"/>
              </a:lnSpc>
              <a:spcBef>
                <a:spcPts val="0"/>
              </a:spcBef>
              <a:spcAft>
                <a:spcPts val="0"/>
              </a:spcAft>
              <a:buClrTx/>
              <a:buSzTx/>
              <a:buFontTx/>
              <a:buNone/>
              <a:tabLst/>
            </a:pPr>
            <a:r>
              <a:rPr kumimoji="0" lang="en-VN" sz="3200" b="1" i="0" u="none" strike="noStrike" cap="none" spc="0" normalizeH="0" baseline="0">
                <a:ln>
                  <a:noFill/>
                </a:ln>
                <a:solidFill>
                  <a:srgbClr val="000000"/>
                </a:solidFill>
                <a:effectLst/>
                <a:uFillTx/>
                <a:latin typeface="Nunito Sans" pitchFamily="2" charset="77"/>
                <a:sym typeface="Helvetica Neue"/>
              </a:rPr>
              <a:t>Camera AI đèn an ninh</a:t>
            </a:r>
          </a:p>
        </p:txBody>
      </p:sp>
      <p:pic>
        <p:nvPicPr>
          <p:cNvPr id="3" name="Picture 2" descr="Table&#10;&#10;Description automatically generated">
            <a:extLst>
              <a:ext uri="{FF2B5EF4-FFF2-40B4-BE49-F238E27FC236}">
                <a16:creationId xmlns:a16="http://schemas.microsoft.com/office/drawing/2014/main" id="{33C34F0A-18D9-5D4A-AF8D-5C4A506122CC}"/>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2798315" y="183729"/>
            <a:ext cx="11162410" cy="13092752"/>
          </a:xfrm>
          <a:prstGeom prst="rect">
            <a:avLst/>
          </a:prstGeom>
        </p:spPr>
      </p:pic>
      <p:pic>
        <p:nvPicPr>
          <p:cNvPr id="14" name="Picture 13">
            <a:extLst>
              <a:ext uri="{FF2B5EF4-FFF2-40B4-BE49-F238E27FC236}">
                <a16:creationId xmlns:a16="http://schemas.microsoft.com/office/drawing/2014/main" id="{5AAF336C-E27C-4572-8E5E-8C6DE27244F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235976" y="5505854"/>
            <a:ext cx="1435802" cy="3035029"/>
          </a:xfrm>
          <a:prstGeom prst="rect">
            <a:avLst/>
          </a:prstGeom>
        </p:spPr>
      </p:pic>
      <p:pic>
        <p:nvPicPr>
          <p:cNvPr id="15" name="Picture 14"/>
          <p:cNvPicPr>
            <a:picLocks noChangeAspect="1"/>
          </p:cNvPicPr>
          <p:nvPr/>
        </p:nvPicPr>
        <p:blipFill rotWithShape="1">
          <a:blip r:embed="rId6">
            <a:extLst>
              <a:ext uri="{28A0092B-C50C-407E-A947-70E740481C1C}">
                <a14:useLocalDpi xmlns:a14="http://schemas.microsoft.com/office/drawing/2010/main" val="0"/>
              </a:ext>
            </a:extLst>
          </a:blip>
          <a:srcRect l="3788" t="18121" r="66667" b="19777"/>
          <a:stretch/>
        </p:blipFill>
        <p:spPr>
          <a:xfrm>
            <a:off x="2246898" y="2181825"/>
            <a:ext cx="1543489" cy="1780950"/>
          </a:xfrm>
          <a:prstGeom prst="rect">
            <a:avLst/>
          </a:prstGeom>
        </p:spPr>
      </p:pic>
    </p:spTree>
    <p:extLst>
      <p:ext uri="{BB962C8B-B14F-4D97-AF65-F5344CB8AC3E}">
        <p14:creationId xmlns:p14="http://schemas.microsoft.com/office/powerpoint/2010/main" val="96082109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Specifications"/>
          <p:cNvSpPr txBox="1">
            <a:spLocks noGrp="1"/>
          </p:cNvSpPr>
          <p:nvPr>
            <p:ph type="title"/>
          </p:nvPr>
        </p:nvSpPr>
        <p:spPr>
          <a:xfrm>
            <a:off x="1891965" y="208703"/>
            <a:ext cx="20320000" cy="1358900"/>
          </a:xfrm>
          <a:prstGeom prst="rect">
            <a:avLst/>
          </a:prstGeom>
        </p:spPr>
        <p:txBody>
          <a:bodyPr lIns="71437" tIns="71437" rIns="71437" bIns="71437" anchor="t">
            <a:normAutofit fontScale="90000"/>
          </a:bodyPr>
          <a:lstStyle>
            <a:lvl1pPr defTabSz="607933">
              <a:defRPr sz="8140"/>
            </a:lvl1pPr>
          </a:lstStyle>
          <a:p>
            <a:r>
              <a:rPr lang="en-US" sz="8100" err="1">
                <a:solidFill>
                  <a:srgbClr val="1CA390"/>
                </a:solidFill>
                <a:latin typeface="Nunito Sans"/>
              </a:rPr>
              <a:t>Gói</a:t>
            </a:r>
            <a:r>
              <a:rPr lang="en-US" sz="8100">
                <a:solidFill>
                  <a:srgbClr val="1CA390"/>
                </a:solidFill>
                <a:latin typeface="Nunito Sans"/>
              </a:rPr>
              <a:t> </a:t>
            </a:r>
            <a:r>
              <a:rPr lang="en-US" sz="8100" err="1">
                <a:solidFill>
                  <a:srgbClr val="1CA390"/>
                </a:solidFill>
                <a:latin typeface="Nunito Sans"/>
              </a:rPr>
              <a:t>cước</a:t>
            </a:r>
            <a:r>
              <a:rPr lang="en-US" sz="8100">
                <a:solidFill>
                  <a:srgbClr val="1CA390"/>
                </a:solidFill>
                <a:latin typeface="Nunito Sans"/>
              </a:rPr>
              <a:t> </a:t>
            </a:r>
            <a:r>
              <a:rPr lang="en-US" sz="8100" err="1">
                <a:solidFill>
                  <a:srgbClr val="1CA390"/>
                </a:solidFill>
                <a:latin typeface="Nunito Sans"/>
              </a:rPr>
              <a:t>nâng</a:t>
            </a:r>
            <a:r>
              <a:rPr lang="en-US" sz="8100">
                <a:solidFill>
                  <a:srgbClr val="1CA390"/>
                </a:solidFill>
                <a:latin typeface="Nunito Sans"/>
              </a:rPr>
              <a:t> </a:t>
            </a:r>
            <a:r>
              <a:rPr lang="en-US" sz="8100" err="1">
                <a:solidFill>
                  <a:srgbClr val="1CA390"/>
                </a:solidFill>
                <a:latin typeface="Nunito Sans"/>
              </a:rPr>
              <a:t>cao</a:t>
            </a:r>
          </a:p>
        </p:txBody>
      </p:sp>
      <p:sp>
        <p:nvSpPr>
          <p:cNvPr id="397" name="Slide Number"/>
          <p:cNvSpPr txBox="1">
            <a:spLocks noGrp="1"/>
          </p:cNvSpPr>
          <p:nvPr>
            <p:ph type="sldNum" sz="quarter" idx="2"/>
          </p:nvPr>
        </p:nvSpPr>
        <p:spPr>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17</a:t>
            </a:fld>
            <a:endParaRPr/>
          </a:p>
        </p:txBody>
      </p:sp>
      <p:pic>
        <p:nvPicPr>
          <p:cNvPr id="2" name="Picture 3" descr="Table&#10;&#10;Description automatically generated">
            <a:extLst>
              <a:ext uri="{FF2B5EF4-FFF2-40B4-BE49-F238E27FC236}">
                <a16:creationId xmlns:a16="http://schemas.microsoft.com/office/drawing/2014/main" id="{8DF03997-BE97-47D9-8B4E-32072D0B5B28}"/>
              </a:ext>
            </a:extLst>
          </p:cNvPr>
          <p:cNvPicPr>
            <a:picLocks noChangeAspect="1"/>
          </p:cNvPicPr>
          <p:nvPr/>
        </p:nvPicPr>
        <p:blipFill>
          <a:blip r:embed="rId2"/>
          <a:stretch>
            <a:fillRect/>
          </a:stretch>
        </p:blipFill>
        <p:spPr>
          <a:xfrm>
            <a:off x="9607997" y="1770788"/>
            <a:ext cx="13998314" cy="10338148"/>
          </a:xfrm>
          <a:prstGeom prst="rect">
            <a:avLst/>
          </a:prstGeom>
        </p:spPr>
      </p:pic>
      <p:sp>
        <p:nvSpPr>
          <p:cNvPr id="4" name="Outdoor Spotlight Camera is not only helping users to record all human activities near their home for security purpose but also offering an excellent function of being a light source for illumination. The 1,200 lumen output LED spotlight is designed to i">
            <a:extLst>
              <a:ext uri="{FF2B5EF4-FFF2-40B4-BE49-F238E27FC236}">
                <a16:creationId xmlns:a16="http://schemas.microsoft.com/office/drawing/2014/main" id="{8C5FABA7-12C4-4A46-819C-FC9B528E0DCA}"/>
              </a:ext>
            </a:extLst>
          </p:cNvPr>
          <p:cNvSpPr txBox="1">
            <a:spLocks/>
          </p:cNvSpPr>
          <p:nvPr/>
        </p:nvSpPr>
        <p:spPr>
          <a:xfrm>
            <a:off x="1894270" y="1993795"/>
            <a:ext cx="6663312" cy="101101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71437" tIns="71437" rIns="71437" bIns="71437" anchor="t">
            <a:normAutofit/>
          </a:bodyPr>
          <a:lstStyle>
            <a:lvl1pPr marL="0" marR="0" indent="0" algn="l" defTabSz="821531" latinLnBrk="0">
              <a:lnSpc>
                <a:spcPct val="100000"/>
              </a:lnSpc>
              <a:spcBef>
                <a:spcPts val="5900"/>
              </a:spcBef>
              <a:spcAft>
                <a:spcPts val="0"/>
              </a:spcAft>
              <a:buClrTx/>
              <a:buSzTx/>
              <a:buFontTx/>
              <a:buNone/>
              <a:tabLst/>
              <a:defRPr sz="4200" b="0" i="0" u="none" strike="noStrike" cap="none" spc="0" baseline="0">
                <a:solidFill>
                  <a:srgbClr val="5E5E5E"/>
                </a:solidFill>
                <a:uFillTx/>
                <a:latin typeface="Helvetica"/>
                <a:ea typeface="Helvetica"/>
                <a:cs typeface="Helvetica"/>
                <a:sym typeface="Helvetica"/>
              </a:defRPr>
            </a:lvl1pPr>
            <a:lvl2pPr marL="10556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2pPr>
            <a:lvl3pPr marL="15001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3pPr>
            <a:lvl4pPr marL="19446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4pPr>
            <a:lvl5pPr marL="23891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5pPr>
            <a:lvl6pPr marL="28336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6pPr>
            <a:lvl7pPr marL="32781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7pPr>
            <a:lvl8pPr marL="37226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8pPr>
            <a:lvl9pPr marL="4167187" marR="0" indent="-611187" algn="l" defTabSz="821531" latinLnBrk="0">
              <a:lnSpc>
                <a:spcPct val="100000"/>
              </a:lnSpc>
              <a:spcBef>
                <a:spcPts val="5900"/>
              </a:spcBef>
              <a:spcAft>
                <a:spcPts val="0"/>
              </a:spcAft>
              <a:buClrTx/>
              <a:buSzPct val="145000"/>
              <a:buFontTx/>
              <a:buChar char="•"/>
              <a:tabLst/>
              <a:defRPr sz="4400" b="0" i="0" u="none" strike="noStrike" cap="none" spc="0" baseline="0">
                <a:solidFill>
                  <a:srgbClr val="5E5E5E"/>
                </a:solidFill>
                <a:uFillTx/>
                <a:latin typeface="Helvetica"/>
                <a:ea typeface="Helvetica"/>
                <a:cs typeface="Helvetica"/>
                <a:sym typeface="Helvetica"/>
              </a:defRPr>
            </a:lvl9pPr>
          </a:lstStyle>
          <a:p>
            <a:r>
              <a:rPr lang="en-US" sz="4000" err="1">
                <a:latin typeface="Nunito Sans"/>
              </a:rPr>
              <a:t>Bằng</a:t>
            </a:r>
            <a:r>
              <a:rPr lang="en-US" sz="4000">
                <a:latin typeface="Nunito Sans"/>
              </a:rPr>
              <a:t> </a:t>
            </a:r>
            <a:r>
              <a:rPr lang="en-US" sz="4000" err="1">
                <a:latin typeface="Nunito Sans"/>
              </a:rPr>
              <a:t>cách</a:t>
            </a:r>
            <a:r>
              <a:rPr lang="en-US" sz="4000">
                <a:latin typeface="Nunito Sans"/>
              </a:rPr>
              <a:t> </a:t>
            </a:r>
            <a:r>
              <a:rPr lang="en-US" sz="4000" err="1">
                <a:latin typeface="Nunito Sans"/>
              </a:rPr>
              <a:t>ứng</a:t>
            </a:r>
            <a:r>
              <a:rPr lang="en-US" sz="4000">
                <a:latin typeface="Nunito Sans"/>
              </a:rPr>
              <a:t> </a:t>
            </a:r>
            <a:r>
              <a:rPr lang="en-US" sz="4000" err="1">
                <a:latin typeface="Nunito Sans"/>
              </a:rPr>
              <a:t>dụng</a:t>
            </a:r>
            <a:r>
              <a:rPr lang="en-US" sz="4000">
                <a:latin typeface="Nunito Sans"/>
              </a:rPr>
              <a:t> </a:t>
            </a:r>
            <a:r>
              <a:rPr lang="en-US" sz="4000" err="1">
                <a:latin typeface="Nunito Sans"/>
              </a:rPr>
              <a:t>hệ</a:t>
            </a:r>
            <a:r>
              <a:rPr lang="en-US" sz="4000">
                <a:latin typeface="Nunito Sans"/>
              </a:rPr>
              <a:t> </a:t>
            </a:r>
            <a:r>
              <a:rPr lang="en-US" sz="4000" err="1">
                <a:latin typeface="Nunito Sans"/>
              </a:rPr>
              <a:t>điện</a:t>
            </a:r>
            <a:r>
              <a:rPr lang="en-US" sz="4000">
                <a:latin typeface="Nunito Sans"/>
              </a:rPr>
              <a:t> </a:t>
            </a:r>
            <a:r>
              <a:rPr lang="en-US" sz="4000" err="1">
                <a:latin typeface="Nunito Sans"/>
              </a:rPr>
              <a:t>toán</a:t>
            </a:r>
            <a:r>
              <a:rPr lang="en-US" sz="4000">
                <a:latin typeface="Nunito Sans"/>
              </a:rPr>
              <a:t> </a:t>
            </a:r>
            <a:r>
              <a:rPr lang="en-US" sz="4000" err="1">
                <a:latin typeface="Nunito Sans"/>
              </a:rPr>
              <a:t>đám</a:t>
            </a:r>
            <a:r>
              <a:rPr lang="en-US" sz="4000">
                <a:latin typeface="Nunito Sans"/>
              </a:rPr>
              <a:t> </a:t>
            </a:r>
            <a:r>
              <a:rPr lang="en-US" sz="4000" err="1">
                <a:latin typeface="Nunito Sans"/>
              </a:rPr>
              <a:t>mây</a:t>
            </a:r>
            <a:r>
              <a:rPr lang="en-US" sz="4000">
                <a:latin typeface="Nunito Sans"/>
              </a:rPr>
              <a:t> </a:t>
            </a:r>
            <a:r>
              <a:rPr lang="en-US" sz="4000" err="1">
                <a:latin typeface="Nunito Sans"/>
              </a:rPr>
              <a:t>tiên</a:t>
            </a:r>
            <a:r>
              <a:rPr lang="en-US" sz="4000">
                <a:latin typeface="Nunito Sans"/>
              </a:rPr>
              <a:t> </a:t>
            </a:r>
            <a:r>
              <a:rPr lang="en-US" sz="4000" err="1">
                <a:latin typeface="Nunito Sans"/>
              </a:rPr>
              <a:t>tiến</a:t>
            </a:r>
            <a:r>
              <a:rPr lang="en-US" sz="4000">
                <a:latin typeface="Nunito Sans"/>
              </a:rPr>
              <a:t> </a:t>
            </a:r>
            <a:r>
              <a:rPr lang="en-US" sz="4000" err="1">
                <a:latin typeface="Nunito Sans"/>
              </a:rPr>
              <a:t>nhất</a:t>
            </a:r>
            <a:r>
              <a:rPr lang="en-US" sz="4000">
                <a:latin typeface="Nunito Sans"/>
              </a:rPr>
              <a:t> </a:t>
            </a:r>
            <a:r>
              <a:rPr lang="en-US" sz="4000" err="1">
                <a:latin typeface="Nunito Sans"/>
              </a:rPr>
              <a:t>của</a:t>
            </a:r>
            <a:r>
              <a:rPr lang="en-US" sz="4000">
                <a:latin typeface="Nunito Sans"/>
              </a:rPr>
              <a:t> Amazon, camera an </a:t>
            </a:r>
            <a:r>
              <a:rPr lang="en-US" sz="4000" err="1">
                <a:latin typeface="Nunito Sans"/>
              </a:rPr>
              <a:t>ninh</a:t>
            </a:r>
            <a:r>
              <a:rPr lang="en-US" sz="4000">
                <a:latin typeface="Nunito Sans"/>
              </a:rPr>
              <a:t> </a:t>
            </a:r>
            <a:r>
              <a:rPr lang="en-US" sz="4000" err="1">
                <a:latin typeface="Nunito Sans"/>
              </a:rPr>
              <a:t>thông</a:t>
            </a:r>
            <a:r>
              <a:rPr lang="en-US" sz="4000">
                <a:latin typeface="Nunito Sans"/>
              </a:rPr>
              <a:t> </a:t>
            </a:r>
            <a:r>
              <a:rPr lang="en-US" sz="4000" err="1">
                <a:latin typeface="Nunito Sans"/>
              </a:rPr>
              <a:t>minh</a:t>
            </a:r>
            <a:r>
              <a:rPr lang="en-US" sz="4000">
                <a:latin typeface="Nunito Sans"/>
              </a:rPr>
              <a:t> CUVO </a:t>
            </a:r>
            <a:r>
              <a:rPr lang="en-US" sz="4000" err="1">
                <a:latin typeface="Nunito Sans"/>
              </a:rPr>
              <a:t>cho</a:t>
            </a:r>
            <a:r>
              <a:rPr lang="en-US" sz="4000">
                <a:latin typeface="Nunito Sans"/>
              </a:rPr>
              <a:t> </a:t>
            </a:r>
            <a:r>
              <a:rPr lang="en-US" sz="4000" err="1">
                <a:latin typeface="Nunito Sans"/>
              </a:rPr>
              <a:t>phép</a:t>
            </a:r>
            <a:r>
              <a:rPr lang="en-US" sz="4000">
                <a:latin typeface="Nunito Sans"/>
              </a:rPr>
              <a:t> </a:t>
            </a:r>
            <a:r>
              <a:rPr lang="en-US" sz="4000" err="1">
                <a:latin typeface="Nunito Sans"/>
              </a:rPr>
              <a:t>truy</a:t>
            </a:r>
            <a:r>
              <a:rPr lang="en-US" sz="4000">
                <a:latin typeface="Nunito Sans"/>
              </a:rPr>
              <a:t> </a:t>
            </a:r>
            <a:r>
              <a:rPr lang="en-US" sz="4000" err="1">
                <a:latin typeface="Nunito Sans"/>
              </a:rPr>
              <a:t>cập</a:t>
            </a:r>
            <a:r>
              <a:rPr lang="en-US" sz="4000">
                <a:latin typeface="Nunito Sans"/>
              </a:rPr>
              <a:t> </a:t>
            </a:r>
            <a:r>
              <a:rPr lang="en-US" sz="4000" err="1">
                <a:latin typeface="Nunito Sans"/>
              </a:rPr>
              <a:t>nhanh</a:t>
            </a:r>
            <a:r>
              <a:rPr lang="en-US" sz="4000">
                <a:latin typeface="Nunito Sans"/>
              </a:rPr>
              <a:t> </a:t>
            </a:r>
            <a:r>
              <a:rPr lang="en-US" sz="4000" err="1">
                <a:latin typeface="Nunito Sans"/>
              </a:rPr>
              <a:t>trên</a:t>
            </a:r>
            <a:r>
              <a:rPr lang="en-US" sz="4000">
                <a:latin typeface="Nunito Sans"/>
              </a:rPr>
              <a:t> </a:t>
            </a:r>
            <a:r>
              <a:rPr lang="en-US" sz="4000" err="1">
                <a:latin typeface="Nunito Sans"/>
              </a:rPr>
              <a:t>toàn</a:t>
            </a:r>
            <a:r>
              <a:rPr lang="en-US" sz="4000">
                <a:latin typeface="Nunito Sans"/>
              </a:rPr>
              <a:t> </a:t>
            </a:r>
            <a:r>
              <a:rPr lang="en-US" sz="4000" err="1">
                <a:latin typeface="Nunito Sans"/>
              </a:rPr>
              <a:t>thế</a:t>
            </a:r>
            <a:r>
              <a:rPr lang="en-US" sz="4000">
                <a:latin typeface="Nunito Sans"/>
              </a:rPr>
              <a:t> </a:t>
            </a:r>
            <a:r>
              <a:rPr lang="en-US" sz="4000" err="1">
                <a:latin typeface="Nunito Sans"/>
              </a:rPr>
              <a:t>giới</a:t>
            </a:r>
            <a:r>
              <a:rPr lang="en-US" sz="4000">
                <a:latin typeface="Nunito Sans"/>
              </a:rPr>
              <a:t>.</a:t>
            </a:r>
          </a:p>
          <a:p>
            <a:r>
              <a:rPr lang="en-US" sz="4000" err="1">
                <a:latin typeface="Nunito Sans"/>
              </a:rPr>
              <a:t>Hơn</a:t>
            </a:r>
            <a:r>
              <a:rPr lang="en-US" sz="4000">
                <a:latin typeface="Nunito Sans"/>
              </a:rPr>
              <a:t> </a:t>
            </a:r>
            <a:r>
              <a:rPr lang="en-US" sz="4000" err="1">
                <a:latin typeface="Nunito Sans"/>
              </a:rPr>
              <a:t>thế</a:t>
            </a:r>
            <a:r>
              <a:rPr lang="en-US" sz="4000">
                <a:latin typeface="Nunito Sans"/>
              </a:rPr>
              <a:t> </a:t>
            </a:r>
            <a:r>
              <a:rPr lang="en-US" sz="4000" err="1">
                <a:latin typeface="Nunito Sans"/>
              </a:rPr>
              <a:t>nữa</a:t>
            </a:r>
            <a:r>
              <a:rPr lang="en-US" sz="4000">
                <a:latin typeface="Nunito Sans"/>
              </a:rPr>
              <a:t>, </a:t>
            </a:r>
            <a:r>
              <a:rPr lang="en-US" sz="4000" err="1">
                <a:latin typeface="Nunito Sans"/>
              </a:rPr>
              <a:t>bạn</a:t>
            </a:r>
            <a:r>
              <a:rPr lang="en-US" sz="4000">
                <a:latin typeface="Nunito Sans"/>
              </a:rPr>
              <a:t> </a:t>
            </a:r>
            <a:r>
              <a:rPr lang="en-US" sz="4000" err="1">
                <a:latin typeface="Nunito Sans"/>
              </a:rPr>
              <a:t>có</a:t>
            </a:r>
            <a:r>
              <a:rPr lang="en-US" sz="4000">
                <a:latin typeface="Nunito Sans"/>
              </a:rPr>
              <a:t> </a:t>
            </a:r>
            <a:r>
              <a:rPr lang="en-US" sz="4000" err="1">
                <a:latin typeface="Nunito Sans"/>
              </a:rPr>
              <a:t>thể</a:t>
            </a:r>
            <a:r>
              <a:rPr lang="en-US" sz="4000">
                <a:latin typeface="Nunito Sans"/>
              </a:rPr>
              <a:t> </a:t>
            </a:r>
            <a:r>
              <a:rPr lang="en-US" sz="4000" err="1">
                <a:latin typeface="Nunito Sans"/>
              </a:rPr>
              <a:t>lưu</a:t>
            </a:r>
            <a:r>
              <a:rPr lang="en-US" sz="4000">
                <a:latin typeface="Nunito Sans"/>
              </a:rPr>
              <a:t> </a:t>
            </a:r>
            <a:r>
              <a:rPr lang="en-US" sz="4000" err="1">
                <a:latin typeface="Nunito Sans"/>
              </a:rPr>
              <a:t>trữ</a:t>
            </a:r>
            <a:r>
              <a:rPr lang="en-US" sz="4000">
                <a:latin typeface="Nunito Sans"/>
              </a:rPr>
              <a:t> video </a:t>
            </a:r>
            <a:r>
              <a:rPr lang="en-US" sz="4000" err="1">
                <a:latin typeface="Nunito Sans"/>
              </a:rPr>
              <a:t>đã</a:t>
            </a:r>
            <a:r>
              <a:rPr lang="en-US" sz="4000">
                <a:latin typeface="Nunito Sans"/>
              </a:rPr>
              <a:t> quay 7 ngày hoặc 90 ngày, không </a:t>
            </a:r>
            <a:r>
              <a:rPr lang="en-US" sz="4000" err="1">
                <a:latin typeface="Nunito Sans"/>
              </a:rPr>
              <a:t>giới</a:t>
            </a:r>
            <a:r>
              <a:rPr lang="en-US" sz="4000">
                <a:latin typeface="Nunito Sans"/>
              </a:rPr>
              <a:t> </a:t>
            </a:r>
            <a:r>
              <a:rPr lang="en-US" sz="4000" err="1">
                <a:latin typeface="Nunito Sans"/>
              </a:rPr>
              <a:t>hạn</a:t>
            </a:r>
            <a:r>
              <a:rPr lang="en-US" sz="4000">
                <a:latin typeface="Nunito Sans"/>
              </a:rPr>
              <a:t> </a:t>
            </a:r>
            <a:r>
              <a:rPr lang="en-US" sz="4000" err="1">
                <a:latin typeface="Nunito Sans"/>
              </a:rPr>
              <a:t>số</a:t>
            </a:r>
            <a:r>
              <a:rPr lang="en-US" sz="4000">
                <a:latin typeface="Nunito Sans"/>
              </a:rPr>
              <a:t> </a:t>
            </a:r>
            <a:r>
              <a:rPr lang="en-US" sz="4000" err="1">
                <a:latin typeface="Nunito Sans"/>
              </a:rPr>
              <a:t>lượng</a:t>
            </a:r>
            <a:r>
              <a:rPr lang="en-US" sz="4000">
                <a:latin typeface="Nunito Sans"/>
              </a:rPr>
              <a:t> </a:t>
            </a:r>
            <a:r>
              <a:rPr lang="en-US" sz="4000" err="1">
                <a:latin typeface="Nunito Sans"/>
              </a:rPr>
              <a:t>thiết</a:t>
            </a:r>
            <a:r>
              <a:rPr lang="en-US" sz="4000">
                <a:latin typeface="Nunito Sans"/>
              </a:rPr>
              <a:t> </a:t>
            </a:r>
            <a:r>
              <a:rPr lang="en-US" sz="4000" err="1">
                <a:latin typeface="Nunito Sans"/>
              </a:rPr>
              <a:t>bị</a:t>
            </a:r>
            <a:r>
              <a:rPr lang="en-US" sz="4000">
                <a:latin typeface="Nunito Sans"/>
              </a:rPr>
              <a:t> CUVO </a:t>
            </a:r>
            <a:r>
              <a:rPr lang="en-US" sz="4000" err="1">
                <a:latin typeface="Nunito Sans"/>
              </a:rPr>
              <a:t>khi</a:t>
            </a:r>
            <a:r>
              <a:rPr lang="en-US" sz="4000">
                <a:latin typeface="Nunito Sans"/>
              </a:rPr>
              <a:t> </a:t>
            </a:r>
            <a:r>
              <a:rPr lang="en-US" sz="4000" err="1">
                <a:latin typeface="Nunito Sans"/>
              </a:rPr>
              <a:t>sử</a:t>
            </a:r>
            <a:r>
              <a:rPr lang="en-US" sz="4000">
                <a:latin typeface="Nunito Sans"/>
              </a:rPr>
              <a:t> </a:t>
            </a:r>
            <a:r>
              <a:rPr lang="en-US" sz="4000" err="1">
                <a:latin typeface="Nunito Sans"/>
              </a:rPr>
              <a:t>dụng</a:t>
            </a:r>
            <a:r>
              <a:rPr lang="en-US" sz="4000">
                <a:latin typeface="Nunito Sans"/>
              </a:rPr>
              <a:t> </a:t>
            </a:r>
            <a:r>
              <a:rPr lang="en-US" sz="4000" err="1">
                <a:latin typeface="Nunito Sans"/>
              </a:rPr>
              <a:t>các</a:t>
            </a:r>
            <a:r>
              <a:rPr lang="en-US" sz="4000">
                <a:latin typeface="Nunito Sans"/>
              </a:rPr>
              <a:t> </a:t>
            </a:r>
            <a:r>
              <a:rPr lang="en-US" sz="4000" err="1">
                <a:latin typeface="Nunito Sans"/>
              </a:rPr>
              <a:t>gói</a:t>
            </a:r>
            <a:r>
              <a:rPr lang="en-US" sz="4000">
                <a:latin typeface="Nunito Sans"/>
              </a:rPr>
              <a:t> </a:t>
            </a:r>
            <a:r>
              <a:rPr lang="en-US" sz="4000" err="1">
                <a:latin typeface="Nunito Sans"/>
              </a:rPr>
              <a:t>cước</a:t>
            </a:r>
            <a:r>
              <a:rPr lang="en-US" sz="4000">
                <a:latin typeface="Nunito Sans"/>
              </a:rPr>
              <a:t> Pro </a:t>
            </a:r>
            <a:r>
              <a:rPr lang="en-US" sz="4000" err="1">
                <a:latin typeface="Nunito Sans"/>
              </a:rPr>
              <a:t>và</a:t>
            </a:r>
            <a:r>
              <a:rPr lang="en-US" sz="4000">
                <a:latin typeface="Nunito Sans"/>
              </a:rPr>
              <a:t> Elite </a:t>
            </a:r>
            <a:r>
              <a:rPr lang="en-US" sz="4000" err="1">
                <a:latin typeface="Nunito Sans"/>
              </a:rPr>
              <a:t>nâng</a:t>
            </a:r>
            <a:r>
              <a:rPr lang="en-US" sz="4000">
                <a:latin typeface="Nunito Sans"/>
              </a:rPr>
              <a:t> </a:t>
            </a:r>
            <a:r>
              <a:rPr lang="en-US" sz="4000" err="1">
                <a:latin typeface="Nunito Sans"/>
              </a:rPr>
              <a:t>cao</a:t>
            </a:r>
            <a:r>
              <a:rPr lang="en-US" sz="4000">
                <a:latin typeface="Nunito Sans"/>
              </a:rPr>
              <a:t>.</a:t>
            </a:r>
          </a:p>
        </p:txBody>
      </p:sp>
    </p:spTree>
    <p:extLst>
      <p:ext uri="{BB962C8B-B14F-4D97-AF65-F5344CB8AC3E}">
        <p14:creationId xmlns:p14="http://schemas.microsoft.com/office/powerpoint/2010/main" val="305725136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OUCAN SMART HOME"/>
          <p:cNvSpPr txBox="1">
            <a:spLocks noGrp="1"/>
          </p:cNvSpPr>
          <p:nvPr>
            <p:ph type="ctrTitle"/>
          </p:nvPr>
        </p:nvSpPr>
        <p:spPr>
          <a:xfrm>
            <a:off x="3289300" y="5676899"/>
            <a:ext cx="14067970" cy="2362201"/>
          </a:xfrm>
          <a:prstGeom prst="rect">
            <a:avLst/>
          </a:prstGeom>
        </p:spPr>
        <p:txBody>
          <a:bodyPr/>
          <a:lstStyle>
            <a:lvl1pPr defTabSz="764024">
              <a:defRPr sz="10230">
                <a:latin typeface="Ubuntu"/>
                <a:ea typeface="Ubuntu"/>
                <a:cs typeface="Ubuntu"/>
                <a:sym typeface="Ubuntu"/>
              </a:defRPr>
            </a:lvl1pPr>
          </a:lstStyle>
          <a:p>
            <a:r>
              <a:rPr lang="en-US" sz="10200">
                <a:latin typeface="Nunito Sans"/>
              </a:rPr>
              <a:t>Xin cảm </a:t>
            </a:r>
            <a:r>
              <a:rPr lang="en-US" sz="10200" err="1">
                <a:latin typeface="Nunito Sans"/>
              </a:rPr>
              <a:t>ơn</a:t>
            </a:r>
            <a:r>
              <a:rPr lang="en-US" sz="10200">
                <a:latin typeface="Nunito Sans"/>
              </a:rPr>
              <a:t>!</a:t>
            </a:r>
            <a:endParaRPr sz="10200">
              <a:latin typeface="Nunito Sans"/>
            </a:endParaRPr>
          </a:p>
        </p:txBody>
      </p:sp>
      <p:sp>
        <p:nvSpPr>
          <p:cNvPr id="8" name="Freeform 7">
            <a:extLst>
              <a:ext uri="{FF2B5EF4-FFF2-40B4-BE49-F238E27FC236}">
                <a16:creationId xmlns:a16="http://schemas.microsoft.com/office/drawing/2014/main" id="{F6A7FD9E-E87E-084D-8FF9-D61ECC4DED69}"/>
              </a:ext>
            </a:extLst>
          </p:cNvPr>
          <p:cNvSpPr/>
          <p:nvPr/>
        </p:nvSpPr>
        <p:spPr>
          <a:xfrm>
            <a:off x="19569629" y="8635983"/>
            <a:ext cx="728129" cy="727289"/>
          </a:xfrm>
          <a:custGeom>
            <a:avLst/>
            <a:gdLst>
              <a:gd name="connsiteX0" fmla="*/ 364065 w 728129"/>
              <a:gd name="connsiteY0" fmla="*/ 727289 h 727289"/>
              <a:gd name="connsiteX1" fmla="*/ 444782 w 728129"/>
              <a:gd name="connsiteY1" fmla="*/ 718040 h 727289"/>
              <a:gd name="connsiteX2" fmla="*/ 728130 w 728129"/>
              <a:gd name="connsiteY2" fmla="*/ 364065 h 727289"/>
              <a:gd name="connsiteX3" fmla="*/ 723085 w 728129"/>
              <a:gd name="connsiteY3" fmla="*/ 303528 h 727289"/>
              <a:gd name="connsiteX4" fmla="*/ 364065 w 728129"/>
              <a:gd name="connsiteY4" fmla="*/ 0 h 727289"/>
              <a:gd name="connsiteX5" fmla="*/ 0 w 728129"/>
              <a:gd name="connsiteY5" fmla="*/ 364065 h 727289"/>
              <a:gd name="connsiteX6" fmla="*/ 364065 w 728129"/>
              <a:gd name="connsiteY6" fmla="*/ 727289 h 727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8129" h="727289">
                <a:moveTo>
                  <a:pt x="364065" y="727289"/>
                </a:moveTo>
                <a:cubicBezTo>
                  <a:pt x="391811" y="727289"/>
                  <a:pt x="419558" y="723926"/>
                  <a:pt x="444782" y="718040"/>
                </a:cubicBezTo>
                <a:cubicBezTo>
                  <a:pt x="607055" y="681046"/>
                  <a:pt x="728130" y="536428"/>
                  <a:pt x="728130" y="364065"/>
                </a:cubicBezTo>
                <a:cubicBezTo>
                  <a:pt x="728130" y="343886"/>
                  <a:pt x="726449" y="323707"/>
                  <a:pt x="723085" y="303528"/>
                </a:cubicBezTo>
                <a:cubicBezTo>
                  <a:pt x="694498" y="131164"/>
                  <a:pt x="544836" y="0"/>
                  <a:pt x="364065" y="0"/>
                </a:cubicBezTo>
                <a:cubicBezTo>
                  <a:pt x="163115" y="0"/>
                  <a:pt x="0" y="163115"/>
                  <a:pt x="0" y="364065"/>
                </a:cubicBezTo>
                <a:cubicBezTo>
                  <a:pt x="0" y="565015"/>
                  <a:pt x="163115" y="727289"/>
                  <a:pt x="364065" y="727289"/>
                </a:cubicBezTo>
              </a:path>
            </a:pathLst>
          </a:custGeom>
          <a:solidFill>
            <a:schemeClr val="bg1"/>
          </a:solidFill>
          <a:ln w="84068"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A536ACE3-7A55-0648-B1CF-F37E5BC7F53D}"/>
              </a:ext>
            </a:extLst>
          </p:cNvPr>
          <p:cNvSpPr/>
          <p:nvPr/>
        </p:nvSpPr>
        <p:spPr>
          <a:xfrm>
            <a:off x="18541288" y="8779759"/>
            <a:ext cx="907266" cy="1177956"/>
          </a:xfrm>
          <a:custGeom>
            <a:avLst/>
            <a:gdLst>
              <a:gd name="connsiteX0" fmla="*/ 883724 w 907266"/>
              <a:gd name="connsiteY0" fmla="*/ 832389 h 1177956"/>
              <a:gd name="connsiteX1" fmla="*/ 907266 w 907266"/>
              <a:gd name="connsiteY1" fmla="*/ 841638 h 1177956"/>
              <a:gd name="connsiteX2" fmla="*/ 603739 w 907266"/>
              <a:gd name="connsiteY2" fmla="*/ 220289 h 1177956"/>
              <a:gd name="connsiteX3" fmla="*/ 636530 w 907266"/>
              <a:gd name="connsiteY3" fmla="*/ 0 h 1177956"/>
              <a:gd name="connsiteX4" fmla="*/ 635689 w 907266"/>
              <a:gd name="connsiteY4" fmla="*/ 0 h 1177956"/>
              <a:gd name="connsiteX5" fmla="*/ 48813 w 907266"/>
              <a:gd name="connsiteY5" fmla="*/ 705429 h 1177956"/>
              <a:gd name="connsiteX6" fmla="*/ 10137 w 907266"/>
              <a:gd name="connsiteY6" fmla="*/ 1177956 h 1177956"/>
              <a:gd name="connsiteX7" fmla="*/ 883724 w 907266"/>
              <a:gd name="connsiteY7" fmla="*/ 832389 h 117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66" h="1177956">
                <a:moveTo>
                  <a:pt x="883724" y="832389"/>
                </a:moveTo>
                <a:lnTo>
                  <a:pt x="907266" y="841638"/>
                </a:lnTo>
                <a:cubicBezTo>
                  <a:pt x="722291" y="697021"/>
                  <a:pt x="603739" y="472528"/>
                  <a:pt x="603739" y="220289"/>
                </a:cubicBezTo>
                <a:cubicBezTo>
                  <a:pt x="603739" y="143776"/>
                  <a:pt x="616351" y="69786"/>
                  <a:pt x="636530" y="0"/>
                </a:cubicBezTo>
                <a:lnTo>
                  <a:pt x="635689" y="0"/>
                </a:lnTo>
                <a:cubicBezTo>
                  <a:pt x="635689" y="0"/>
                  <a:pt x="196793" y="234582"/>
                  <a:pt x="48813" y="705429"/>
                </a:cubicBezTo>
                <a:cubicBezTo>
                  <a:pt x="5932" y="842478"/>
                  <a:pt x="-13406" y="999708"/>
                  <a:pt x="10137" y="1177956"/>
                </a:cubicBezTo>
                <a:cubicBezTo>
                  <a:pt x="330480" y="676001"/>
                  <a:pt x="776943" y="794553"/>
                  <a:pt x="883724" y="832389"/>
                </a:cubicBezTo>
              </a:path>
            </a:pathLst>
          </a:custGeom>
          <a:solidFill>
            <a:srgbClr val="00A18F"/>
          </a:solidFill>
          <a:ln w="84068"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716AEB06-0F82-0946-8496-5422B306CDEC}"/>
              </a:ext>
            </a:extLst>
          </p:cNvPr>
          <p:cNvSpPr/>
          <p:nvPr/>
        </p:nvSpPr>
        <p:spPr>
          <a:xfrm>
            <a:off x="15181512" y="5933663"/>
            <a:ext cx="7765154" cy="8073329"/>
          </a:xfrm>
          <a:custGeom>
            <a:avLst/>
            <a:gdLst>
              <a:gd name="connsiteX0" fmla="*/ 7764757 w 7765154"/>
              <a:gd name="connsiteY0" fmla="*/ 4270407 h 8073329"/>
              <a:gd name="connsiteX1" fmla="*/ 7763076 w 7765154"/>
              <a:gd name="connsiteY1" fmla="*/ 4212391 h 8073329"/>
              <a:gd name="connsiteX2" fmla="*/ 7763076 w 7765154"/>
              <a:gd name="connsiteY2" fmla="*/ 4210710 h 8073329"/>
              <a:gd name="connsiteX3" fmla="*/ 7761394 w 7765154"/>
              <a:gd name="connsiteY3" fmla="*/ 4152695 h 8073329"/>
              <a:gd name="connsiteX4" fmla="*/ 7758871 w 7765154"/>
              <a:gd name="connsiteY4" fmla="*/ 4098043 h 8073329"/>
              <a:gd name="connsiteX5" fmla="*/ 7748782 w 7765154"/>
              <a:gd name="connsiteY5" fmla="*/ 3972764 h 8073329"/>
              <a:gd name="connsiteX6" fmla="*/ 7742896 w 7765154"/>
              <a:gd name="connsiteY6" fmla="*/ 3918953 h 8073329"/>
              <a:gd name="connsiteX7" fmla="*/ 7742056 w 7765154"/>
              <a:gd name="connsiteY7" fmla="*/ 3908023 h 8073329"/>
              <a:gd name="connsiteX8" fmla="*/ 7730285 w 7765154"/>
              <a:gd name="connsiteY8" fmla="*/ 3816376 h 8073329"/>
              <a:gd name="connsiteX9" fmla="*/ 7700016 w 7765154"/>
              <a:gd name="connsiteY9" fmla="*/ 3633082 h 8073329"/>
              <a:gd name="connsiteX10" fmla="*/ 7688245 w 7765154"/>
              <a:gd name="connsiteY10" fmla="*/ 3576749 h 8073329"/>
              <a:gd name="connsiteX11" fmla="*/ 7668906 w 7765154"/>
              <a:gd name="connsiteY11" fmla="*/ 3486784 h 8073329"/>
              <a:gd name="connsiteX12" fmla="*/ 7661339 w 7765154"/>
              <a:gd name="connsiteY12" fmla="*/ 3454834 h 8073329"/>
              <a:gd name="connsiteX13" fmla="*/ 7583145 w 7765154"/>
              <a:gd name="connsiteY13" fmla="*/ 3180734 h 8073329"/>
              <a:gd name="connsiteX14" fmla="*/ 7568851 w 7765154"/>
              <a:gd name="connsiteY14" fmla="*/ 3138694 h 8073329"/>
              <a:gd name="connsiteX15" fmla="*/ 7549513 w 7765154"/>
              <a:gd name="connsiteY15" fmla="*/ 3082361 h 8073329"/>
              <a:gd name="connsiteX16" fmla="*/ 7532697 w 7765154"/>
              <a:gd name="connsiteY16" fmla="*/ 3036958 h 8073329"/>
              <a:gd name="connsiteX17" fmla="*/ 7507473 w 7765154"/>
              <a:gd name="connsiteY17" fmla="*/ 2973057 h 8073329"/>
              <a:gd name="connsiteX18" fmla="*/ 7460389 w 7765154"/>
              <a:gd name="connsiteY18" fmla="*/ 2860390 h 8073329"/>
              <a:gd name="connsiteX19" fmla="*/ 7403215 w 7765154"/>
              <a:gd name="connsiteY19" fmla="*/ 2736793 h 8073329"/>
              <a:gd name="connsiteX20" fmla="*/ 7383876 w 7765154"/>
              <a:gd name="connsiteY20" fmla="*/ 2696435 h 8073329"/>
              <a:gd name="connsiteX21" fmla="*/ 7363697 w 7765154"/>
              <a:gd name="connsiteY21" fmla="*/ 2656077 h 8073329"/>
              <a:gd name="connsiteX22" fmla="*/ 7322498 w 7765154"/>
              <a:gd name="connsiteY22" fmla="*/ 2577042 h 8073329"/>
              <a:gd name="connsiteX23" fmla="*/ 7294752 w 7765154"/>
              <a:gd name="connsiteY23" fmla="*/ 2525753 h 8073329"/>
              <a:gd name="connsiteX24" fmla="*/ 7256916 w 7765154"/>
              <a:gd name="connsiteY24" fmla="*/ 2461012 h 8073329"/>
              <a:gd name="connsiteX25" fmla="*/ 7234215 w 7765154"/>
              <a:gd name="connsiteY25" fmla="*/ 2422335 h 8073329"/>
              <a:gd name="connsiteX26" fmla="*/ 7163587 w 7765154"/>
              <a:gd name="connsiteY26" fmla="*/ 2309669 h 8073329"/>
              <a:gd name="connsiteX27" fmla="*/ 7138364 w 7765154"/>
              <a:gd name="connsiteY27" fmla="*/ 2272674 h 8073329"/>
              <a:gd name="connsiteX28" fmla="*/ 7113140 w 7765154"/>
              <a:gd name="connsiteY28" fmla="*/ 2235678 h 8073329"/>
              <a:gd name="connsiteX29" fmla="*/ 7035786 w 7765154"/>
              <a:gd name="connsiteY29" fmla="*/ 2128056 h 8073329"/>
              <a:gd name="connsiteX30" fmla="*/ 6954229 w 7765154"/>
              <a:gd name="connsiteY30" fmla="*/ 2022957 h 8073329"/>
              <a:gd name="connsiteX31" fmla="*/ 6926483 w 7765154"/>
              <a:gd name="connsiteY31" fmla="*/ 1988484 h 8073329"/>
              <a:gd name="connsiteX32" fmla="*/ 6897896 w 7765154"/>
              <a:gd name="connsiteY32" fmla="*/ 1954852 h 8073329"/>
              <a:gd name="connsiteX33" fmla="*/ 6869308 w 7765154"/>
              <a:gd name="connsiteY33" fmla="*/ 1921220 h 8073329"/>
              <a:gd name="connsiteX34" fmla="*/ 6810453 w 7765154"/>
              <a:gd name="connsiteY34" fmla="*/ 1855638 h 8073329"/>
              <a:gd name="connsiteX35" fmla="*/ 6781025 w 7765154"/>
              <a:gd name="connsiteY35" fmla="*/ 1822847 h 8073329"/>
              <a:gd name="connsiteX36" fmla="*/ 6720488 w 7765154"/>
              <a:gd name="connsiteY36" fmla="*/ 1758947 h 8073329"/>
              <a:gd name="connsiteX37" fmla="*/ 6720488 w 7765154"/>
              <a:gd name="connsiteY37" fmla="*/ 1758947 h 8073329"/>
              <a:gd name="connsiteX38" fmla="*/ 6689378 w 7765154"/>
              <a:gd name="connsiteY38" fmla="*/ 1727837 h 8073329"/>
              <a:gd name="connsiteX39" fmla="*/ 6626318 w 7765154"/>
              <a:gd name="connsiteY39" fmla="*/ 1666459 h 8073329"/>
              <a:gd name="connsiteX40" fmla="*/ 6598572 w 7765154"/>
              <a:gd name="connsiteY40" fmla="*/ 1639554 h 8073329"/>
              <a:gd name="connsiteX41" fmla="*/ 6462363 w 7765154"/>
              <a:gd name="connsiteY41" fmla="*/ 1518479 h 8073329"/>
              <a:gd name="connsiteX42" fmla="*/ 6432094 w 7765154"/>
              <a:gd name="connsiteY42" fmla="*/ 1493255 h 8073329"/>
              <a:gd name="connsiteX43" fmla="*/ 6425368 w 7765154"/>
              <a:gd name="connsiteY43" fmla="*/ 1487369 h 8073329"/>
              <a:gd name="connsiteX44" fmla="*/ 6394259 w 7765154"/>
              <a:gd name="connsiteY44" fmla="*/ 1462145 h 8073329"/>
              <a:gd name="connsiteX45" fmla="*/ 6286636 w 7765154"/>
              <a:gd name="connsiteY45" fmla="*/ 1378907 h 8073329"/>
              <a:gd name="connsiteX46" fmla="*/ 6253845 w 7765154"/>
              <a:gd name="connsiteY46" fmla="*/ 1354524 h 8073329"/>
              <a:gd name="connsiteX47" fmla="*/ 6217691 w 7765154"/>
              <a:gd name="connsiteY47" fmla="*/ 1328459 h 8073329"/>
              <a:gd name="connsiteX48" fmla="*/ 6186582 w 7765154"/>
              <a:gd name="connsiteY48" fmla="*/ 1306598 h 8073329"/>
              <a:gd name="connsiteX49" fmla="*/ 6145383 w 7765154"/>
              <a:gd name="connsiteY49" fmla="*/ 1278011 h 8073329"/>
              <a:gd name="connsiteX50" fmla="*/ 6139497 w 7765154"/>
              <a:gd name="connsiteY50" fmla="*/ 1270444 h 8073329"/>
              <a:gd name="connsiteX51" fmla="*/ 5144835 w 7765154"/>
              <a:gd name="connsiteY51" fmla="*/ 0 h 8073329"/>
              <a:gd name="connsiteX52" fmla="*/ 5140631 w 7765154"/>
              <a:gd name="connsiteY52" fmla="*/ 2522 h 8073329"/>
              <a:gd name="connsiteX53" fmla="*/ 5186034 w 7765154"/>
              <a:gd name="connsiteY53" fmla="*/ 512045 h 8073329"/>
              <a:gd name="connsiteX54" fmla="*/ 5170059 w 7765154"/>
              <a:gd name="connsiteY54" fmla="*/ 813050 h 8073329"/>
              <a:gd name="connsiteX55" fmla="*/ 5036372 w 7765154"/>
              <a:gd name="connsiteY55" fmla="*/ 1425991 h 8073329"/>
              <a:gd name="connsiteX56" fmla="*/ 5009467 w 7765154"/>
              <a:gd name="connsiteY56" fmla="*/ 1436081 h 8073329"/>
              <a:gd name="connsiteX57" fmla="*/ 3992102 w 7765154"/>
              <a:gd name="connsiteY57" fmla="*/ 2836848 h 8073329"/>
              <a:gd name="connsiteX58" fmla="*/ 4005555 w 7765154"/>
              <a:gd name="connsiteY58" fmla="*/ 2826758 h 8073329"/>
              <a:gd name="connsiteX59" fmla="*/ 4552914 w 7765154"/>
              <a:gd name="connsiteY59" fmla="*/ 2307146 h 8073329"/>
              <a:gd name="connsiteX60" fmla="*/ 4753023 w 7765154"/>
              <a:gd name="connsiteY60" fmla="*/ 2281081 h 8073329"/>
              <a:gd name="connsiteX61" fmla="*/ 5228074 w 7765154"/>
              <a:gd name="connsiteY61" fmla="*/ 2442514 h 8073329"/>
              <a:gd name="connsiteX62" fmla="*/ 5536646 w 7765154"/>
              <a:gd name="connsiteY62" fmla="*/ 3065545 h 8073329"/>
              <a:gd name="connsiteX63" fmla="*/ 5529919 w 7765154"/>
              <a:gd name="connsiteY63" fmla="*/ 3167281 h 8073329"/>
              <a:gd name="connsiteX64" fmla="*/ 4752183 w 7765154"/>
              <a:gd name="connsiteY64" fmla="*/ 3849167 h 8073329"/>
              <a:gd name="connsiteX65" fmla="*/ 4603362 w 7765154"/>
              <a:gd name="connsiteY65" fmla="*/ 3839078 h 8073329"/>
              <a:gd name="connsiteX66" fmla="*/ 4566367 w 7765154"/>
              <a:gd name="connsiteY66" fmla="*/ 3837396 h 8073329"/>
              <a:gd name="connsiteX67" fmla="*/ 4462108 w 7765154"/>
              <a:gd name="connsiteY67" fmla="*/ 3834033 h 8073329"/>
              <a:gd name="connsiteX68" fmla="*/ 3395137 w 7765154"/>
              <a:gd name="connsiteY68" fmla="*/ 4210710 h 8073329"/>
              <a:gd name="connsiteX69" fmla="*/ 3395978 w 7765154"/>
              <a:gd name="connsiteY69" fmla="*/ 4213232 h 8073329"/>
              <a:gd name="connsiteX70" fmla="*/ 0 w 7765154"/>
              <a:gd name="connsiteY70" fmla="*/ 4213232 h 8073329"/>
              <a:gd name="connsiteX71" fmla="*/ 229537 w 7765154"/>
              <a:gd name="connsiteY71" fmla="*/ 4595795 h 8073329"/>
              <a:gd name="connsiteX72" fmla="*/ 435533 w 7765154"/>
              <a:gd name="connsiteY72" fmla="*/ 4787496 h 8073329"/>
              <a:gd name="connsiteX73" fmla="*/ 449826 w 7765154"/>
              <a:gd name="connsiteY73" fmla="*/ 4798427 h 8073329"/>
              <a:gd name="connsiteX74" fmla="*/ 1007274 w 7765154"/>
              <a:gd name="connsiteY74" fmla="*/ 5030487 h 8073329"/>
              <a:gd name="connsiteX75" fmla="*/ 1215792 w 7765154"/>
              <a:gd name="connsiteY75" fmla="*/ 5047303 h 8073329"/>
              <a:gd name="connsiteX76" fmla="*/ 2522390 w 7765154"/>
              <a:gd name="connsiteY76" fmla="*/ 5047303 h 8073329"/>
              <a:gd name="connsiteX77" fmla="*/ 1779967 w 7765154"/>
              <a:gd name="connsiteY77" fmla="*/ 5386143 h 8073329"/>
              <a:gd name="connsiteX78" fmla="*/ 1154414 w 7765154"/>
              <a:gd name="connsiteY78" fmla="*/ 5539168 h 8073329"/>
              <a:gd name="connsiteX79" fmla="*/ 1023250 w 7765154"/>
              <a:gd name="connsiteY79" fmla="*/ 5545895 h 8073329"/>
              <a:gd name="connsiteX80" fmla="*/ 788667 w 7765154"/>
              <a:gd name="connsiteY80" fmla="*/ 5524875 h 8073329"/>
              <a:gd name="connsiteX81" fmla="*/ 586876 w 7765154"/>
              <a:gd name="connsiteY81" fmla="*/ 5471064 h 8073329"/>
              <a:gd name="connsiteX82" fmla="*/ 333796 w 7765154"/>
              <a:gd name="connsiteY82" fmla="*/ 5349149 h 8073329"/>
              <a:gd name="connsiteX83" fmla="*/ 258125 w 7765154"/>
              <a:gd name="connsiteY83" fmla="*/ 5297860 h 8073329"/>
              <a:gd name="connsiteX84" fmla="*/ 343886 w 7765154"/>
              <a:gd name="connsiteY84" fmla="*/ 5500492 h 8073329"/>
              <a:gd name="connsiteX85" fmla="*/ 774374 w 7765154"/>
              <a:gd name="connsiteY85" fmla="*/ 5977223 h 8073329"/>
              <a:gd name="connsiteX86" fmla="*/ 804642 w 7765154"/>
              <a:gd name="connsiteY86" fmla="*/ 5996562 h 8073329"/>
              <a:gd name="connsiteX87" fmla="*/ 982051 w 7765154"/>
              <a:gd name="connsiteY87" fmla="*/ 6089891 h 8073329"/>
              <a:gd name="connsiteX88" fmla="*/ 1495777 w 7765154"/>
              <a:gd name="connsiteY88" fmla="*/ 6195831 h 8073329"/>
              <a:gd name="connsiteX89" fmla="*/ 1513434 w 7765154"/>
              <a:gd name="connsiteY89" fmla="*/ 6195831 h 8073329"/>
              <a:gd name="connsiteX90" fmla="*/ 2072564 w 7765154"/>
              <a:gd name="connsiteY90" fmla="*/ 6115115 h 8073329"/>
              <a:gd name="connsiteX91" fmla="*/ 2108718 w 7765154"/>
              <a:gd name="connsiteY91" fmla="*/ 6104184 h 8073329"/>
              <a:gd name="connsiteX92" fmla="*/ 2737634 w 7765154"/>
              <a:gd name="connsiteY92" fmla="*/ 5898189 h 8073329"/>
              <a:gd name="connsiteX93" fmla="*/ 2848619 w 7765154"/>
              <a:gd name="connsiteY93" fmla="*/ 5865398 h 8073329"/>
              <a:gd name="connsiteX94" fmla="*/ 2894863 w 7765154"/>
              <a:gd name="connsiteY94" fmla="*/ 5851945 h 8073329"/>
              <a:gd name="connsiteX95" fmla="*/ 2778833 w 7765154"/>
              <a:gd name="connsiteY95" fmla="*/ 6010015 h 8073329"/>
              <a:gd name="connsiteX96" fmla="*/ 2704002 w 7765154"/>
              <a:gd name="connsiteY96" fmla="*/ 6103343 h 8073329"/>
              <a:gd name="connsiteX97" fmla="*/ 1820325 w 7765154"/>
              <a:gd name="connsiteY97" fmla="*/ 6598573 h 8073329"/>
              <a:gd name="connsiteX98" fmla="*/ 1742131 w 7765154"/>
              <a:gd name="connsiteY98" fmla="*/ 6606981 h 8073329"/>
              <a:gd name="connsiteX99" fmla="*/ 1711862 w 7765154"/>
              <a:gd name="connsiteY99" fmla="*/ 6608662 h 8073329"/>
              <a:gd name="connsiteX100" fmla="*/ 1660573 w 7765154"/>
              <a:gd name="connsiteY100" fmla="*/ 6611184 h 8073329"/>
              <a:gd name="connsiteX101" fmla="*/ 1621897 w 7765154"/>
              <a:gd name="connsiteY101" fmla="*/ 6612025 h 8073329"/>
              <a:gd name="connsiteX102" fmla="*/ 1501663 w 7765154"/>
              <a:gd name="connsiteY102" fmla="*/ 6606140 h 8073329"/>
              <a:gd name="connsiteX103" fmla="*/ 1142643 w 7765154"/>
              <a:gd name="connsiteY103" fmla="*/ 6540558 h 8073329"/>
              <a:gd name="connsiteX104" fmla="*/ 1142643 w 7765154"/>
              <a:gd name="connsiteY104" fmla="*/ 6540558 h 8073329"/>
              <a:gd name="connsiteX105" fmla="*/ 1006434 w 7765154"/>
              <a:gd name="connsiteY105" fmla="*/ 6475816 h 8073329"/>
              <a:gd name="connsiteX106" fmla="*/ 1006434 w 7765154"/>
              <a:gd name="connsiteY106" fmla="*/ 6475816 h 8073329"/>
              <a:gd name="connsiteX107" fmla="*/ 924876 w 7765154"/>
              <a:gd name="connsiteY107" fmla="*/ 6427050 h 8073329"/>
              <a:gd name="connsiteX108" fmla="*/ 1040065 w 7765154"/>
              <a:gd name="connsiteY108" fmla="*/ 6599413 h 8073329"/>
              <a:gd name="connsiteX109" fmla="*/ 1535295 w 7765154"/>
              <a:gd name="connsiteY109" fmla="*/ 6982817 h 8073329"/>
              <a:gd name="connsiteX110" fmla="*/ 1535295 w 7765154"/>
              <a:gd name="connsiteY110" fmla="*/ 6982817 h 8073329"/>
              <a:gd name="connsiteX111" fmla="*/ 1535295 w 7765154"/>
              <a:gd name="connsiteY111" fmla="*/ 6982817 h 8073329"/>
              <a:gd name="connsiteX112" fmla="*/ 1653006 w 7765154"/>
              <a:gd name="connsiteY112" fmla="*/ 7028219 h 8073329"/>
              <a:gd name="connsiteX113" fmla="*/ 1801827 w 7765154"/>
              <a:gd name="connsiteY113" fmla="*/ 7067737 h 8073329"/>
              <a:gd name="connsiteX114" fmla="*/ 2061633 w 7765154"/>
              <a:gd name="connsiteY114" fmla="*/ 7093802 h 8073329"/>
              <a:gd name="connsiteX115" fmla="*/ 2513982 w 7765154"/>
              <a:gd name="connsiteY115" fmla="*/ 7035787 h 8073329"/>
              <a:gd name="connsiteX116" fmla="*/ 2636738 w 7765154"/>
              <a:gd name="connsiteY116" fmla="*/ 6995428 h 8073329"/>
              <a:gd name="connsiteX117" fmla="*/ 2636738 w 7765154"/>
              <a:gd name="connsiteY117" fmla="*/ 6995428 h 8073329"/>
              <a:gd name="connsiteX118" fmla="*/ 3617107 w 7765154"/>
              <a:gd name="connsiteY118" fmla="*/ 6488428 h 8073329"/>
              <a:gd name="connsiteX119" fmla="*/ 3617107 w 7765154"/>
              <a:gd name="connsiteY119" fmla="*/ 6488428 h 8073329"/>
              <a:gd name="connsiteX120" fmla="*/ 2584609 w 7765154"/>
              <a:gd name="connsiteY120" fmla="*/ 7398170 h 8073329"/>
              <a:gd name="connsiteX121" fmla="*/ 2520708 w 7765154"/>
              <a:gd name="connsiteY121" fmla="*/ 7414145 h 8073329"/>
              <a:gd name="connsiteX122" fmla="*/ 2229793 w 7765154"/>
              <a:gd name="connsiteY122" fmla="*/ 7446095 h 8073329"/>
              <a:gd name="connsiteX123" fmla="*/ 2160848 w 7765154"/>
              <a:gd name="connsiteY123" fmla="*/ 7444414 h 8073329"/>
              <a:gd name="connsiteX124" fmla="*/ 2160848 w 7765154"/>
              <a:gd name="connsiteY124" fmla="*/ 7444414 h 8073329"/>
              <a:gd name="connsiteX125" fmla="*/ 2160848 w 7765154"/>
              <a:gd name="connsiteY125" fmla="*/ 7444414 h 8073329"/>
              <a:gd name="connsiteX126" fmla="*/ 2012026 w 7765154"/>
              <a:gd name="connsiteY126" fmla="*/ 7427598 h 8073329"/>
              <a:gd name="connsiteX127" fmla="*/ 2586291 w 7765154"/>
              <a:gd name="connsiteY127" fmla="*/ 7689086 h 8073329"/>
              <a:gd name="connsiteX128" fmla="*/ 2586291 w 7765154"/>
              <a:gd name="connsiteY128" fmla="*/ 7689086 h 8073329"/>
              <a:gd name="connsiteX129" fmla="*/ 2590494 w 7765154"/>
              <a:gd name="connsiteY129" fmla="*/ 7690767 h 8073329"/>
              <a:gd name="connsiteX130" fmla="*/ 2587131 w 7765154"/>
              <a:gd name="connsiteY130" fmla="*/ 7689086 h 8073329"/>
              <a:gd name="connsiteX131" fmla="*/ 2737634 w 7765154"/>
              <a:gd name="connsiteY131" fmla="*/ 7704220 h 8073329"/>
              <a:gd name="connsiteX132" fmla="*/ 2765380 w 7765154"/>
              <a:gd name="connsiteY132" fmla="*/ 7705061 h 8073329"/>
              <a:gd name="connsiteX133" fmla="*/ 2796490 w 7765154"/>
              <a:gd name="connsiteY133" fmla="*/ 7705061 h 8073329"/>
              <a:gd name="connsiteX134" fmla="*/ 3429610 w 7765154"/>
              <a:gd name="connsiteY134" fmla="*/ 7541106 h 8073329"/>
              <a:gd name="connsiteX135" fmla="*/ 4387277 w 7765154"/>
              <a:gd name="connsiteY135" fmla="*/ 6923120 h 8073329"/>
              <a:gd name="connsiteX136" fmla="*/ 3436336 w 7765154"/>
              <a:gd name="connsiteY136" fmla="*/ 7948892 h 8073329"/>
              <a:gd name="connsiteX137" fmla="*/ 3226137 w 7765154"/>
              <a:gd name="connsiteY137" fmla="*/ 7994295 h 8073329"/>
              <a:gd name="connsiteX138" fmla="*/ 3673440 w 7765154"/>
              <a:gd name="connsiteY138" fmla="*/ 8073330 h 8073329"/>
              <a:gd name="connsiteX139" fmla="*/ 4088794 w 7765154"/>
              <a:gd name="connsiteY139" fmla="*/ 8006066 h 8073329"/>
              <a:gd name="connsiteX140" fmla="*/ 4452859 w 7765154"/>
              <a:gd name="connsiteY140" fmla="*/ 7814365 h 8073329"/>
              <a:gd name="connsiteX141" fmla="*/ 5187716 w 7765154"/>
              <a:gd name="connsiteY141" fmla="*/ 7147613 h 8073329"/>
              <a:gd name="connsiteX142" fmla="*/ 5182671 w 7765154"/>
              <a:gd name="connsiteY142" fmla="*/ 7147613 h 8073329"/>
              <a:gd name="connsiteX143" fmla="*/ 5188556 w 7765154"/>
              <a:gd name="connsiteY143" fmla="*/ 7146772 h 8073329"/>
              <a:gd name="connsiteX144" fmla="*/ 5188556 w 7765154"/>
              <a:gd name="connsiteY144" fmla="*/ 7150976 h 8073329"/>
              <a:gd name="connsiteX145" fmla="*/ 4894277 w 7765154"/>
              <a:gd name="connsiteY145" fmla="*/ 7920305 h 8073329"/>
              <a:gd name="connsiteX146" fmla="*/ 4912775 w 7765154"/>
              <a:gd name="connsiteY146" fmla="*/ 7916101 h 8073329"/>
              <a:gd name="connsiteX147" fmla="*/ 5052347 w 7765154"/>
              <a:gd name="connsiteY147" fmla="*/ 7880788 h 8073329"/>
              <a:gd name="connsiteX148" fmla="*/ 5092705 w 7765154"/>
              <a:gd name="connsiteY148" fmla="*/ 7869016 h 8073329"/>
              <a:gd name="connsiteX149" fmla="*/ 5143994 w 7765154"/>
              <a:gd name="connsiteY149" fmla="*/ 7854723 h 8073329"/>
              <a:gd name="connsiteX150" fmla="*/ 5263387 w 7765154"/>
              <a:gd name="connsiteY150" fmla="*/ 7816887 h 8073329"/>
              <a:gd name="connsiteX151" fmla="*/ 5423139 w 7765154"/>
              <a:gd name="connsiteY151" fmla="*/ 7758872 h 8073329"/>
              <a:gd name="connsiteX152" fmla="*/ 5492925 w 7765154"/>
              <a:gd name="connsiteY152" fmla="*/ 7731125 h 8073329"/>
              <a:gd name="connsiteX153" fmla="*/ 5499651 w 7765154"/>
              <a:gd name="connsiteY153" fmla="*/ 7728603 h 8073329"/>
              <a:gd name="connsiteX154" fmla="*/ 5555985 w 7765154"/>
              <a:gd name="connsiteY154" fmla="*/ 7704220 h 8073329"/>
              <a:gd name="connsiteX155" fmla="*/ 5585412 w 7765154"/>
              <a:gd name="connsiteY155" fmla="*/ 7690767 h 8073329"/>
              <a:gd name="connsiteX156" fmla="*/ 5639223 w 7765154"/>
              <a:gd name="connsiteY156" fmla="*/ 7665543 h 8073329"/>
              <a:gd name="connsiteX157" fmla="*/ 5658562 w 7765154"/>
              <a:gd name="connsiteY157" fmla="*/ 7656294 h 8073329"/>
              <a:gd name="connsiteX158" fmla="*/ 5795611 w 7765154"/>
              <a:gd name="connsiteY158" fmla="*/ 7588190 h 8073329"/>
              <a:gd name="connsiteX159" fmla="*/ 5798975 w 7765154"/>
              <a:gd name="connsiteY159" fmla="*/ 7586509 h 8073329"/>
              <a:gd name="connsiteX160" fmla="*/ 5867920 w 7765154"/>
              <a:gd name="connsiteY160" fmla="*/ 7548673 h 8073329"/>
              <a:gd name="connsiteX161" fmla="*/ 5939388 w 7765154"/>
              <a:gd name="connsiteY161" fmla="*/ 7508315 h 8073329"/>
              <a:gd name="connsiteX162" fmla="*/ 6009174 w 7765154"/>
              <a:gd name="connsiteY162" fmla="*/ 7466275 h 8073329"/>
              <a:gd name="connsiteX163" fmla="*/ 6010015 w 7765154"/>
              <a:gd name="connsiteY163" fmla="*/ 7465434 h 8073329"/>
              <a:gd name="connsiteX164" fmla="*/ 6078119 w 7765154"/>
              <a:gd name="connsiteY164" fmla="*/ 7422553 h 8073329"/>
              <a:gd name="connsiteX165" fmla="*/ 6078119 w 7765154"/>
              <a:gd name="connsiteY165" fmla="*/ 7422553 h 8073329"/>
              <a:gd name="connsiteX166" fmla="*/ 6146223 w 7765154"/>
              <a:gd name="connsiteY166" fmla="*/ 7377150 h 8073329"/>
              <a:gd name="connsiteX167" fmla="*/ 6212647 w 7765154"/>
              <a:gd name="connsiteY167" fmla="*/ 7331747 h 8073329"/>
              <a:gd name="connsiteX168" fmla="*/ 6213487 w 7765154"/>
              <a:gd name="connsiteY168" fmla="*/ 7330907 h 8073329"/>
              <a:gd name="connsiteX169" fmla="*/ 6279910 w 7765154"/>
              <a:gd name="connsiteY169" fmla="*/ 7282981 h 8073329"/>
              <a:gd name="connsiteX170" fmla="*/ 6344652 w 7765154"/>
              <a:gd name="connsiteY170" fmla="*/ 7233374 h 8073329"/>
              <a:gd name="connsiteX171" fmla="*/ 6401826 w 7765154"/>
              <a:gd name="connsiteY171" fmla="*/ 7187130 h 8073329"/>
              <a:gd name="connsiteX172" fmla="*/ 6422005 w 7765154"/>
              <a:gd name="connsiteY172" fmla="*/ 7171155 h 8073329"/>
              <a:gd name="connsiteX173" fmla="*/ 6469090 w 7765154"/>
              <a:gd name="connsiteY173" fmla="*/ 7131638 h 8073329"/>
              <a:gd name="connsiteX174" fmla="*/ 6472453 w 7765154"/>
              <a:gd name="connsiteY174" fmla="*/ 7128274 h 8073329"/>
              <a:gd name="connsiteX175" fmla="*/ 6532149 w 7765154"/>
              <a:gd name="connsiteY175" fmla="*/ 7076145 h 8073329"/>
              <a:gd name="connsiteX176" fmla="*/ 6636408 w 7765154"/>
              <a:gd name="connsiteY176" fmla="*/ 6979454 h 8073329"/>
              <a:gd name="connsiteX177" fmla="*/ 6670040 w 7765154"/>
              <a:gd name="connsiteY177" fmla="*/ 6946663 h 8073329"/>
              <a:gd name="connsiteX178" fmla="*/ 6703672 w 7765154"/>
              <a:gd name="connsiteY178" fmla="*/ 6913031 h 8073329"/>
              <a:gd name="connsiteX179" fmla="*/ 6730578 w 7765154"/>
              <a:gd name="connsiteY179" fmla="*/ 6885284 h 8073329"/>
              <a:gd name="connsiteX180" fmla="*/ 7180404 w 7765154"/>
              <a:gd name="connsiteY180" fmla="*/ 6315224 h 8073329"/>
              <a:gd name="connsiteX181" fmla="*/ 7203946 w 7765154"/>
              <a:gd name="connsiteY181" fmla="*/ 6277388 h 8073329"/>
              <a:gd name="connsiteX182" fmla="*/ 7251871 w 7765154"/>
              <a:gd name="connsiteY182" fmla="*/ 6199194 h 8073329"/>
              <a:gd name="connsiteX183" fmla="*/ 7292230 w 7765154"/>
              <a:gd name="connsiteY183" fmla="*/ 6128567 h 8073329"/>
              <a:gd name="connsiteX184" fmla="*/ 7302319 w 7765154"/>
              <a:gd name="connsiteY184" fmla="*/ 6110069 h 8073329"/>
              <a:gd name="connsiteX185" fmla="*/ 7321657 w 7765154"/>
              <a:gd name="connsiteY185" fmla="*/ 6073915 h 8073329"/>
              <a:gd name="connsiteX186" fmla="*/ 7336792 w 7765154"/>
              <a:gd name="connsiteY186" fmla="*/ 6045328 h 8073329"/>
              <a:gd name="connsiteX187" fmla="*/ 7357812 w 7765154"/>
              <a:gd name="connsiteY187" fmla="*/ 6005811 h 8073329"/>
              <a:gd name="connsiteX188" fmla="*/ 7377991 w 7765154"/>
              <a:gd name="connsiteY188" fmla="*/ 5966293 h 8073329"/>
              <a:gd name="connsiteX189" fmla="*/ 7397329 w 7765154"/>
              <a:gd name="connsiteY189" fmla="*/ 5925935 h 8073329"/>
              <a:gd name="connsiteX190" fmla="*/ 7454503 w 7765154"/>
              <a:gd name="connsiteY190" fmla="*/ 5800656 h 8073329"/>
              <a:gd name="connsiteX191" fmla="*/ 7488135 w 7765154"/>
              <a:gd name="connsiteY191" fmla="*/ 5720781 h 8073329"/>
              <a:gd name="connsiteX192" fmla="*/ 7520926 w 7765154"/>
              <a:gd name="connsiteY192" fmla="*/ 5636701 h 8073329"/>
              <a:gd name="connsiteX193" fmla="*/ 7552036 w 7765154"/>
              <a:gd name="connsiteY193" fmla="*/ 5552622 h 8073329"/>
              <a:gd name="connsiteX194" fmla="*/ 7608369 w 7765154"/>
              <a:gd name="connsiteY194" fmla="*/ 5377736 h 8073329"/>
              <a:gd name="connsiteX195" fmla="*/ 7620140 w 7765154"/>
              <a:gd name="connsiteY195" fmla="*/ 5338218 h 8073329"/>
              <a:gd name="connsiteX196" fmla="*/ 7627707 w 7765154"/>
              <a:gd name="connsiteY196" fmla="*/ 5311313 h 8073329"/>
              <a:gd name="connsiteX197" fmla="*/ 7639478 w 7765154"/>
              <a:gd name="connsiteY197" fmla="*/ 5267591 h 8073329"/>
              <a:gd name="connsiteX198" fmla="*/ 7646205 w 7765154"/>
              <a:gd name="connsiteY198" fmla="*/ 5242367 h 8073329"/>
              <a:gd name="connsiteX199" fmla="*/ 7655454 w 7765154"/>
              <a:gd name="connsiteY199" fmla="*/ 5204532 h 8073329"/>
              <a:gd name="connsiteX200" fmla="*/ 7703379 w 7765154"/>
              <a:gd name="connsiteY200" fmla="*/ 4978357 h 8073329"/>
              <a:gd name="connsiteX201" fmla="*/ 7719354 w 7765154"/>
              <a:gd name="connsiteY201" fmla="*/ 4880825 h 8073329"/>
              <a:gd name="connsiteX202" fmla="*/ 7752145 w 7765154"/>
              <a:gd name="connsiteY202" fmla="*/ 4580660 h 8073329"/>
              <a:gd name="connsiteX203" fmla="*/ 7754668 w 7765154"/>
              <a:gd name="connsiteY203" fmla="*/ 4540302 h 8073329"/>
              <a:gd name="connsiteX204" fmla="*/ 7757190 w 7765154"/>
              <a:gd name="connsiteY204" fmla="*/ 4481446 h 8073329"/>
              <a:gd name="connsiteX205" fmla="*/ 7758871 w 7765154"/>
              <a:gd name="connsiteY205" fmla="*/ 4430999 h 8073329"/>
              <a:gd name="connsiteX206" fmla="*/ 7759712 w 7765154"/>
              <a:gd name="connsiteY206" fmla="*/ 4329262 h 8073329"/>
              <a:gd name="connsiteX207" fmla="*/ 7764757 w 7765154"/>
              <a:gd name="connsiteY207" fmla="*/ 4270407 h 8073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7765154" h="8073329">
                <a:moveTo>
                  <a:pt x="7764757" y="4270407"/>
                </a:moveTo>
                <a:cubicBezTo>
                  <a:pt x="7764757" y="4251068"/>
                  <a:pt x="7763916" y="4231730"/>
                  <a:pt x="7763076" y="4212391"/>
                </a:cubicBezTo>
                <a:lnTo>
                  <a:pt x="7763076" y="4210710"/>
                </a:lnTo>
                <a:cubicBezTo>
                  <a:pt x="7763076" y="4191371"/>
                  <a:pt x="7762235" y="4171192"/>
                  <a:pt x="7761394" y="4152695"/>
                </a:cubicBezTo>
                <a:cubicBezTo>
                  <a:pt x="7760553" y="4134197"/>
                  <a:pt x="7759712" y="4115700"/>
                  <a:pt x="7758871" y="4098043"/>
                </a:cubicBezTo>
                <a:cubicBezTo>
                  <a:pt x="7756349" y="4056844"/>
                  <a:pt x="7752986" y="4014804"/>
                  <a:pt x="7748782" y="3972764"/>
                </a:cubicBezTo>
                <a:cubicBezTo>
                  <a:pt x="7747100" y="3955108"/>
                  <a:pt x="7745419" y="3936610"/>
                  <a:pt x="7742896" y="3918953"/>
                </a:cubicBezTo>
                <a:cubicBezTo>
                  <a:pt x="7742896" y="3915590"/>
                  <a:pt x="7742896" y="3911386"/>
                  <a:pt x="7742056" y="3908023"/>
                </a:cubicBezTo>
                <a:cubicBezTo>
                  <a:pt x="7738693" y="3876914"/>
                  <a:pt x="7734488" y="3846645"/>
                  <a:pt x="7730285" y="3816376"/>
                </a:cubicBezTo>
                <a:cubicBezTo>
                  <a:pt x="7721876" y="3754998"/>
                  <a:pt x="7711787" y="3693620"/>
                  <a:pt x="7700016" y="3633082"/>
                </a:cubicBezTo>
                <a:cubicBezTo>
                  <a:pt x="7696653" y="3613744"/>
                  <a:pt x="7692448" y="3595247"/>
                  <a:pt x="7688245" y="3576749"/>
                </a:cubicBezTo>
                <a:cubicBezTo>
                  <a:pt x="7682359" y="3546480"/>
                  <a:pt x="7675633" y="3516212"/>
                  <a:pt x="7668906" y="3486784"/>
                </a:cubicBezTo>
                <a:cubicBezTo>
                  <a:pt x="7666384" y="3476694"/>
                  <a:pt x="7663862" y="3465764"/>
                  <a:pt x="7661339" y="3454834"/>
                </a:cubicBezTo>
                <a:cubicBezTo>
                  <a:pt x="7638638" y="3361505"/>
                  <a:pt x="7612573" y="3270699"/>
                  <a:pt x="7583145" y="3180734"/>
                </a:cubicBezTo>
                <a:cubicBezTo>
                  <a:pt x="7578100" y="3166440"/>
                  <a:pt x="7573055" y="3152988"/>
                  <a:pt x="7568851" y="3138694"/>
                </a:cubicBezTo>
                <a:cubicBezTo>
                  <a:pt x="7562966" y="3120197"/>
                  <a:pt x="7556240" y="3100858"/>
                  <a:pt x="7549513" y="3082361"/>
                </a:cubicBezTo>
                <a:cubicBezTo>
                  <a:pt x="7543628" y="3067226"/>
                  <a:pt x="7538583" y="3052092"/>
                  <a:pt x="7532697" y="3036958"/>
                </a:cubicBezTo>
                <a:cubicBezTo>
                  <a:pt x="7524289" y="3015938"/>
                  <a:pt x="7516722" y="2994918"/>
                  <a:pt x="7507473" y="2973057"/>
                </a:cubicBezTo>
                <a:cubicBezTo>
                  <a:pt x="7492339" y="2935221"/>
                  <a:pt x="7477205" y="2897385"/>
                  <a:pt x="7460389" y="2860390"/>
                </a:cubicBezTo>
                <a:cubicBezTo>
                  <a:pt x="7441891" y="2818351"/>
                  <a:pt x="7422553" y="2777151"/>
                  <a:pt x="7403215" y="2736793"/>
                </a:cubicBezTo>
                <a:cubicBezTo>
                  <a:pt x="7396488" y="2723340"/>
                  <a:pt x="7389762" y="2709888"/>
                  <a:pt x="7383876" y="2696435"/>
                </a:cubicBezTo>
                <a:cubicBezTo>
                  <a:pt x="7377150" y="2682982"/>
                  <a:pt x="7370424" y="2669530"/>
                  <a:pt x="7363697" y="2656077"/>
                </a:cubicBezTo>
                <a:cubicBezTo>
                  <a:pt x="7350244" y="2630012"/>
                  <a:pt x="7336792" y="2603107"/>
                  <a:pt x="7322498" y="2577042"/>
                </a:cubicBezTo>
                <a:cubicBezTo>
                  <a:pt x="7313250" y="2560226"/>
                  <a:pt x="7304001" y="2542569"/>
                  <a:pt x="7294752" y="2525753"/>
                </a:cubicBezTo>
                <a:cubicBezTo>
                  <a:pt x="7282140" y="2503893"/>
                  <a:pt x="7269528" y="2482032"/>
                  <a:pt x="7256916" y="2461012"/>
                </a:cubicBezTo>
                <a:cubicBezTo>
                  <a:pt x="7249349" y="2447559"/>
                  <a:pt x="7241781" y="2434947"/>
                  <a:pt x="7234215" y="2422335"/>
                </a:cubicBezTo>
                <a:cubicBezTo>
                  <a:pt x="7210672" y="2384500"/>
                  <a:pt x="7187130" y="2346664"/>
                  <a:pt x="7163587" y="2309669"/>
                </a:cubicBezTo>
                <a:cubicBezTo>
                  <a:pt x="7155179" y="2297057"/>
                  <a:pt x="7146772" y="2285285"/>
                  <a:pt x="7138364" y="2272674"/>
                </a:cubicBezTo>
                <a:cubicBezTo>
                  <a:pt x="7129956" y="2260061"/>
                  <a:pt x="7121547" y="2248290"/>
                  <a:pt x="7113140" y="2235678"/>
                </a:cubicBezTo>
                <a:cubicBezTo>
                  <a:pt x="7087916" y="2199524"/>
                  <a:pt x="7061851" y="2163370"/>
                  <a:pt x="7035786" y="2128056"/>
                </a:cubicBezTo>
                <a:cubicBezTo>
                  <a:pt x="7008881" y="2092743"/>
                  <a:pt x="6981976" y="2058270"/>
                  <a:pt x="6954229" y="2022957"/>
                </a:cubicBezTo>
                <a:cubicBezTo>
                  <a:pt x="6944980" y="2011186"/>
                  <a:pt x="6935731" y="2000255"/>
                  <a:pt x="6926483" y="1988484"/>
                </a:cubicBezTo>
                <a:cubicBezTo>
                  <a:pt x="6917234" y="1976713"/>
                  <a:pt x="6907986" y="1965783"/>
                  <a:pt x="6897896" y="1954852"/>
                </a:cubicBezTo>
                <a:cubicBezTo>
                  <a:pt x="6888647" y="1943081"/>
                  <a:pt x="6879398" y="1932151"/>
                  <a:pt x="6869308" y="1921220"/>
                </a:cubicBezTo>
                <a:cubicBezTo>
                  <a:pt x="6849971" y="1899360"/>
                  <a:pt x="6830632" y="1877499"/>
                  <a:pt x="6810453" y="1855638"/>
                </a:cubicBezTo>
                <a:cubicBezTo>
                  <a:pt x="6800363" y="1844708"/>
                  <a:pt x="6791114" y="1833778"/>
                  <a:pt x="6781025" y="1822847"/>
                </a:cubicBezTo>
                <a:cubicBezTo>
                  <a:pt x="6760846" y="1800987"/>
                  <a:pt x="6740667" y="1779967"/>
                  <a:pt x="6720488" y="1758947"/>
                </a:cubicBezTo>
                <a:cubicBezTo>
                  <a:pt x="6720488" y="1758947"/>
                  <a:pt x="6720488" y="1758947"/>
                  <a:pt x="6720488" y="1758947"/>
                </a:cubicBezTo>
                <a:cubicBezTo>
                  <a:pt x="6710398" y="1748857"/>
                  <a:pt x="6700309" y="1737927"/>
                  <a:pt x="6689378" y="1727837"/>
                </a:cubicBezTo>
                <a:cubicBezTo>
                  <a:pt x="6669199" y="1706817"/>
                  <a:pt x="6648179" y="1686638"/>
                  <a:pt x="6626318" y="1666459"/>
                </a:cubicBezTo>
                <a:cubicBezTo>
                  <a:pt x="6617069" y="1657210"/>
                  <a:pt x="6607821" y="1648802"/>
                  <a:pt x="6598572" y="1639554"/>
                </a:cubicBezTo>
                <a:cubicBezTo>
                  <a:pt x="6554010" y="1598355"/>
                  <a:pt x="6508607" y="1557996"/>
                  <a:pt x="6462363" y="1518479"/>
                </a:cubicBezTo>
                <a:cubicBezTo>
                  <a:pt x="6452273" y="1510071"/>
                  <a:pt x="6442184" y="1501663"/>
                  <a:pt x="6432094" y="1493255"/>
                </a:cubicBezTo>
                <a:cubicBezTo>
                  <a:pt x="6429572" y="1491573"/>
                  <a:pt x="6427890" y="1489892"/>
                  <a:pt x="6425368" y="1487369"/>
                </a:cubicBezTo>
                <a:cubicBezTo>
                  <a:pt x="6414438" y="1478961"/>
                  <a:pt x="6404348" y="1470553"/>
                  <a:pt x="6394259" y="1462145"/>
                </a:cubicBezTo>
                <a:cubicBezTo>
                  <a:pt x="6358945" y="1433558"/>
                  <a:pt x="6323632" y="1405812"/>
                  <a:pt x="6286636" y="1378907"/>
                </a:cubicBezTo>
                <a:cubicBezTo>
                  <a:pt x="6275706" y="1371339"/>
                  <a:pt x="6264776" y="1362931"/>
                  <a:pt x="6253845" y="1354524"/>
                </a:cubicBezTo>
                <a:cubicBezTo>
                  <a:pt x="6242074" y="1346116"/>
                  <a:pt x="6230303" y="1336867"/>
                  <a:pt x="6217691" y="1328459"/>
                </a:cubicBezTo>
                <a:cubicBezTo>
                  <a:pt x="6207602" y="1320892"/>
                  <a:pt x="6197512" y="1313324"/>
                  <a:pt x="6186582" y="1306598"/>
                </a:cubicBezTo>
                <a:cubicBezTo>
                  <a:pt x="6173129" y="1297349"/>
                  <a:pt x="6158836" y="1287260"/>
                  <a:pt x="6145383" y="1278011"/>
                </a:cubicBezTo>
                <a:cubicBezTo>
                  <a:pt x="6143701" y="1276329"/>
                  <a:pt x="6141179" y="1272966"/>
                  <a:pt x="6139497" y="1270444"/>
                </a:cubicBezTo>
                <a:cubicBezTo>
                  <a:pt x="5934343" y="757558"/>
                  <a:pt x="5587094" y="317821"/>
                  <a:pt x="5144835" y="0"/>
                </a:cubicBezTo>
                <a:cubicBezTo>
                  <a:pt x="5143153" y="841"/>
                  <a:pt x="5142312" y="841"/>
                  <a:pt x="5140631" y="2522"/>
                </a:cubicBezTo>
                <a:cubicBezTo>
                  <a:pt x="5170059" y="167319"/>
                  <a:pt x="5186034" y="338000"/>
                  <a:pt x="5186034" y="512045"/>
                </a:cubicBezTo>
                <a:cubicBezTo>
                  <a:pt x="5186034" y="613782"/>
                  <a:pt x="5180989" y="714677"/>
                  <a:pt x="5170059" y="813050"/>
                </a:cubicBezTo>
                <a:cubicBezTo>
                  <a:pt x="5148198" y="1024931"/>
                  <a:pt x="5101954" y="1230086"/>
                  <a:pt x="5036372" y="1425991"/>
                </a:cubicBezTo>
                <a:lnTo>
                  <a:pt x="5009467" y="1436081"/>
                </a:lnTo>
                <a:cubicBezTo>
                  <a:pt x="3632242" y="1900201"/>
                  <a:pt x="3953426" y="2746883"/>
                  <a:pt x="3992102" y="2836848"/>
                </a:cubicBezTo>
                <a:cubicBezTo>
                  <a:pt x="3996306" y="2834326"/>
                  <a:pt x="4001351" y="2830962"/>
                  <a:pt x="4005555" y="2826758"/>
                </a:cubicBezTo>
                <a:cubicBezTo>
                  <a:pt x="4086272" y="2572838"/>
                  <a:pt x="4293949" y="2375251"/>
                  <a:pt x="4552914" y="2307146"/>
                </a:cubicBezTo>
                <a:cubicBezTo>
                  <a:pt x="4616815" y="2290330"/>
                  <a:pt x="4683238" y="2281081"/>
                  <a:pt x="4753023" y="2281081"/>
                </a:cubicBezTo>
                <a:cubicBezTo>
                  <a:pt x="4931273" y="2281081"/>
                  <a:pt x="5096909" y="2340778"/>
                  <a:pt x="5228074" y="2442514"/>
                </a:cubicBezTo>
                <a:cubicBezTo>
                  <a:pt x="5415572" y="2585450"/>
                  <a:pt x="5536646" y="2811624"/>
                  <a:pt x="5536646" y="3065545"/>
                </a:cubicBezTo>
                <a:cubicBezTo>
                  <a:pt x="5536646" y="3100017"/>
                  <a:pt x="5534965" y="3133649"/>
                  <a:pt x="5529919" y="3167281"/>
                </a:cubicBezTo>
                <a:cubicBezTo>
                  <a:pt x="5480313" y="3552366"/>
                  <a:pt x="5150720" y="3849167"/>
                  <a:pt x="4752183" y="3849167"/>
                </a:cubicBezTo>
                <a:cubicBezTo>
                  <a:pt x="4682397" y="3849167"/>
                  <a:pt x="4677352" y="3848327"/>
                  <a:pt x="4603362" y="3839078"/>
                </a:cubicBezTo>
                <a:cubicBezTo>
                  <a:pt x="4584864" y="3836555"/>
                  <a:pt x="4576456" y="3838237"/>
                  <a:pt x="4566367" y="3837396"/>
                </a:cubicBezTo>
                <a:cubicBezTo>
                  <a:pt x="4531894" y="3834874"/>
                  <a:pt x="4497422" y="3834033"/>
                  <a:pt x="4462108" y="3834033"/>
                </a:cubicBezTo>
                <a:cubicBezTo>
                  <a:pt x="4057685" y="3834033"/>
                  <a:pt x="3686893" y="3975287"/>
                  <a:pt x="3395137" y="4210710"/>
                </a:cubicBezTo>
                <a:cubicBezTo>
                  <a:pt x="3395137" y="4211551"/>
                  <a:pt x="3395137" y="4212391"/>
                  <a:pt x="3395978" y="4213232"/>
                </a:cubicBezTo>
                <a:lnTo>
                  <a:pt x="0" y="4213232"/>
                </a:lnTo>
                <a:cubicBezTo>
                  <a:pt x="53811" y="4354486"/>
                  <a:pt x="132005" y="4483128"/>
                  <a:pt x="229537" y="4595795"/>
                </a:cubicBezTo>
                <a:cubicBezTo>
                  <a:pt x="290916" y="4667262"/>
                  <a:pt x="359861" y="4731163"/>
                  <a:pt x="435533" y="4787496"/>
                </a:cubicBezTo>
                <a:cubicBezTo>
                  <a:pt x="439737" y="4791701"/>
                  <a:pt x="444781" y="4795064"/>
                  <a:pt x="449826" y="4798427"/>
                </a:cubicBezTo>
                <a:cubicBezTo>
                  <a:pt x="611259" y="4916138"/>
                  <a:pt x="801279" y="4997696"/>
                  <a:pt x="1007274" y="5030487"/>
                </a:cubicBezTo>
                <a:cubicBezTo>
                  <a:pt x="1074538" y="5041417"/>
                  <a:pt x="1144324" y="5047303"/>
                  <a:pt x="1215792" y="5047303"/>
                </a:cubicBezTo>
                <a:lnTo>
                  <a:pt x="2522390" y="5047303"/>
                </a:lnTo>
                <a:lnTo>
                  <a:pt x="1779967" y="5386143"/>
                </a:lnTo>
                <a:cubicBezTo>
                  <a:pt x="1642076" y="5455089"/>
                  <a:pt x="1315006" y="5523194"/>
                  <a:pt x="1154414" y="5539168"/>
                </a:cubicBezTo>
                <a:cubicBezTo>
                  <a:pt x="1111533" y="5543373"/>
                  <a:pt x="1066971" y="5545895"/>
                  <a:pt x="1023250" y="5545895"/>
                </a:cubicBezTo>
                <a:cubicBezTo>
                  <a:pt x="943374" y="5545895"/>
                  <a:pt x="864339" y="5538328"/>
                  <a:pt x="788667" y="5524875"/>
                </a:cubicBezTo>
                <a:cubicBezTo>
                  <a:pt x="719722" y="5512263"/>
                  <a:pt x="652458" y="5493765"/>
                  <a:pt x="586876" y="5471064"/>
                </a:cubicBezTo>
                <a:cubicBezTo>
                  <a:pt x="496911" y="5439954"/>
                  <a:pt x="411990" y="5398756"/>
                  <a:pt x="333796" y="5349149"/>
                </a:cubicBezTo>
                <a:cubicBezTo>
                  <a:pt x="307732" y="5333174"/>
                  <a:pt x="282508" y="5316358"/>
                  <a:pt x="258125" y="5297860"/>
                </a:cubicBezTo>
                <a:cubicBezTo>
                  <a:pt x="281667" y="5368487"/>
                  <a:pt x="310254" y="5435751"/>
                  <a:pt x="343886" y="5500492"/>
                </a:cubicBezTo>
                <a:cubicBezTo>
                  <a:pt x="445622" y="5693034"/>
                  <a:pt x="594443" y="5856990"/>
                  <a:pt x="774374" y="5977223"/>
                </a:cubicBezTo>
                <a:cubicBezTo>
                  <a:pt x="784463" y="5983950"/>
                  <a:pt x="794553" y="5990676"/>
                  <a:pt x="804642" y="5996562"/>
                </a:cubicBezTo>
                <a:cubicBezTo>
                  <a:pt x="860976" y="6031875"/>
                  <a:pt x="920672" y="6063826"/>
                  <a:pt x="982051" y="6089891"/>
                </a:cubicBezTo>
                <a:cubicBezTo>
                  <a:pt x="1139280" y="6157995"/>
                  <a:pt x="1313324" y="6195831"/>
                  <a:pt x="1495777" y="6195831"/>
                </a:cubicBezTo>
                <a:lnTo>
                  <a:pt x="1513434" y="6195831"/>
                </a:lnTo>
                <a:cubicBezTo>
                  <a:pt x="1629464" y="6194149"/>
                  <a:pt x="1965783" y="6145383"/>
                  <a:pt x="2072564" y="6115115"/>
                </a:cubicBezTo>
                <a:lnTo>
                  <a:pt x="2108718" y="6104184"/>
                </a:lnTo>
                <a:lnTo>
                  <a:pt x="2737634" y="5898189"/>
                </a:lnTo>
                <a:lnTo>
                  <a:pt x="2848619" y="5865398"/>
                </a:lnTo>
                <a:lnTo>
                  <a:pt x="2894863" y="5851945"/>
                </a:lnTo>
                <a:lnTo>
                  <a:pt x="2778833" y="6010015"/>
                </a:lnTo>
                <a:cubicBezTo>
                  <a:pt x="2754450" y="6041965"/>
                  <a:pt x="2730067" y="6073075"/>
                  <a:pt x="2704002" y="6103343"/>
                </a:cubicBezTo>
                <a:cubicBezTo>
                  <a:pt x="2531639" y="6290841"/>
                  <a:pt x="2252494" y="6540558"/>
                  <a:pt x="1820325" y="6598573"/>
                </a:cubicBezTo>
                <a:cubicBezTo>
                  <a:pt x="1794260" y="6601935"/>
                  <a:pt x="1767355" y="6604458"/>
                  <a:pt x="1742131" y="6606981"/>
                </a:cubicBezTo>
                <a:cubicBezTo>
                  <a:pt x="1731200" y="6607821"/>
                  <a:pt x="1721952" y="6607821"/>
                  <a:pt x="1711862" y="6608662"/>
                </a:cubicBezTo>
                <a:cubicBezTo>
                  <a:pt x="1695046" y="6609503"/>
                  <a:pt x="1678230" y="6610344"/>
                  <a:pt x="1660573" y="6611184"/>
                </a:cubicBezTo>
                <a:cubicBezTo>
                  <a:pt x="1647121" y="6611184"/>
                  <a:pt x="1634509" y="6612025"/>
                  <a:pt x="1621897" y="6612025"/>
                </a:cubicBezTo>
                <a:cubicBezTo>
                  <a:pt x="1581538" y="6612025"/>
                  <a:pt x="1541180" y="6610344"/>
                  <a:pt x="1501663" y="6606140"/>
                </a:cubicBezTo>
                <a:cubicBezTo>
                  <a:pt x="1371339" y="6594369"/>
                  <a:pt x="1259513" y="6588483"/>
                  <a:pt x="1142643" y="6540558"/>
                </a:cubicBezTo>
                <a:lnTo>
                  <a:pt x="1142643" y="6540558"/>
                </a:lnTo>
                <a:cubicBezTo>
                  <a:pt x="1095558" y="6522060"/>
                  <a:pt x="1050155" y="6500199"/>
                  <a:pt x="1006434" y="6475816"/>
                </a:cubicBezTo>
                <a:lnTo>
                  <a:pt x="1006434" y="6475816"/>
                </a:lnTo>
                <a:cubicBezTo>
                  <a:pt x="978687" y="6461523"/>
                  <a:pt x="951782" y="6444707"/>
                  <a:pt x="924876" y="6427050"/>
                </a:cubicBezTo>
                <a:cubicBezTo>
                  <a:pt x="959349" y="6487588"/>
                  <a:pt x="997185" y="6545602"/>
                  <a:pt x="1040065" y="6599413"/>
                </a:cubicBezTo>
                <a:cubicBezTo>
                  <a:pt x="1170389" y="6764209"/>
                  <a:pt x="1340230" y="6897055"/>
                  <a:pt x="1535295" y="6982817"/>
                </a:cubicBezTo>
                <a:lnTo>
                  <a:pt x="1535295" y="6982817"/>
                </a:lnTo>
                <a:lnTo>
                  <a:pt x="1535295" y="6982817"/>
                </a:lnTo>
                <a:cubicBezTo>
                  <a:pt x="1573971" y="6999632"/>
                  <a:pt x="1612648" y="7014767"/>
                  <a:pt x="1653006" y="7028219"/>
                </a:cubicBezTo>
                <a:cubicBezTo>
                  <a:pt x="1700932" y="7044195"/>
                  <a:pt x="1750539" y="7056807"/>
                  <a:pt x="1801827" y="7067737"/>
                </a:cubicBezTo>
                <a:cubicBezTo>
                  <a:pt x="1885907" y="7084553"/>
                  <a:pt x="1972509" y="7093802"/>
                  <a:pt x="2061633" y="7093802"/>
                </a:cubicBezTo>
                <a:cubicBezTo>
                  <a:pt x="2179345" y="7093802"/>
                  <a:pt x="2405519" y="7064374"/>
                  <a:pt x="2513982" y="7035787"/>
                </a:cubicBezTo>
                <a:cubicBezTo>
                  <a:pt x="2556022" y="7024857"/>
                  <a:pt x="2596380" y="7011404"/>
                  <a:pt x="2636738" y="6995428"/>
                </a:cubicBezTo>
                <a:lnTo>
                  <a:pt x="2636738" y="6995428"/>
                </a:lnTo>
                <a:cubicBezTo>
                  <a:pt x="3036117" y="6876876"/>
                  <a:pt x="3617107" y="6488428"/>
                  <a:pt x="3617107" y="6488428"/>
                </a:cubicBezTo>
                <a:lnTo>
                  <a:pt x="3617107" y="6488428"/>
                </a:lnTo>
                <a:cubicBezTo>
                  <a:pt x="3416157" y="6888647"/>
                  <a:pt x="3038639" y="7269528"/>
                  <a:pt x="2584609" y="7398170"/>
                </a:cubicBezTo>
                <a:cubicBezTo>
                  <a:pt x="2563589" y="7404055"/>
                  <a:pt x="2542569" y="7409101"/>
                  <a:pt x="2520708" y="7414145"/>
                </a:cubicBezTo>
                <a:cubicBezTo>
                  <a:pt x="2427380" y="7435165"/>
                  <a:pt x="2329848" y="7446095"/>
                  <a:pt x="2229793" y="7446095"/>
                </a:cubicBezTo>
                <a:cubicBezTo>
                  <a:pt x="2207091" y="7446095"/>
                  <a:pt x="2183549" y="7446095"/>
                  <a:pt x="2160848" y="7444414"/>
                </a:cubicBezTo>
                <a:lnTo>
                  <a:pt x="2160848" y="7444414"/>
                </a:lnTo>
                <a:lnTo>
                  <a:pt x="2160848" y="7444414"/>
                </a:lnTo>
                <a:cubicBezTo>
                  <a:pt x="2110400" y="7441892"/>
                  <a:pt x="2060793" y="7436006"/>
                  <a:pt x="2012026" y="7427598"/>
                </a:cubicBezTo>
                <a:cubicBezTo>
                  <a:pt x="2166733" y="7534379"/>
                  <a:pt x="2392907" y="7657135"/>
                  <a:pt x="2586291" y="7689086"/>
                </a:cubicBezTo>
                <a:cubicBezTo>
                  <a:pt x="2586291" y="7689086"/>
                  <a:pt x="2586291" y="7689086"/>
                  <a:pt x="2586291" y="7689086"/>
                </a:cubicBezTo>
                <a:cubicBezTo>
                  <a:pt x="2587131" y="7689926"/>
                  <a:pt x="2588813" y="7689926"/>
                  <a:pt x="2590494" y="7690767"/>
                </a:cubicBezTo>
                <a:cubicBezTo>
                  <a:pt x="2588813" y="7689926"/>
                  <a:pt x="2587972" y="7689926"/>
                  <a:pt x="2587131" y="7689086"/>
                </a:cubicBezTo>
                <a:cubicBezTo>
                  <a:pt x="2636738" y="7697494"/>
                  <a:pt x="2686345" y="7702539"/>
                  <a:pt x="2737634" y="7704220"/>
                </a:cubicBezTo>
                <a:cubicBezTo>
                  <a:pt x="2746883" y="7704220"/>
                  <a:pt x="2756131" y="7705061"/>
                  <a:pt x="2765380" y="7705061"/>
                </a:cubicBezTo>
                <a:cubicBezTo>
                  <a:pt x="2776311" y="7705061"/>
                  <a:pt x="2786400" y="7705061"/>
                  <a:pt x="2796490" y="7705061"/>
                </a:cubicBezTo>
                <a:cubicBezTo>
                  <a:pt x="3026027" y="7705061"/>
                  <a:pt x="3242112" y="7645364"/>
                  <a:pt x="3429610" y="7541106"/>
                </a:cubicBezTo>
                <a:cubicBezTo>
                  <a:pt x="3830670" y="7370424"/>
                  <a:pt x="4387277" y="6923120"/>
                  <a:pt x="4387277" y="6923120"/>
                </a:cubicBezTo>
                <a:cubicBezTo>
                  <a:pt x="4305720" y="7411623"/>
                  <a:pt x="3901297" y="7806797"/>
                  <a:pt x="3436336" y="7948892"/>
                </a:cubicBezTo>
                <a:cubicBezTo>
                  <a:pt x="3369072" y="7969912"/>
                  <a:pt x="3298445" y="7985046"/>
                  <a:pt x="3226137" y="7994295"/>
                </a:cubicBezTo>
                <a:cubicBezTo>
                  <a:pt x="3365709" y="8045584"/>
                  <a:pt x="3516212" y="8073330"/>
                  <a:pt x="3673440" y="8073330"/>
                </a:cubicBezTo>
                <a:cubicBezTo>
                  <a:pt x="3818898" y="8073330"/>
                  <a:pt x="3958471" y="8049787"/>
                  <a:pt x="4088794" y="8006066"/>
                </a:cubicBezTo>
                <a:cubicBezTo>
                  <a:pt x="4221640" y="7961504"/>
                  <a:pt x="4343556" y="7895922"/>
                  <a:pt x="4452859" y="7814365"/>
                </a:cubicBezTo>
                <a:cubicBezTo>
                  <a:pt x="4652128" y="7690767"/>
                  <a:pt x="5187716" y="7147613"/>
                  <a:pt x="5187716" y="7147613"/>
                </a:cubicBezTo>
                <a:lnTo>
                  <a:pt x="5182671" y="7147613"/>
                </a:lnTo>
                <a:lnTo>
                  <a:pt x="5188556" y="7146772"/>
                </a:lnTo>
                <a:lnTo>
                  <a:pt x="5188556" y="7150976"/>
                </a:lnTo>
                <a:cubicBezTo>
                  <a:pt x="5175944" y="7441892"/>
                  <a:pt x="5067482" y="7708424"/>
                  <a:pt x="4894277" y="7920305"/>
                </a:cubicBezTo>
                <a:cubicBezTo>
                  <a:pt x="4900163" y="7919464"/>
                  <a:pt x="4906889" y="7917782"/>
                  <a:pt x="4912775" y="7916101"/>
                </a:cubicBezTo>
                <a:cubicBezTo>
                  <a:pt x="4959860" y="7905170"/>
                  <a:pt x="5006103" y="7893399"/>
                  <a:pt x="5052347" y="7880788"/>
                </a:cubicBezTo>
                <a:cubicBezTo>
                  <a:pt x="5065800" y="7877424"/>
                  <a:pt x="5079253" y="7873220"/>
                  <a:pt x="5092705" y="7869016"/>
                </a:cubicBezTo>
                <a:cubicBezTo>
                  <a:pt x="5109521" y="7863971"/>
                  <a:pt x="5127178" y="7859768"/>
                  <a:pt x="5143994" y="7854723"/>
                </a:cubicBezTo>
                <a:cubicBezTo>
                  <a:pt x="5184352" y="7842110"/>
                  <a:pt x="5223870" y="7829499"/>
                  <a:pt x="5263387" y="7816887"/>
                </a:cubicBezTo>
                <a:cubicBezTo>
                  <a:pt x="5317198" y="7798389"/>
                  <a:pt x="5371009" y="7779051"/>
                  <a:pt x="5423139" y="7758872"/>
                </a:cubicBezTo>
                <a:cubicBezTo>
                  <a:pt x="5446681" y="7749623"/>
                  <a:pt x="5470223" y="7740374"/>
                  <a:pt x="5492925" y="7731125"/>
                </a:cubicBezTo>
                <a:cubicBezTo>
                  <a:pt x="5494606" y="7730285"/>
                  <a:pt x="5497128" y="7729444"/>
                  <a:pt x="5499651" y="7728603"/>
                </a:cubicBezTo>
                <a:cubicBezTo>
                  <a:pt x="5518148" y="7720195"/>
                  <a:pt x="5537487" y="7712628"/>
                  <a:pt x="5555985" y="7704220"/>
                </a:cubicBezTo>
                <a:cubicBezTo>
                  <a:pt x="5566074" y="7700016"/>
                  <a:pt x="5576163" y="7695812"/>
                  <a:pt x="5585412" y="7690767"/>
                </a:cubicBezTo>
                <a:cubicBezTo>
                  <a:pt x="5603910" y="7682360"/>
                  <a:pt x="5621567" y="7673951"/>
                  <a:pt x="5639223" y="7665543"/>
                </a:cubicBezTo>
                <a:cubicBezTo>
                  <a:pt x="5645950" y="7662180"/>
                  <a:pt x="5652676" y="7659658"/>
                  <a:pt x="5658562" y="7656294"/>
                </a:cubicBezTo>
                <a:cubicBezTo>
                  <a:pt x="5704805" y="7634434"/>
                  <a:pt x="5751049" y="7611732"/>
                  <a:pt x="5795611" y="7588190"/>
                </a:cubicBezTo>
                <a:cubicBezTo>
                  <a:pt x="5796452" y="7588190"/>
                  <a:pt x="5798134" y="7587349"/>
                  <a:pt x="5798975" y="7586509"/>
                </a:cubicBezTo>
                <a:cubicBezTo>
                  <a:pt x="5822517" y="7573897"/>
                  <a:pt x="5845218" y="7562126"/>
                  <a:pt x="5867920" y="7548673"/>
                </a:cubicBezTo>
                <a:cubicBezTo>
                  <a:pt x="5892303" y="7535220"/>
                  <a:pt x="5915845" y="7521767"/>
                  <a:pt x="5939388" y="7508315"/>
                </a:cubicBezTo>
                <a:cubicBezTo>
                  <a:pt x="5962930" y="7494862"/>
                  <a:pt x="5986472" y="7480568"/>
                  <a:pt x="6009174" y="7466275"/>
                </a:cubicBezTo>
                <a:cubicBezTo>
                  <a:pt x="6009174" y="7466275"/>
                  <a:pt x="6010015" y="7466275"/>
                  <a:pt x="6010015" y="7465434"/>
                </a:cubicBezTo>
                <a:cubicBezTo>
                  <a:pt x="6033557" y="7451141"/>
                  <a:pt x="6055417" y="7436847"/>
                  <a:pt x="6078119" y="7422553"/>
                </a:cubicBezTo>
                <a:lnTo>
                  <a:pt x="6078119" y="7422553"/>
                </a:lnTo>
                <a:cubicBezTo>
                  <a:pt x="6101661" y="7408260"/>
                  <a:pt x="6124363" y="7393125"/>
                  <a:pt x="6146223" y="7377150"/>
                </a:cubicBezTo>
                <a:cubicBezTo>
                  <a:pt x="6168084" y="7362016"/>
                  <a:pt x="6189945" y="7346881"/>
                  <a:pt x="6212647" y="7331747"/>
                </a:cubicBezTo>
                <a:lnTo>
                  <a:pt x="6213487" y="7330907"/>
                </a:lnTo>
                <a:cubicBezTo>
                  <a:pt x="6236189" y="7314931"/>
                  <a:pt x="6258050" y="7298956"/>
                  <a:pt x="6279910" y="7282981"/>
                </a:cubicBezTo>
                <a:cubicBezTo>
                  <a:pt x="6301771" y="7267006"/>
                  <a:pt x="6323632" y="7250190"/>
                  <a:pt x="6344652" y="7233374"/>
                </a:cubicBezTo>
                <a:cubicBezTo>
                  <a:pt x="6363990" y="7218240"/>
                  <a:pt x="6383328" y="7203105"/>
                  <a:pt x="6401826" y="7187130"/>
                </a:cubicBezTo>
                <a:cubicBezTo>
                  <a:pt x="6408552" y="7182085"/>
                  <a:pt x="6415279" y="7176200"/>
                  <a:pt x="6422005" y="7171155"/>
                </a:cubicBezTo>
                <a:cubicBezTo>
                  <a:pt x="6437980" y="7157702"/>
                  <a:pt x="6453955" y="7144250"/>
                  <a:pt x="6469090" y="7131638"/>
                </a:cubicBezTo>
                <a:cubicBezTo>
                  <a:pt x="6469930" y="7130797"/>
                  <a:pt x="6471612" y="7129956"/>
                  <a:pt x="6472453" y="7128274"/>
                </a:cubicBezTo>
                <a:cubicBezTo>
                  <a:pt x="6492632" y="7111459"/>
                  <a:pt x="6512811" y="7093802"/>
                  <a:pt x="6532149" y="7076145"/>
                </a:cubicBezTo>
                <a:cubicBezTo>
                  <a:pt x="6567463" y="7045036"/>
                  <a:pt x="6601935" y="7012245"/>
                  <a:pt x="6636408" y="6979454"/>
                </a:cubicBezTo>
                <a:cubicBezTo>
                  <a:pt x="6648179" y="6968523"/>
                  <a:pt x="6659109" y="6957593"/>
                  <a:pt x="6670040" y="6946663"/>
                </a:cubicBezTo>
                <a:cubicBezTo>
                  <a:pt x="6681811" y="6934891"/>
                  <a:pt x="6692741" y="6923961"/>
                  <a:pt x="6703672" y="6913031"/>
                </a:cubicBezTo>
                <a:cubicBezTo>
                  <a:pt x="6712920" y="6903782"/>
                  <a:pt x="6722169" y="6894533"/>
                  <a:pt x="6730578" y="6885284"/>
                </a:cubicBezTo>
                <a:cubicBezTo>
                  <a:pt x="6898737" y="6710398"/>
                  <a:pt x="7049239" y="6520379"/>
                  <a:pt x="7180404" y="6315224"/>
                </a:cubicBezTo>
                <a:cubicBezTo>
                  <a:pt x="7188811" y="6302612"/>
                  <a:pt x="7196378" y="6290000"/>
                  <a:pt x="7203946" y="6277388"/>
                </a:cubicBezTo>
                <a:cubicBezTo>
                  <a:pt x="7219921" y="6251323"/>
                  <a:pt x="7235896" y="6225259"/>
                  <a:pt x="7251871" y="6199194"/>
                </a:cubicBezTo>
                <a:cubicBezTo>
                  <a:pt x="7265324" y="6175652"/>
                  <a:pt x="7278777" y="6152109"/>
                  <a:pt x="7292230" y="6128567"/>
                </a:cubicBezTo>
                <a:cubicBezTo>
                  <a:pt x="7294752" y="6122682"/>
                  <a:pt x="7298956" y="6115955"/>
                  <a:pt x="7302319" y="6110069"/>
                </a:cubicBezTo>
                <a:cubicBezTo>
                  <a:pt x="7309045" y="6098298"/>
                  <a:pt x="7315772" y="6086527"/>
                  <a:pt x="7321657" y="6073915"/>
                </a:cubicBezTo>
                <a:cubicBezTo>
                  <a:pt x="7326702" y="6064666"/>
                  <a:pt x="7331747" y="6055418"/>
                  <a:pt x="7336792" y="6045328"/>
                </a:cubicBezTo>
                <a:cubicBezTo>
                  <a:pt x="7343518" y="6031875"/>
                  <a:pt x="7350244" y="6019263"/>
                  <a:pt x="7357812" y="6005811"/>
                </a:cubicBezTo>
                <a:cubicBezTo>
                  <a:pt x="7364538" y="5992358"/>
                  <a:pt x="7371264" y="5979746"/>
                  <a:pt x="7377991" y="5966293"/>
                </a:cubicBezTo>
                <a:cubicBezTo>
                  <a:pt x="7384717" y="5952841"/>
                  <a:pt x="7391444" y="5939388"/>
                  <a:pt x="7397329" y="5925935"/>
                </a:cubicBezTo>
                <a:cubicBezTo>
                  <a:pt x="7417508" y="5884736"/>
                  <a:pt x="7436846" y="5842696"/>
                  <a:pt x="7454503" y="5800656"/>
                </a:cubicBezTo>
                <a:cubicBezTo>
                  <a:pt x="7466275" y="5773751"/>
                  <a:pt x="7477205" y="5747686"/>
                  <a:pt x="7488135" y="5720781"/>
                </a:cubicBezTo>
                <a:cubicBezTo>
                  <a:pt x="7499906" y="5693034"/>
                  <a:pt x="7510837" y="5665288"/>
                  <a:pt x="7520926" y="5636701"/>
                </a:cubicBezTo>
                <a:cubicBezTo>
                  <a:pt x="7531857" y="5608955"/>
                  <a:pt x="7541946" y="5581208"/>
                  <a:pt x="7552036" y="5552622"/>
                </a:cubicBezTo>
                <a:cubicBezTo>
                  <a:pt x="7572214" y="5495447"/>
                  <a:pt x="7591553" y="5436592"/>
                  <a:pt x="7608369" y="5377736"/>
                </a:cubicBezTo>
                <a:cubicBezTo>
                  <a:pt x="7612573" y="5365124"/>
                  <a:pt x="7615936" y="5351671"/>
                  <a:pt x="7620140" y="5338218"/>
                </a:cubicBezTo>
                <a:cubicBezTo>
                  <a:pt x="7622663" y="5328970"/>
                  <a:pt x="7625185" y="5320561"/>
                  <a:pt x="7627707" y="5311313"/>
                </a:cubicBezTo>
                <a:cubicBezTo>
                  <a:pt x="7631911" y="5297019"/>
                  <a:pt x="7636115" y="5281885"/>
                  <a:pt x="7639478" y="5267591"/>
                </a:cubicBezTo>
                <a:cubicBezTo>
                  <a:pt x="7641160" y="5259183"/>
                  <a:pt x="7643683" y="5251616"/>
                  <a:pt x="7646205" y="5242367"/>
                </a:cubicBezTo>
                <a:cubicBezTo>
                  <a:pt x="7649568" y="5229756"/>
                  <a:pt x="7652931" y="5217144"/>
                  <a:pt x="7655454" y="5204532"/>
                </a:cubicBezTo>
                <a:cubicBezTo>
                  <a:pt x="7673110" y="5129701"/>
                  <a:pt x="7689926" y="5054870"/>
                  <a:pt x="7703379" y="4978357"/>
                </a:cubicBezTo>
                <a:cubicBezTo>
                  <a:pt x="7709265" y="4946407"/>
                  <a:pt x="7714309" y="4913616"/>
                  <a:pt x="7719354" y="4880825"/>
                </a:cubicBezTo>
                <a:cubicBezTo>
                  <a:pt x="7734488" y="4781611"/>
                  <a:pt x="7745419" y="4681556"/>
                  <a:pt x="7752145" y="4580660"/>
                </a:cubicBezTo>
                <a:cubicBezTo>
                  <a:pt x="7752145" y="4567208"/>
                  <a:pt x="7753827" y="4553755"/>
                  <a:pt x="7754668" y="4540302"/>
                </a:cubicBezTo>
                <a:cubicBezTo>
                  <a:pt x="7755508" y="4520964"/>
                  <a:pt x="7756349" y="4500785"/>
                  <a:pt x="7757190" y="4481446"/>
                </a:cubicBezTo>
                <a:cubicBezTo>
                  <a:pt x="7758030" y="4464630"/>
                  <a:pt x="7758030" y="4447815"/>
                  <a:pt x="7758871" y="4430999"/>
                </a:cubicBezTo>
                <a:cubicBezTo>
                  <a:pt x="7759712" y="4397367"/>
                  <a:pt x="7759712" y="4362894"/>
                  <a:pt x="7759712" y="4329262"/>
                </a:cubicBezTo>
                <a:cubicBezTo>
                  <a:pt x="7765598" y="4309924"/>
                  <a:pt x="7765598" y="4290586"/>
                  <a:pt x="7764757" y="4270407"/>
                </a:cubicBezTo>
              </a:path>
            </a:pathLst>
          </a:custGeom>
          <a:solidFill>
            <a:srgbClr val="00A18F"/>
          </a:solidFill>
          <a:ln w="84068"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F6A7FD9E-E87E-084D-8FF9-D61ECC4DED69}"/>
              </a:ext>
            </a:extLst>
          </p:cNvPr>
          <p:cNvSpPr/>
          <p:nvPr/>
        </p:nvSpPr>
        <p:spPr>
          <a:xfrm>
            <a:off x="19569629" y="8635983"/>
            <a:ext cx="728129" cy="727289"/>
          </a:xfrm>
          <a:custGeom>
            <a:avLst/>
            <a:gdLst>
              <a:gd name="connsiteX0" fmla="*/ 364065 w 728129"/>
              <a:gd name="connsiteY0" fmla="*/ 727289 h 727289"/>
              <a:gd name="connsiteX1" fmla="*/ 444782 w 728129"/>
              <a:gd name="connsiteY1" fmla="*/ 718040 h 727289"/>
              <a:gd name="connsiteX2" fmla="*/ 728130 w 728129"/>
              <a:gd name="connsiteY2" fmla="*/ 364065 h 727289"/>
              <a:gd name="connsiteX3" fmla="*/ 723085 w 728129"/>
              <a:gd name="connsiteY3" fmla="*/ 303528 h 727289"/>
              <a:gd name="connsiteX4" fmla="*/ 364065 w 728129"/>
              <a:gd name="connsiteY4" fmla="*/ 0 h 727289"/>
              <a:gd name="connsiteX5" fmla="*/ 0 w 728129"/>
              <a:gd name="connsiteY5" fmla="*/ 364065 h 727289"/>
              <a:gd name="connsiteX6" fmla="*/ 364065 w 728129"/>
              <a:gd name="connsiteY6" fmla="*/ 727289 h 727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8129" h="727289">
                <a:moveTo>
                  <a:pt x="364065" y="727289"/>
                </a:moveTo>
                <a:cubicBezTo>
                  <a:pt x="391811" y="727289"/>
                  <a:pt x="419558" y="723926"/>
                  <a:pt x="444782" y="718040"/>
                </a:cubicBezTo>
                <a:cubicBezTo>
                  <a:pt x="607055" y="681046"/>
                  <a:pt x="728130" y="536428"/>
                  <a:pt x="728130" y="364065"/>
                </a:cubicBezTo>
                <a:cubicBezTo>
                  <a:pt x="728130" y="343886"/>
                  <a:pt x="726449" y="323707"/>
                  <a:pt x="723085" y="303528"/>
                </a:cubicBezTo>
                <a:cubicBezTo>
                  <a:pt x="694498" y="131164"/>
                  <a:pt x="544836" y="0"/>
                  <a:pt x="364065" y="0"/>
                </a:cubicBezTo>
                <a:cubicBezTo>
                  <a:pt x="163115" y="0"/>
                  <a:pt x="0" y="163115"/>
                  <a:pt x="0" y="364065"/>
                </a:cubicBezTo>
                <a:cubicBezTo>
                  <a:pt x="0" y="565015"/>
                  <a:pt x="163115" y="727289"/>
                  <a:pt x="364065" y="727289"/>
                </a:cubicBezTo>
              </a:path>
            </a:pathLst>
          </a:custGeom>
          <a:solidFill>
            <a:srgbClr val="4A6466"/>
          </a:solidFill>
          <a:ln w="84068"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A536ACE3-7A55-0648-B1CF-F37E5BC7F53D}"/>
              </a:ext>
            </a:extLst>
          </p:cNvPr>
          <p:cNvSpPr/>
          <p:nvPr/>
        </p:nvSpPr>
        <p:spPr>
          <a:xfrm>
            <a:off x="18541288" y="8779759"/>
            <a:ext cx="907266" cy="1177956"/>
          </a:xfrm>
          <a:custGeom>
            <a:avLst/>
            <a:gdLst>
              <a:gd name="connsiteX0" fmla="*/ 883724 w 907266"/>
              <a:gd name="connsiteY0" fmla="*/ 832389 h 1177956"/>
              <a:gd name="connsiteX1" fmla="*/ 907266 w 907266"/>
              <a:gd name="connsiteY1" fmla="*/ 841638 h 1177956"/>
              <a:gd name="connsiteX2" fmla="*/ 603739 w 907266"/>
              <a:gd name="connsiteY2" fmla="*/ 220289 h 1177956"/>
              <a:gd name="connsiteX3" fmla="*/ 636530 w 907266"/>
              <a:gd name="connsiteY3" fmla="*/ 0 h 1177956"/>
              <a:gd name="connsiteX4" fmla="*/ 635689 w 907266"/>
              <a:gd name="connsiteY4" fmla="*/ 0 h 1177956"/>
              <a:gd name="connsiteX5" fmla="*/ 48813 w 907266"/>
              <a:gd name="connsiteY5" fmla="*/ 705429 h 1177956"/>
              <a:gd name="connsiteX6" fmla="*/ 10137 w 907266"/>
              <a:gd name="connsiteY6" fmla="*/ 1177956 h 1177956"/>
              <a:gd name="connsiteX7" fmla="*/ 883724 w 907266"/>
              <a:gd name="connsiteY7" fmla="*/ 832389 h 117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66" h="1177956">
                <a:moveTo>
                  <a:pt x="883724" y="832389"/>
                </a:moveTo>
                <a:lnTo>
                  <a:pt x="907266" y="841638"/>
                </a:lnTo>
                <a:cubicBezTo>
                  <a:pt x="722291" y="697021"/>
                  <a:pt x="603739" y="472528"/>
                  <a:pt x="603739" y="220289"/>
                </a:cubicBezTo>
                <a:cubicBezTo>
                  <a:pt x="603739" y="143776"/>
                  <a:pt x="616351" y="69786"/>
                  <a:pt x="636530" y="0"/>
                </a:cubicBezTo>
                <a:lnTo>
                  <a:pt x="635689" y="0"/>
                </a:lnTo>
                <a:cubicBezTo>
                  <a:pt x="635689" y="0"/>
                  <a:pt x="196793" y="234582"/>
                  <a:pt x="48813" y="705429"/>
                </a:cubicBezTo>
                <a:cubicBezTo>
                  <a:pt x="5932" y="842478"/>
                  <a:pt x="-13406" y="999708"/>
                  <a:pt x="10137" y="1177956"/>
                </a:cubicBezTo>
                <a:cubicBezTo>
                  <a:pt x="330480" y="676001"/>
                  <a:pt x="776943" y="794553"/>
                  <a:pt x="883724" y="832389"/>
                </a:cubicBezTo>
              </a:path>
            </a:pathLst>
          </a:custGeom>
          <a:solidFill>
            <a:srgbClr val="4A6466"/>
          </a:solidFill>
          <a:ln w="84068"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716AEB06-0F82-0946-8496-5422B306CDEC}"/>
              </a:ext>
            </a:extLst>
          </p:cNvPr>
          <p:cNvSpPr/>
          <p:nvPr/>
        </p:nvSpPr>
        <p:spPr>
          <a:xfrm>
            <a:off x="15181512" y="5933663"/>
            <a:ext cx="7765154" cy="8073329"/>
          </a:xfrm>
          <a:custGeom>
            <a:avLst/>
            <a:gdLst>
              <a:gd name="connsiteX0" fmla="*/ 7764757 w 7765154"/>
              <a:gd name="connsiteY0" fmla="*/ 4270407 h 8073329"/>
              <a:gd name="connsiteX1" fmla="*/ 7763076 w 7765154"/>
              <a:gd name="connsiteY1" fmla="*/ 4212391 h 8073329"/>
              <a:gd name="connsiteX2" fmla="*/ 7763076 w 7765154"/>
              <a:gd name="connsiteY2" fmla="*/ 4210710 h 8073329"/>
              <a:gd name="connsiteX3" fmla="*/ 7761394 w 7765154"/>
              <a:gd name="connsiteY3" fmla="*/ 4152695 h 8073329"/>
              <a:gd name="connsiteX4" fmla="*/ 7758871 w 7765154"/>
              <a:gd name="connsiteY4" fmla="*/ 4098043 h 8073329"/>
              <a:gd name="connsiteX5" fmla="*/ 7748782 w 7765154"/>
              <a:gd name="connsiteY5" fmla="*/ 3972764 h 8073329"/>
              <a:gd name="connsiteX6" fmla="*/ 7742896 w 7765154"/>
              <a:gd name="connsiteY6" fmla="*/ 3918953 h 8073329"/>
              <a:gd name="connsiteX7" fmla="*/ 7742056 w 7765154"/>
              <a:gd name="connsiteY7" fmla="*/ 3908023 h 8073329"/>
              <a:gd name="connsiteX8" fmla="*/ 7730285 w 7765154"/>
              <a:gd name="connsiteY8" fmla="*/ 3816376 h 8073329"/>
              <a:gd name="connsiteX9" fmla="*/ 7700016 w 7765154"/>
              <a:gd name="connsiteY9" fmla="*/ 3633082 h 8073329"/>
              <a:gd name="connsiteX10" fmla="*/ 7688245 w 7765154"/>
              <a:gd name="connsiteY10" fmla="*/ 3576749 h 8073329"/>
              <a:gd name="connsiteX11" fmla="*/ 7668906 w 7765154"/>
              <a:gd name="connsiteY11" fmla="*/ 3486784 h 8073329"/>
              <a:gd name="connsiteX12" fmla="*/ 7661339 w 7765154"/>
              <a:gd name="connsiteY12" fmla="*/ 3454834 h 8073329"/>
              <a:gd name="connsiteX13" fmla="*/ 7583145 w 7765154"/>
              <a:gd name="connsiteY13" fmla="*/ 3180734 h 8073329"/>
              <a:gd name="connsiteX14" fmla="*/ 7568851 w 7765154"/>
              <a:gd name="connsiteY14" fmla="*/ 3138694 h 8073329"/>
              <a:gd name="connsiteX15" fmla="*/ 7549513 w 7765154"/>
              <a:gd name="connsiteY15" fmla="*/ 3082361 h 8073329"/>
              <a:gd name="connsiteX16" fmla="*/ 7532697 w 7765154"/>
              <a:gd name="connsiteY16" fmla="*/ 3036958 h 8073329"/>
              <a:gd name="connsiteX17" fmla="*/ 7507473 w 7765154"/>
              <a:gd name="connsiteY17" fmla="*/ 2973057 h 8073329"/>
              <a:gd name="connsiteX18" fmla="*/ 7460389 w 7765154"/>
              <a:gd name="connsiteY18" fmla="*/ 2860390 h 8073329"/>
              <a:gd name="connsiteX19" fmla="*/ 7403215 w 7765154"/>
              <a:gd name="connsiteY19" fmla="*/ 2736793 h 8073329"/>
              <a:gd name="connsiteX20" fmla="*/ 7383876 w 7765154"/>
              <a:gd name="connsiteY20" fmla="*/ 2696435 h 8073329"/>
              <a:gd name="connsiteX21" fmla="*/ 7363697 w 7765154"/>
              <a:gd name="connsiteY21" fmla="*/ 2656077 h 8073329"/>
              <a:gd name="connsiteX22" fmla="*/ 7322498 w 7765154"/>
              <a:gd name="connsiteY22" fmla="*/ 2577042 h 8073329"/>
              <a:gd name="connsiteX23" fmla="*/ 7294752 w 7765154"/>
              <a:gd name="connsiteY23" fmla="*/ 2525753 h 8073329"/>
              <a:gd name="connsiteX24" fmla="*/ 7256916 w 7765154"/>
              <a:gd name="connsiteY24" fmla="*/ 2461012 h 8073329"/>
              <a:gd name="connsiteX25" fmla="*/ 7234215 w 7765154"/>
              <a:gd name="connsiteY25" fmla="*/ 2422335 h 8073329"/>
              <a:gd name="connsiteX26" fmla="*/ 7163587 w 7765154"/>
              <a:gd name="connsiteY26" fmla="*/ 2309669 h 8073329"/>
              <a:gd name="connsiteX27" fmla="*/ 7138364 w 7765154"/>
              <a:gd name="connsiteY27" fmla="*/ 2272674 h 8073329"/>
              <a:gd name="connsiteX28" fmla="*/ 7113140 w 7765154"/>
              <a:gd name="connsiteY28" fmla="*/ 2235678 h 8073329"/>
              <a:gd name="connsiteX29" fmla="*/ 7035786 w 7765154"/>
              <a:gd name="connsiteY29" fmla="*/ 2128056 h 8073329"/>
              <a:gd name="connsiteX30" fmla="*/ 6954229 w 7765154"/>
              <a:gd name="connsiteY30" fmla="*/ 2022957 h 8073329"/>
              <a:gd name="connsiteX31" fmla="*/ 6926483 w 7765154"/>
              <a:gd name="connsiteY31" fmla="*/ 1988484 h 8073329"/>
              <a:gd name="connsiteX32" fmla="*/ 6897896 w 7765154"/>
              <a:gd name="connsiteY32" fmla="*/ 1954852 h 8073329"/>
              <a:gd name="connsiteX33" fmla="*/ 6869308 w 7765154"/>
              <a:gd name="connsiteY33" fmla="*/ 1921220 h 8073329"/>
              <a:gd name="connsiteX34" fmla="*/ 6810453 w 7765154"/>
              <a:gd name="connsiteY34" fmla="*/ 1855638 h 8073329"/>
              <a:gd name="connsiteX35" fmla="*/ 6781025 w 7765154"/>
              <a:gd name="connsiteY35" fmla="*/ 1822847 h 8073329"/>
              <a:gd name="connsiteX36" fmla="*/ 6720488 w 7765154"/>
              <a:gd name="connsiteY36" fmla="*/ 1758947 h 8073329"/>
              <a:gd name="connsiteX37" fmla="*/ 6720488 w 7765154"/>
              <a:gd name="connsiteY37" fmla="*/ 1758947 h 8073329"/>
              <a:gd name="connsiteX38" fmla="*/ 6689378 w 7765154"/>
              <a:gd name="connsiteY38" fmla="*/ 1727837 h 8073329"/>
              <a:gd name="connsiteX39" fmla="*/ 6626318 w 7765154"/>
              <a:gd name="connsiteY39" fmla="*/ 1666459 h 8073329"/>
              <a:gd name="connsiteX40" fmla="*/ 6598572 w 7765154"/>
              <a:gd name="connsiteY40" fmla="*/ 1639554 h 8073329"/>
              <a:gd name="connsiteX41" fmla="*/ 6462363 w 7765154"/>
              <a:gd name="connsiteY41" fmla="*/ 1518479 h 8073329"/>
              <a:gd name="connsiteX42" fmla="*/ 6432094 w 7765154"/>
              <a:gd name="connsiteY42" fmla="*/ 1493255 h 8073329"/>
              <a:gd name="connsiteX43" fmla="*/ 6425368 w 7765154"/>
              <a:gd name="connsiteY43" fmla="*/ 1487369 h 8073329"/>
              <a:gd name="connsiteX44" fmla="*/ 6394259 w 7765154"/>
              <a:gd name="connsiteY44" fmla="*/ 1462145 h 8073329"/>
              <a:gd name="connsiteX45" fmla="*/ 6286636 w 7765154"/>
              <a:gd name="connsiteY45" fmla="*/ 1378907 h 8073329"/>
              <a:gd name="connsiteX46" fmla="*/ 6253845 w 7765154"/>
              <a:gd name="connsiteY46" fmla="*/ 1354524 h 8073329"/>
              <a:gd name="connsiteX47" fmla="*/ 6217691 w 7765154"/>
              <a:gd name="connsiteY47" fmla="*/ 1328459 h 8073329"/>
              <a:gd name="connsiteX48" fmla="*/ 6186582 w 7765154"/>
              <a:gd name="connsiteY48" fmla="*/ 1306598 h 8073329"/>
              <a:gd name="connsiteX49" fmla="*/ 6145383 w 7765154"/>
              <a:gd name="connsiteY49" fmla="*/ 1278011 h 8073329"/>
              <a:gd name="connsiteX50" fmla="*/ 6139497 w 7765154"/>
              <a:gd name="connsiteY50" fmla="*/ 1270444 h 8073329"/>
              <a:gd name="connsiteX51" fmla="*/ 5144835 w 7765154"/>
              <a:gd name="connsiteY51" fmla="*/ 0 h 8073329"/>
              <a:gd name="connsiteX52" fmla="*/ 5140631 w 7765154"/>
              <a:gd name="connsiteY52" fmla="*/ 2522 h 8073329"/>
              <a:gd name="connsiteX53" fmla="*/ 5186034 w 7765154"/>
              <a:gd name="connsiteY53" fmla="*/ 512045 h 8073329"/>
              <a:gd name="connsiteX54" fmla="*/ 5170059 w 7765154"/>
              <a:gd name="connsiteY54" fmla="*/ 813050 h 8073329"/>
              <a:gd name="connsiteX55" fmla="*/ 5036372 w 7765154"/>
              <a:gd name="connsiteY55" fmla="*/ 1425991 h 8073329"/>
              <a:gd name="connsiteX56" fmla="*/ 5009467 w 7765154"/>
              <a:gd name="connsiteY56" fmla="*/ 1436081 h 8073329"/>
              <a:gd name="connsiteX57" fmla="*/ 3992102 w 7765154"/>
              <a:gd name="connsiteY57" fmla="*/ 2836848 h 8073329"/>
              <a:gd name="connsiteX58" fmla="*/ 4005555 w 7765154"/>
              <a:gd name="connsiteY58" fmla="*/ 2826758 h 8073329"/>
              <a:gd name="connsiteX59" fmla="*/ 4552914 w 7765154"/>
              <a:gd name="connsiteY59" fmla="*/ 2307146 h 8073329"/>
              <a:gd name="connsiteX60" fmla="*/ 4753023 w 7765154"/>
              <a:gd name="connsiteY60" fmla="*/ 2281081 h 8073329"/>
              <a:gd name="connsiteX61" fmla="*/ 5228074 w 7765154"/>
              <a:gd name="connsiteY61" fmla="*/ 2442514 h 8073329"/>
              <a:gd name="connsiteX62" fmla="*/ 5536646 w 7765154"/>
              <a:gd name="connsiteY62" fmla="*/ 3065545 h 8073329"/>
              <a:gd name="connsiteX63" fmla="*/ 5529919 w 7765154"/>
              <a:gd name="connsiteY63" fmla="*/ 3167281 h 8073329"/>
              <a:gd name="connsiteX64" fmla="*/ 4752183 w 7765154"/>
              <a:gd name="connsiteY64" fmla="*/ 3849167 h 8073329"/>
              <a:gd name="connsiteX65" fmla="*/ 4603362 w 7765154"/>
              <a:gd name="connsiteY65" fmla="*/ 3839078 h 8073329"/>
              <a:gd name="connsiteX66" fmla="*/ 4566367 w 7765154"/>
              <a:gd name="connsiteY66" fmla="*/ 3837396 h 8073329"/>
              <a:gd name="connsiteX67" fmla="*/ 4462108 w 7765154"/>
              <a:gd name="connsiteY67" fmla="*/ 3834033 h 8073329"/>
              <a:gd name="connsiteX68" fmla="*/ 3395137 w 7765154"/>
              <a:gd name="connsiteY68" fmla="*/ 4210710 h 8073329"/>
              <a:gd name="connsiteX69" fmla="*/ 3395978 w 7765154"/>
              <a:gd name="connsiteY69" fmla="*/ 4213232 h 8073329"/>
              <a:gd name="connsiteX70" fmla="*/ 0 w 7765154"/>
              <a:gd name="connsiteY70" fmla="*/ 4213232 h 8073329"/>
              <a:gd name="connsiteX71" fmla="*/ 229537 w 7765154"/>
              <a:gd name="connsiteY71" fmla="*/ 4595795 h 8073329"/>
              <a:gd name="connsiteX72" fmla="*/ 435533 w 7765154"/>
              <a:gd name="connsiteY72" fmla="*/ 4787496 h 8073329"/>
              <a:gd name="connsiteX73" fmla="*/ 449826 w 7765154"/>
              <a:gd name="connsiteY73" fmla="*/ 4798427 h 8073329"/>
              <a:gd name="connsiteX74" fmla="*/ 1007274 w 7765154"/>
              <a:gd name="connsiteY74" fmla="*/ 5030487 h 8073329"/>
              <a:gd name="connsiteX75" fmla="*/ 1215792 w 7765154"/>
              <a:gd name="connsiteY75" fmla="*/ 5047303 h 8073329"/>
              <a:gd name="connsiteX76" fmla="*/ 2522390 w 7765154"/>
              <a:gd name="connsiteY76" fmla="*/ 5047303 h 8073329"/>
              <a:gd name="connsiteX77" fmla="*/ 1779967 w 7765154"/>
              <a:gd name="connsiteY77" fmla="*/ 5386143 h 8073329"/>
              <a:gd name="connsiteX78" fmla="*/ 1154414 w 7765154"/>
              <a:gd name="connsiteY78" fmla="*/ 5539168 h 8073329"/>
              <a:gd name="connsiteX79" fmla="*/ 1023250 w 7765154"/>
              <a:gd name="connsiteY79" fmla="*/ 5545895 h 8073329"/>
              <a:gd name="connsiteX80" fmla="*/ 788667 w 7765154"/>
              <a:gd name="connsiteY80" fmla="*/ 5524875 h 8073329"/>
              <a:gd name="connsiteX81" fmla="*/ 586876 w 7765154"/>
              <a:gd name="connsiteY81" fmla="*/ 5471064 h 8073329"/>
              <a:gd name="connsiteX82" fmla="*/ 333796 w 7765154"/>
              <a:gd name="connsiteY82" fmla="*/ 5349149 h 8073329"/>
              <a:gd name="connsiteX83" fmla="*/ 258125 w 7765154"/>
              <a:gd name="connsiteY83" fmla="*/ 5297860 h 8073329"/>
              <a:gd name="connsiteX84" fmla="*/ 343886 w 7765154"/>
              <a:gd name="connsiteY84" fmla="*/ 5500492 h 8073329"/>
              <a:gd name="connsiteX85" fmla="*/ 774374 w 7765154"/>
              <a:gd name="connsiteY85" fmla="*/ 5977223 h 8073329"/>
              <a:gd name="connsiteX86" fmla="*/ 804642 w 7765154"/>
              <a:gd name="connsiteY86" fmla="*/ 5996562 h 8073329"/>
              <a:gd name="connsiteX87" fmla="*/ 982051 w 7765154"/>
              <a:gd name="connsiteY87" fmla="*/ 6089891 h 8073329"/>
              <a:gd name="connsiteX88" fmla="*/ 1495777 w 7765154"/>
              <a:gd name="connsiteY88" fmla="*/ 6195831 h 8073329"/>
              <a:gd name="connsiteX89" fmla="*/ 1513434 w 7765154"/>
              <a:gd name="connsiteY89" fmla="*/ 6195831 h 8073329"/>
              <a:gd name="connsiteX90" fmla="*/ 2072564 w 7765154"/>
              <a:gd name="connsiteY90" fmla="*/ 6115115 h 8073329"/>
              <a:gd name="connsiteX91" fmla="*/ 2108718 w 7765154"/>
              <a:gd name="connsiteY91" fmla="*/ 6104184 h 8073329"/>
              <a:gd name="connsiteX92" fmla="*/ 2737634 w 7765154"/>
              <a:gd name="connsiteY92" fmla="*/ 5898189 h 8073329"/>
              <a:gd name="connsiteX93" fmla="*/ 2848619 w 7765154"/>
              <a:gd name="connsiteY93" fmla="*/ 5865398 h 8073329"/>
              <a:gd name="connsiteX94" fmla="*/ 2894863 w 7765154"/>
              <a:gd name="connsiteY94" fmla="*/ 5851945 h 8073329"/>
              <a:gd name="connsiteX95" fmla="*/ 2778833 w 7765154"/>
              <a:gd name="connsiteY95" fmla="*/ 6010015 h 8073329"/>
              <a:gd name="connsiteX96" fmla="*/ 2704002 w 7765154"/>
              <a:gd name="connsiteY96" fmla="*/ 6103343 h 8073329"/>
              <a:gd name="connsiteX97" fmla="*/ 1820325 w 7765154"/>
              <a:gd name="connsiteY97" fmla="*/ 6598573 h 8073329"/>
              <a:gd name="connsiteX98" fmla="*/ 1742131 w 7765154"/>
              <a:gd name="connsiteY98" fmla="*/ 6606981 h 8073329"/>
              <a:gd name="connsiteX99" fmla="*/ 1711862 w 7765154"/>
              <a:gd name="connsiteY99" fmla="*/ 6608662 h 8073329"/>
              <a:gd name="connsiteX100" fmla="*/ 1660573 w 7765154"/>
              <a:gd name="connsiteY100" fmla="*/ 6611184 h 8073329"/>
              <a:gd name="connsiteX101" fmla="*/ 1621897 w 7765154"/>
              <a:gd name="connsiteY101" fmla="*/ 6612025 h 8073329"/>
              <a:gd name="connsiteX102" fmla="*/ 1501663 w 7765154"/>
              <a:gd name="connsiteY102" fmla="*/ 6606140 h 8073329"/>
              <a:gd name="connsiteX103" fmla="*/ 1142643 w 7765154"/>
              <a:gd name="connsiteY103" fmla="*/ 6540558 h 8073329"/>
              <a:gd name="connsiteX104" fmla="*/ 1142643 w 7765154"/>
              <a:gd name="connsiteY104" fmla="*/ 6540558 h 8073329"/>
              <a:gd name="connsiteX105" fmla="*/ 1006434 w 7765154"/>
              <a:gd name="connsiteY105" fmla="*/ 6475816 h 8073329"/>
              <a:gd name="connsiteX106" fmla="*/ 1006434 w 7765154"/>
              <a:gd name="connsiteY106" fmla="*/ 6475816 h 8073329"/>
              <a:gd name="connsiteX107" fmla="*/ 924876 w 7765154"/>
              <a:gd name="connsiteY107" fmla="*/ 6427050 h 8073329"/>
              <a:gd name="connsiteX108" fmla="*/ 1040065 w 7765154"/>
              <a:gd name="connsiteY108" fmla="*/ 6599413 h 8073329"/>
              <a:gd name="connsiteX109" fmla="*/ 1535295 w 7765154"/>
              <a:gd name="connsiteY109" fmla="*/ 6982817 h 8073329"/>
              <a:gd name="connsiteX110" fmla="*/ 1535295 w 7765154"/>
              <a:gd name="connsiteY110" fmla="*/ 6982817 h 8073329"/>
              <a:gd name="connsiteX111" fmla="*/ 1535295 w 7765154"/>
              <a:gd name="connsiteY111" fmla="*/ 6982817 h 8073329"/>
              <a:gd name="connsiteX112" fmla="*/ 1653006 w 7765154"/>
              <a:gd name="connsiteY112" fmla="*/ 7028219 h 8073329"/>
              <a:gd name="connsiteX113" fmla="*/ 1801827 w 7765154"/>
              <a:gd name="connsiteY113" fmla="*/ 7067737 h 8073329"/>
              <a:gd name="connsiteX114" fmla="*/ 2061633 w 7765154"/>
              <a:gd name="connsiteY114" fmla="*/ 7093802 h 8073329"/>
              <a:gd name="connsiteX115" fmla="*/ 2513982 w 7765154"/>
              <a:gd name="connsiteY115" fmla="*/ 7035787 h 8073329"/>
              <a:gd name="connsiteX116" fmla="*/ 2636738 w 7765154"/>
              <a:gd name="connsiteY116" fmla="*/ 6995428 h 8073329"/>
              <a:gd name="connsiteX117" fmla="*/ 2636738 w 7765154"/>
              <a:gd name="connsiteY117" fmla="*/ 6995428 h 8073329"/>
              <a:gd name="connsiteX118" fmla="*/ 3617107 w 7765154"/>
              <a:gd name="connsiteY118" fmla="*/ 6488428 h 8073329"/>
              <a:gd name="connsiteX119" fmla="*/ 3617107 w 7765154"/>
              <a:gd name="connsiteY119" fmla="*/ 6488428 h 8073329"/>
              <a:gd name="connsiteX120" fmla="*/ 2584609 w 7765154"/>
              <a:gd name="connsiteY120" fmla="*/ 7398170 h 8073329"/>
              <a:gd name="connsiteX121" fmla="*/ 2520708 w 7765154"/>
              <a:gd name="connsiteY121" fmla="*/ 7414145 h 8073329"/>
              <a:gd name="connsiteX122" fmla="*/ 2229793 w 7765154"/>
              <a:gd name="connsiteY122" fmla="*/ 7446095 h 8073329"/>
              <a:gd name="connsiteX123" fmla="*/ 2160848 w 7765154"/>
              <a:gd name="connsiteY123" fmla="*/ 7444414 h 8073329"/>
              <a:gd name="connsiteX124" fmla="*/ 2160848 w 7765154"/>
              <a:gd name="connsiteY124" fmla="*/ 7444414 h 8073329"/>
              <a:gd name="connsiteX125" fmla="*/ 2160848 w 7765154"/>
              <a:gd name="connsiteY125" fmla="*/ 7444414 h 8073329"/>
              <a:gd name="connsiteX126" fmla="*/ 2012026 w 7765154"/>
              <a:gd name="connsiteY126" fmla="*/ 7427598 h 8073329"/>
              <a:gd name="connsiteX127" fmla="*/ 2586291 w 7765154"/>
              <a:gd name="connsiteY127" fmla="*/ 7689086 h 8073329"/>
              <a:gd name="connsiteX128" fmla="*/ 2586291 w 7765154"/>
              <a:gd name="connsiteY128" fmla="*/ 7689086 h 8073329"/>
              <a:gd name="connsiteX129" fmla="*/ 2590494 w 7765154"/>
              <a:gd name="connsiteY129" fmla="*/ 7690767 h 8073329"/>
              <a:gd name="connsiteX130" fmla="*/ 2587131 w 7765154"/>
              <a:gd name="connsiteY130" fmla="*/ 7689086 h 8073329"/>
              <a:gd name="connsiteX131" fmla="*/ 2737634 w 7765154"/>
              <a:gd name="connsiteY131" fmla="*/ 7704220 h 8073329"/>
              <a:gd name="connsiteX132" fmla="*/ 2765380 w 7765154"/>
              <a:gd name="connsiteY132" fmla="*/ 7705061 h 8073329"/>
              <a:gd name="connsiteX133" fmla="*/ 2796490 w 7765154"/>
              <a:gd name="connsiteY133" fmla="*/ 7705061 h 8073329"/>
              <a:gd name="connsiteX134" fmla="*/ 3429610 w 7765154"/>
              <a:gd name="connsiteY134" fmla="*/ 7541106 h 8073329"/>
              <a:gd name="connsiteX135" fmla="*/ 4387277 w 7765154"/>
              <a:gd name="connsiteY135" fmla="*/ 6923120 h 8073329"/>
              <a:gd name="connsiteX136" fmla="*/ 3436336 w 7765154"/>
              <a:gd name="connsiteY136" fmla="*/ 7948892 h 8073329"/>
              <a:gd name="connsiteX137" fmla="*/ 3226137 w 7765154"/>
              <a:gd name="connsiteY137" fmla="*/ 7994295 h 8073329"/>
              <a:gd name="connsiteX138" fmla="*/ 3673440 w 7765154"/>
              <a:gd name="connsiteY138" fmla="*/ 8073330 h 8073329"/>
              <a:gd name="connsiteX139" fmla="*/ 4088794 w 7765154"/>
              <a:gd name="connsiteY139" fmla="*/ 8006066 h 8073329"/>
              <a:gd name="connsiteX140" fmla="*/ 4452859 w 7765154"/>
              <a:gd name="connsiteY140" fmla="*/ 7814365 h 8073329"/>
              <a:gd name="connsiteX141" fmla="*/ 5187716 w 7765154"/>
              <a:gd name="connsiteY141" fmla="*/ 7147613 h 8073329"/>
              <a:gd name="connsiteX142" fmla="*/ 5182671 w 7765154"/>
              <a:gd name="connsiteY142" fmla="*/ 7147613 h 8073329"/>
              <a:gd name="connsiteX143" fmla="*/ 5188556 w 7765154"/>
              <a:gd name="connsiteY143" fmla="*/ 7146772 h 8073329"/>
              <a:gd name="connsiteX144" fmla="*/ 5188556 w 7765154"/>
              <a:gd name="connsiteY144" fmla="*/ 7150976 h 8073329"/>
              <a:gd name="connsiteX145" fmla="*/ 4894277 w 7765154"/>
              <a:gd name="connsiteY145" fmla="*/ 7920305 h 8073329"/>
              <a:gd name="connsiteX146" fmla="*/ 4912775 w 7765154"/>
              <a:gd name="connsiteY146" fmla="*/ 7916101 h 8073329"/>
              <a:gd name="connsiteX147" fmla="*/ 5052347 w 7765154"/>
              <a:gd name="connsiteY147" fmla="*/ 7880788 h 8073329"/>
              <a:gd name="connsiteX148" fmla="*/ 5092705 w 7765154"/>
              <a:gd name="connsiteY148" fmla="*/ 7869016 h 8073329"/>
              <a:gd name="connsiteX149" fmla="*/ 5143994 w 7765154"/>
              <a:gd name="connsiteY149" fmla="*/ 7854723 h 8073329"/>
              <a:gd name="connsiteX150" fmla="*/ 5263387 w 7765154"/>
              <a:gd name="connsiteY150" fmla="*/ 7816887 h 8073329"/>
              <a:gd name="connsiteX151" fmla="*/ 5423139 w 7765154"/>
              <a:gd name="connsiteY151" fmla="*/ 7758872 h 8073329"/>
              <a:gd name="connsiteX152" fmla="*/ 5492925 w 7765154"/>
              <a:gd name="connsiteY152" fmla="*/ 7731125 h 8073329"/>
              <a:gd name="connsiteX153" fmla="*/ 5499651 w 7765154"/>
              <a:gd name="connsiteY153" fmla="*/ 7728603 h 8073329"/>
              <a:gd name="connsiteX154" fmla="*/ 5555985 w 7765154"/>
              <a:gd name="connsiteY154" fmla="*/ 7704220 h 8073329"/>
              <a:gd name="connsiteX155" fmla="*/ 5585412 w 7765154"/>
              <a:gd name="connsiteY155" fmla="*/ 7690767 h 8073329"/>
              <a:gd name="connsiteX156" fmla="*/ 5639223 w 7765154"/>
              <a:gd name="connsiteY156" fmla="*/ 7665543 h 8073329"/>
              <a:gd name="connsiteX157" fmla="*/ 5658562 w 7765154"/>
              <a:gd name="connsiteY157" fmla="*/ 7656294 h 8073329"/>
              <a:gd name="connsiteX158" fmla="*/ 5795611 w 7765154"/>
              <a:gd name="connsiteY158" fmla="*/ 7588190 h 8073329"/>
              <a:gd name="connsiteX159" fmla="*/ 5798975 w 7765154"/>
              <a:gd name="connsiteY159" fmla="*/ 7586509 h 8073329"/>
              <a:gd name="connsiteX160" fmla="*/ 5867920 w 7765154"/>
              <a:gd name="connsiteY160" fmla="*/ 7548673 h 8073329"/>
              <a:gd name="connsiteX161" fmla="*/ 5939388 w 7765154"/>
              <a:gd name="connsiteY161" fmla="*/ 7508315 h 8073329"/>
              <a:gd name="connsiteX162" fmla="*/ 6009174 w 7765154"/>
              <a:gd name="connsiteY162" fmla="*/ 7466275 h 8073329"/>
              <a:gd name="connsiteX163" fmla="*/ 6010015 w 7765154"/>
              <a:gd name="connsiteY163" fmla="*/ 7465434 h 8073329"/>
              <a:gd name="connsiteX164" fmla="*/ 6078119 w 7765154"/>
              <a:gd name="connsiteY164" fmla="*/ 7422553 h 8073329"/>
              <a:gd name="connsiteX165" fmla="*/ 6078119 w 7765154"/>
              <a:gd name="connsiteY165" fmla="*/ 7422553 h 8073329"/>
              <a:gd name="connsiteX166" fmla="*/ 6146223 w 7765154"/>
              <a:gd name="connsiteY166" fmla="*/ 7377150 h 8073329"/>
              <a:gd name="connsiteX167" fmla="*/ 6212647 w 7765154"/>
              <a:gd name="connsiteY167" fmla="*/ 7331747 h 8073329"/>
              <a:gd name="connsiteX168" fmla="*/ 6213487 w 7765154"/>
              <a:gd name="connsiteY168" fmla="*/ 7330907 h 8073329"/>
              <a:gd name="connsiteX169" fmla="*/ 6279910 w 7765154"/>
              <a:gd name="connsiteY169" fmla="*/ 7282981 h 8073329"/>
              <a:gd name="connsiteX170" fmla="*/ 6344652 w 7765154"/>
              <a:gd name="connsiteY170" fmla="*/ 7233374 h 8073329"/>
              <a:gd name="connsiteX171" fmla="*/ 6401826 w 7765154"/>
              <a:gd name="connsiteY171" fmla="*/ 7187130 h 8073329"/>
              <a:gd name="connsiteX172" fmla="*/ 6422005 w 7765154"/>
              <a:gd name="connsiteY172" fmla="*/ 7171155 h 8073329"/>
              <a:gd name="connsiteX173" fmla="*/ 6469090 w 7765154"/>
              <a:gd name="connsiteY173" fmla="*/ 7131638 h 8073329"/>
              <a:gd name="connsiteX174" fmla="*/ 6472453 w 7765154"/>
              <a:gd name="connsiteY174" fmla="*/ 7128274 h 8073329"/>
              <a:gd name="connsiteX175" fmla="*/ 6532149 w 7765154"/>
              <a:gd name="connsiteY175" fmla="*/ 7076145 h 8073329"/>
              <a:gd name="connsiteX176" fmla="*/ 6636408 w 7765154"/>
              <a:gd name="connsiteY176" fmla="*/ 6979454 h 8073329"/>
              <a:gd name="connsiteX177" fmla="*/ 6670040 w 7765154"/>
              <a:gd name="connsiteY177" fmla="*/ 6946663 h 8073329"/>
              <a:gd name="connsiteX178" fmla="*/ 6703672 w 7765154"/>
              <a:gd name="connsiteY178" fmla="*/ 6913031 h 8073329"/>
              <a:gd name="connsiteX179" fmla="*/ 6730578 w 7765154"/>
              <a:gd name="connsiteY179" fmla="*/ 6885284 h 8073329"/>
              <a:gd name="connsiteX180" fmla="*/ 7180404 w 7765154"/>
              <a:gd name="connsiteY180" fmla="*/ 6315224 h 8073329"/>
              <a:gd name="connsiteX181" fmla="*/ 7203946 w 7765154"/>
              <a:gd name="connsiteY181" fmla="*/ 6277388 h 8073329"/>
              <a:gd name="connsiteX182" fmla="*/ 7251871 w 7765154"/>
              <a:gd name="connsiteY182" fmla="*/ 6199194 h 8073329"/>
              <a:gd name="connsiteX183" fmla="*/ 7292230 w 7765154"/>
              <a:gd name="connsiteY183" fmla="*/ 6128567 h 8073329"/>
              <a:gd name="connsiteX184" fmla="*/ 7302319 w 7765154"/>
              <a:gd name="connsiteY184" fmla="*/ 6110069 h 8073329"/>
              <a:gd name="connsiteX185" fmla="*/ 7321657 w 7765154"/>
              <a:gd name="connsiteY185" fmla="*/ 6073915 h 8073329"/>
              <a:gd name="connsiteX186" fmla="*/ 7336792 w 7765154"/>
              <a:gd name="connsiteY186" fmla="*/ 6045328 h 8073329"/>
              <a:gd name="connsiteX187" fmla="*/ 7357812 w 7765154"/>
              <a:gd name="connsiteY187" fmla="*/ 6005811 h 8073329"/>
              <a:gd name="connsiteX188" fmla="*/ 7377991 w 7765154"/>
              <a:gd name="connsiteY188" fmla="*/ 5966293 h 8073329"/>
              <a:gd name="connsiteX189" fmla="*/ 7397329 w 7765154"/>
              <a:gd name="connsiteY189" fmla="*/ 5925935 h 8073329"/>
              <a:gd name="connsiteX190" fmla="*/ 7454503 w 7765154"/>
              <a:gd name="connsiteY190" fmla="*/ 5800656 h 8073329"/>
              <a:gd name="connsiteX191" fmla="*/ 7488135 w 7765154"/>
              <a:gd name="connsiteY191" fmla="*/ 5720781 h 8073329"/>
              <a:gd name="connsiteX192" fmla="*/ 7520926 w 7765154"/>
              <a:gd name="connsiteY192" fmla="*/ 5636701 h 8073329"/>
              <a:gd name="connsiteX193" fmla="*/ 7552036 w 7765154"/>
              <a:gd name="connsiteY193" fmla="*/ 5552622 h 8073329"/>
              <a:gd name="connsiteX194" fmla="*/ 7608369 w 7765154"/>
              <a:gd name="connsiteY194" fmla="*/ 5377736 h 8073329"/>
              <a:gd name="connsiteX195" fmla="*/ 7620140 w 7765154"/>
              <a:gd name="connsiteY195" fmla="*/ 5338218 h 8073329"/>
              <a:gd name="connsiteX196" fmla="*/ 7627707 w 7765154"/>
              <a:gd name="connsiteY196" fmla="*/ 5311313 h 8073329"/>
              <a:gd name="connsiteX197" fmla="*/ 7639478 w 7765154"/>
              <a:gd name="connsiteY197" fmla="*/ 5267591 h 8073329"/>
              <a:gd name="connsiteX198" fmla="*/ 7646205 w 7765154"/>
              <a:gd name="connsiteY198" fmla="*/ 5242367 h 8073329"/>
              <a:gd name="connsiteX199" fmla="*/ 7655454 w 7765154"/>
              <a:gd name="connsiteY199" fmla="*/ 5204532 h 8073329"/>
              <a:gd name="connsiteX200" fmla="*/ 7703379 w 7765154"/>
              <a:gd name="connsiteY200" fmla="*/ 4978357 h 8073329"/>
              <a:gd name="connsiteX201" fmla="*/ 7719354 w 7765154"/>
              <a:gd name="connsiteY201" fmla="*/ 4880825 h 8073329"/>
              <a:gd name="connsiteX202" fmla="*/ 7752145 w 7765154"/>
              <a:gd name="connsiteY202" fmla="*/ 4580660 h 8073329"/>
              <a:gd name="connsiteX203" fmla="*/ 7754668 w 7765154"/>
              <a:gd name="connsiteY203" fmla="*/ 4540302 h 8073329"/>
              <a:gd name="connsiteX204" fmla="*/ 7757190 w 7765154"/>
              <a:gd name="connsiteY204" fmla="*/ 4481446 h 8073329"/>
              <a:gd name="connsiteX205" fmla="*/ 7758871 w 7765154"/>
              <a:gd name="connsiteY205" fmla="*/ 4430999 h 8073329"/>
              <a:gd name="connsiteX206" fmla="*/ 7759712 w 7765154"/>
              <a:gd name="connsiteY206" fmla="*/ 4329262 h 8073329"/>
              <a:gd name="connsiteX207" fmla="*/ 7764757 w 7765154"/>
              <a:gd name="connsiteY207" fmla="*/ 4270407 h 8073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7765154" h="8073329">
                <a:moveTo>
                  <a:pt x="7764757" y="4270407"/>
                </a:moveTo>
                <a:cubicBezTo>
                  <a:pt x="7764757" y="4251068"/>
                  <a:pt x="7763916" y="4231730"/>
                  <a:pt x="7763076" y="4212391"/>
                </a:cubicBezTo>
                <a:lnTo>
                  <a:pt x="7763076" y="4210710"/>
                </a:lnTo>
                <a:cubicBezTo>
                  <a:pt x="7763076" y="4191371"/>
                  <a:pt x="7762235" y="4171192"/>
                  <a:pt x="7761394" y="4152695"/>
                </a:cubicBezTo>
                <a:cubicBezTo>
                  <a:pt x="7760553" y="4134197"/>
                  <a:pt x="7759712" y="4115700"/>
                  <a:pt x="7758871" y="4098043"/>
                </a:cubicBezTo>
                <a:cubicBezTo>
                  <a:pt x="7756349" y="4056844"/>
                  <a:pt x="7752986" y="4014804"/>
                  <a:pt x="7748782" y="3972764"/>
                </a:cubicBezTo>
                <a:cubicBezTo>
                  <a:pt x="7747100" y="3955108"/>
                  <a:pt x="7745419" y="3936610"/>
                  <a:pt x="7742896" y="3918953"/>
                </a:cubicBezTo>
                <a:cubicBezTo>
                  <a:pt x="7742896" y="3915590"/>
                  <a:pt x="7742896" y="3911386"/>
                  <a:pt x="7742056" y="3908023"/>
                </a:cubicBezTo>
                <a:cubicBezTo>
                  <a:pt x="7738693" y="3876914"/>
                  <a:pt x="7734488" y="3846645"/>
                  <a:pt x="7730285" y="3816376"/>
                </a:cubicBezTo>
                <a:cubicBezTo>
                  <a:pt x="7721876" y="3754998"/>
                  <a:pt x="7711787" y="3693620"/>
                  <a:pt x="7700016" y="3633082"/>
                </a:cubicBezTo>
                <a:cubicBezTo>
                  <a:pt x="7696653" y="3613744"/>
                  <a:pt x="7692448" y="3595247"/>
                  <a:pt x="7688245" y="3576749"/>
                </a:cubicBezTo>
                <a:cubicBezTo>
                  <a:pt x="7682359" y="3546480"/>
                  <a:pt x="7675633" y="3516212"/>
                  <a:pt x="7668906" y="3486784"/>
                </a:cubicBezTo>
                <a:cubicBezTo>
                  <a:pt x="7666384" y="3476694"/>
                  <a:pt x="7663862" y="3465764"/>
                  <a:pt x="7661339" y="3454834"/>
                </a:cubicBezTo>
                <a:cubicBezTo>
                  <a:pt x="7638638" y="3361505"/>
                  <a:pt x="7612573" y="3270699"/>
                  <a:pt x="7583145" y="3180734"/>
                </a:cubicBezTo>
                <a:cubicBezTo>
                  <a:pt x="7578100" y="3166440"/>
                  <a:pt x="7573055" y="3152988"/>
                  <a:pt x="7568851" y="3138694"/>
                </a:cubicBezTo>
                <a:cubicBezTo>
                  <a:pt x="7562966" y="3120197"/>
                  <a:pt x="7556240" y="3100858"/>
                  <a:pt x="7549513" y="3082361"/>
                </a:cubicBezTo>
                <a:cubicBezTo>
                  <a:pt x="7543628" y="3067226"/>
                  <a:pt x="7538583" y="3052092"/>
                  <a:pt x="7532697" y="3036958"/>
                </a:cubicBezTo>
                <a:cubicBezTo>
                  <a:pt x="7524289" y="3015938"/>
                  <a:pt x="7516722" y="2994918"/>
                  <a:pt x="7507473" y="2973057"/>
                </a:cubicBezTo>
                <a:cubicBezTo>
                  <a:pt x="7492339" y="2935221"/>
                  <a:pt x="7477205" y="2897385"/>
                  <a:pt x="7460389" y="2860390"/>
                </a:cubicBezTo>
                <a:cubicBezTo>
                  <a:pt x="7441891" y="2818351"/>
                  <a:pt x="7422553" y="2777151"/>
                  <a:pt x="7403215" y="2736793"/>
                </a:cubicBezTo>
                <a:cubicBezTo>
                  <a:pt x="7396488" y="2723340"/>
                  <a:pt x="7389762" y="2709888"/>
                  <a:pt x="7383876" y="2696435"/>
                </a:cubicBezTo>
                <a:cubicBezTo>
                  <a:pt x="7377150" y="2682982"/>
                  <a:pt x="7370424" y="2669530"/>
                  <a:pt x="7363697" y="2656077"/>
                </a:cubicBezTo>
                <a:cubicBezTo>
                  <a:pt x="7350244" y="2630012"/>
                  <a:pt x="7336792" y="2603107"/>
                  <a:pt x="7322498" y="2577042"/>
                </a:cubicBezTo>
                <a:cubicBezTo>
                  <a:pt x="7313250" y="2560226"/>
                  <a:pt x="7304001" y="2542569"/>
                  <a:pt x="7294752" y="2525753"/>
                </a:cubicBezTo>
                <a:cubicBezTo>
                  <a:pt x="7282140" y="2503893"/>
                  <a:pt x="7269528" y="2482032"/>
                  <a:pt x="7256916" y="2461012"/>
                </a:cubicBezTo>
                <a:cubicBezTo>
                  <a:pt x="7249349" y="2447559"/>
                  <a:pt x="7241781" y="2434947"/>
                  <a:pt x="7234215" y="2422335"/>
                </a:cubicBezTo>
                <a:cubicBezTo>
                  <a:pt x="7210672" y="2384500"/>
                  <a:pt x="7187130" y="2346664"/>
                  <a:pt x="7163587" y="2309669"/>
                </a:cubicBezTo>
                <a:cubicBezTo>
                  <a:pt x="7155179" y="2297057"/>
                  <a:pt x="7146772" y="2285285"/>
                  <a:pt x="7138364" y="2272674"/>
                </a:cubicBezTo>
                <a:cubicBezTo>
                  <a:pt x="7129956" y="2260061"/>
                  <a:pt x="7121547" y="2248290"/>
                  <a:pt x="7113140" y="2235678"/>
                </a:cubicBezTo>
                <a:cubicBezTo>
                  <a:pt x="7087916" y="2199524"/>
                  <a:pt x="7061851" y="2163370"/>
                  <a:pt x="7035786" y="2128056"/>
                </a:cubicBezTo>
                <a:cubicBezTo>
                  <a:pt x="7008881" y="2092743"/>
                  <a:pt x="6981976" y="2058270"/>
                  <a:pt x="6954229" y="2022957"/>
                </a:cubicBezTo>
                <a:cubicBezTo>
                  <a:pt x="6944980" y="2011186"/>
                  <a:pt x="6935731" y="2000255"/>
                  <a:pt x="6926483" y="1988484"/>
                </a:cubicBezTo>
                <a:cubicBezTo>
                  <a:pt x="6917234" y="1976713"/>
                  <a:pt x="6907986" y="1965783"/>
                  <a:pt x="6897896" y="1954852"/>
                </a:cubicBezTo>
                <a:cubicBezTo>
                  <a:pt x="6888647" y="1943081"/>
                  <a:pt x="6879398" y="1932151"/>
                  <a:pt x="6869308" y="1921220"/>
                </a:cubicBezTo>
                <a:cubicBezTo>
                  <a:pt x="6849971" y="1899360"/>
                  <a:pt x="6830632" y="1877499"/>
                  <a:pt x="6810453" y="1855638"/>
                </a:cubicBezTo>
                <a:cubicBezTo>
                  <a:pt x="6800363" y="1844708"/>
                  <a:pt x="6791114" y="1833778"/>
                  <a:pt x="6781025" y="1822847"/>
                </a:cubicBezTo>
                <a:cubicBezTo>
                  <a:pt x="6760846" y="1800987"/>
                  <a:pt x="6740667" y="1779967"/>
                  <a:pt x="6720488" y="1758947"/>
                </a:cubicBezTo>
                <a:cubicBezTo>
                  <a:pt x="6720488" y="1758947"/>
                  <a:pt x="6720488" y="1758947"/>
                  <a:pt x="6720488" y="1758947"/>
                </a:cubicBezTo>
                <a:cubicBezTo>
                  <a:pt x="6710398" y="1748857"/>
                  <a:pt x="6700309" y="1737927"/>
                  <a:pt x="6689378" y="1727837"/>
                </a:cubicBezTo>
                <a:cubicBezTo>
                  <a:pt x="6669199" y="1706817"/>
                  <a:pt x="6648179" y="1686638"/>
                  <a:pt x="6626318" y="1666459"/>
                </a:cubicBezTo>
                <a:cubicBezTo>
                  <a:pt x="6617069" y="1657210"/>
                  <a:pt x="6607821" y="1648802"/>
                  <a:pt x="6598572" y="1639554"/>
                </a:cubicBezTo>
                <a:cubicBezTo>
                  <a:pt x="6554010" y="1598355"/>
                  <a:pt x="6508607" y="1557996"/>
                  <a:pt x="6462363" y="1518479"/>
                </a:cubicBezTo>
                <a:cubicBezTo>
                  <a:pt x="6452273" y="1510071"/>
                  <a:pt x="6442184" y="1501663"/>
                  <a:pt x="6432094" y="1493255"/>
                </a:cubicBezTo>
                <a:cubicBezTo>
                  <a:pt x="6429572" y="1491573"/>
                  <a:pt x="6427890" y="1489892"/>
                  <a:pt x="6425368" y="1487369"/>
                </a:cubicBezTo>
                <a:cubicBezTo>
                  <a:pt x="6414438" y="1478961"/>
                  <a:pt x="6404348" y="1470553"/>
                  <a:pt x="6394259" y="1462145"/>
                </a:cubicBezTo>
                <a:cubicBezTo>
                  <a:pt x="6358945" y="1433558"/>
                  <a:pt x="6323632" y="1405812"/>
                  <a:pt x="6286636" y="1378907"/>
                </a:cubicBezTo>
                <a:cubicBezTo>
                  <a:pt x="6275706" y="1371339"/>
                  <a:pt x="6264776" y="1362931"/>
                  <a:pt x="6253845" y="1354524"/>
                </a:cubicBezTo>
                <a:cubicBezTo>
                  <a:pt x="6242074" y="1346116"/>
                  <a:pt x="6230303" y="1336867"/>
                  <a:pt x="6217691" y="1328459"/>
                </a:cubicBezTo>
                <a:cubicBezTo>
                  <a:pt x="6207602" y="1320892"/>
                  <a:pt x="6197512" y="1313324"/>
                  <a:pt x="6186582" y="1306598"/>
                </a:cubicBezTo>
                <a:cubicBezTo>
                  <a:pt x="6173129" y="1297349"/>
                  <a:pt x="6158836" y="1287260"/>
                  <a:pt x="6145383" y="1278011"/>
                </a:cubicBezTo>
                <a:cubicBezTo>
                  <a:pt x="6143701" y="1276329"/>
                  <a:pt x="6141179" y="1272966"/>
                  <a:pt x="6139497" y="1270444"/>
                </a:cubicBezTo>
                <a:cubicBezTo>
                  <a:pt x="5934343" y="757558"/>
                  <a:pt x="5587094" y="317821"/>
                  <a:pt x="5144835" y="0"/>
                </a:cubicBezTo>
                <a:cubicBezTo>
                  <a:pt x="5143153" y="841"/>
                  <a:pt x="5142312" y="841"/>
                  <a:pt x="5140631" y="2522"/>
                </a:cubicBezTo>
                <a:cubicBezTo>
                  <a:pt x="5170059" y="167319"/>
                  <a:pt x="5186034" y="338000"/>
                  <a:pt x="5186034" y="512045"/>
                </a:cubicBezTo>
                <a:cubicBezTo>
                  <a:pt x="5186034" y="613782"/>
                  <a:pt x="5180989" y="714677"/>
                  <a:pt x="5170059" y="813050"/>
                </a:cubicBezTo>
                <a:cubicBezTo>
                  <a:pt x="5148198" y="1024931"/>
                  <a:pt x="5101954" y="1230086"/>
                  <a:pt x="5036372" y="1425991"/>
                </a:cubicBezTo>
                <a:lnTo>
                  <a:pt x="5009467" y="1436081"/>
                </a:lnTo>
                <a:cubicBezTo>
                  <a:pt x="3632242" y="1900201"/>
                  <a:pt x="3953426" y="2746883"/>
                  <a:pt x="3992102" y="2836848"/>
                </a:cubicBezTo>
                <a:cubicBezTo>
                  <a:pt x="3996306" y="2834326"/>
                  <a:pt x="4001351" y="2830962"/>
                  <a:pt x="4005555" y="2826758"/>
                </a:cubicBezTo>
                <a:cubicBezTo>
                  <a:pt x="4086272" y="2572838"/>
                  <a:pt x="4293949" y="2375251"/>
                  <a:pt x="4552914" y="2307146"/>
                </a:cubicBezTo>
                <a:cubicBezTo>
                  <a:pt x="4616815" y="2290330"/>
                  <a:pt x="4683238" y="2281081"/>
                  <a:pt x="4753023" y="2281081"/>
                </a:cubicBezTo>
                <a:cubicBezTo>
                  <a:pt x="4931273" y="2281081"/>
                  <a:pt x="5096909" y="2340778"/>
                  <a:pt x="5228074" y="2442514"/>
                </a:cubicBezTo>
                <a:cubicBezTo>
                  <a:pt x="5415572" y="2585450"/>
                  <a:pt x="5536646" y="2811624"/>
                  <a:pt x="5536646" y="3065545"/>
                </a:cubicBezTo>
                <a:cubicBezTo>
                  <a:pt x="5536646" y="3100017"/>
                  <a:pt x="5534965" y="3133649"/>
                  <a:pt x="5529919" y="3167281"/>
                </a:cubicBezTo>
                <a:cubicBezTo>
                  <a:pt x="5480313" y="3552366"/>
                  <a:pt x="5150720" y="3849167"/>
                  <a:pt x="4752183" y="3849167"/>
                </a:cubicBezTo>
                <a:cubicBezTo>
                  <a:pt x="4682397" y="3849167"/>
                  <a:pt x="4677352" y="3848327"/>
                  <a:pt x="4603362" y="3839078"/>
                </a:cubicBezTo>
                <a:cubicBezTo>
                  <a:pt x="4584864" y="3836555"/>
                  <a:pt x="4576456" y="3838237"/>
                  <a:pt x="4566367" y="3837396"/>
                </a:cubicBezTo>
                <a:cubicBezTo>
                  <a:pt x="4531894" y="3834874"/>
                  <a:pt x="4497422" y="3834033"/>
                  <a:pt x="4462108" y="3834033"/>
                </a:cubicBezTo>
                <a:cubicBezTo>
                  <a:pt x="4057685" y="3834033"/>
                  <a:pt x="3686893" y="3975287"/>
                  <a:pt x="3395137" y="4210710"/>
                </a:cubicBezTo>
                <a:cubicBezTo>
                  <a:pt x="3395137" y="4211551"/>
                  <a:pt x="3395137" y="4212391"/>
                  <a:pt x="3395978" y="4213232"/>
                </a:cubicBezTo>
                <a:lnTo>
                  <a:pt x="0" y="4213232"/>
                </a:lnTo>
                <a:cubicBezTo>
                  <a:pt x="53811" y="4354486"/>
                  <a:pt x="132005" y="4483128"/>
                  <a:pt x="229537" y="4595795"/>
                </a:cubicBezTo>
                <a:cubicBezTo>
                  <a:pt x="290916" y="4667262"/>
                  <a:pt x="359861" y="4731163"/>
                  <a:pt x="435533" y="4787496"/>
                </a:cubicBezTo>
                <a:cubicBezTo>
                  <a:pt x="439737" y="4791701"/>
                  <a:pt x="444781" y="4795064"/>
                  <a:pt x="449826" y="4798427"/>
                </a:cubicBezTo>
                <a:cubicBezTo>
                  <a:pt x="611259" y="4916138"/>
                  <a:pt x="801279" y="4997696"/>
                  <a:pt x="1007274" y="5030487"/>
                </a:cubicBezTo>
                <a:cubicBezTo>
                  <a:pt x="1074538" y="5041417"/>
                  <a:pt x="1144324" y="5047303"/>
                  <a:pt x="1215792" y="5047303"/>
                </a:cubicBezTo>
                <a:lnTo>
                  <a:pt x="2522390" y="5047303"/>
                </a:lnTo>
                <a:lnTo>
                  <a:pt x="1779967" y="5386143"/>
                </a:lnTo>
                <a:cubicBezTo>
                  <a:pt x="1642076" y="5455089"/>
                  <a:pt x="1315006" y="5523194"/>
                  <a:pt x="1154414" y="5539168"/>
                </a:cubicBezTo>
                <a:cubicBezTo>
                  <a:pt x="1111533" y="5543373"/>
                  <a:pt x="1066971" y="5545895"/>
                  <a:pt x="1023250" y="5545895"/>
                </a:cubicBezTo>
                <a:cubicBezTo>
                  <a:pt x="943374" y="5545895"/>
                  <a:pt x="864339" y="5538328"/>
                  <a:pt x="788667" y="5524875"/>
                </a:cubicBezTo>
                <a:cubicBezTo>
                  <a:pt x="719722" y="5512263"/>
                  <a:pt x="652458" y="5493765"/>
                  <a:pt x="586876" y="5471064"/>
                </a:cubicBezTo>
                <a:cubicBezTo>
                  <a:pt x="496911" y="5439954"/>
                  <a:pt x="411990" y="5398756"/>
                  <a:pt x="333796" y="5349149"/>
                </a:cubicBezTo>
                <a:cubicBezTo>
                  <a:pt x="307732" y="5333174"/>
                  <a:pt x="282508" y="5316358"/>
                  <a:pt x="258125" y="5297860"/>
                </a:cubicBezTo>
                <a:cubicBezTo>
                  <a:pt x="281667" y="5368487"/>
                  <a:pt x="310254" y="5435751"/>
                  <a:pt x="343886" y="5500492"/>
                </a:cubicBezTo>
                <a:cubicBezTo>
                  <a:pt x="445622" y="5693034"/>
                  <a:pt x="594443" y="5856990"/>
                  <a:pt x="774374" y="5977223"/>
                </a:cubicBezTo>
                <a:cubicBezTo>
                  <a:pt x="784463" y="5983950"/>
                  <a:pt x="794553" y="5990676"/>
                  <a:pt x="804642" y="5996562"/>
                </a:cubicBezTo>
                <a:cubicBezTo>
                  <a:pt x="860976" y="6031875"/>
                  <a:pt x="920672" y="6063826"/>
                  <a:pt x="982051" y="6089891"/>
                </a:cubicBezTo>
                <a:cubicBezTo>
                  <a:pt x="1139280" y="6157995"/>
                  <a:pt x="1313324" y="6195831"/>
                  <a:pt x="1495777" y="6195831"/>
                </a:cubicBezTo>
                <a:lnTo>
                  <a:pt x="1513434" y="6195831"/>
                </a:lnTo>
                <a:cubicBezTo>
                  <a:pt x="1629464" y="6194149"/>
                  <a:pt x="1965783" y="6145383"/>
                  <a:pt x="2072564" y="6115115"/>
                </a:cubicBezTo>
                <a:lnTo>
                  <a:pt x="2108718" y="6104184"/>
                </a:lnTo>
                <a:lnTo>
                  <a:pt x="2737634" y="5898189"/>
                </a:lnTo>
                <a:lnTo>
                  <a:pt x="2848619" y="5865398"/>
                </a:lnTo>
                <a:lnTo>
                  <a:pt x="2894863" y="5851945"/>
                </a:lnTo>
                <a:lnTo>
                  <a:pt x="2778833" y="6010015"/>
                </a:lnTo>
                <a:cubicBezTo>
                  <a:pt x="2754450" y="6041965"/>
                  <a:pt x="2730067" y="6073075"/>
                  <a:pt x="2704002" y="6103343"/>
                </a:cubicBezTo>
                <a:cubicBezTo>
                  <a:pt x="2531639" y="6290841"/>
                  <a:pt x="2252494" y="6540558"/>
                  <a:pt x="1820325" y="6598573"/>
                </a:cubicBezTo>
                <a:cubicBezTo>
                  <a:pt x="1794260" y="6601935"/>
                  <a:pt x="1767355" y="6604458"/>
                  <a:pt x="1742131" y="6606981"/>
                </a:cubicBezTo>
                <a:cubicBezTo>
                  <a:pt x="1731200" y="6607821"/>
                  <a:pt x="1721952" y="6607821"/>
                  <a:pt x="1711862" y="6608662"/>
                </a:cubicBezTo>
                <a:cubicBezTo>
                  <a:pt x="1695046" y="6609503"/>
                  <a:pt x="1678230" y="6610344"/>
                  <a:pt x="1660573" y="6611184"/>
                </a:cubicBezTo>
                <a:cubicBezTo>
                  <a:pt x="1647121" y="6611184"/>
                  <a:pt x="1634509" y="6612025"/>
                  <a:pt x="1621897" y="6612025"/>
                </a:cubicBezTo>
                <a:cubicBezTo>
                  <a:pt x="1581538" y="6612025"/>
                  <a:pt x="1541180" y="6610344"/>
                  <a:pt x="1501663" y="6606140"/>
                </a:cubicBezTo>
                <a:cubicBezTo>
                  <a:pt x="1371339" y="6594369"/>
                  <a:pt x="1259513" y="6588483"/>
                  <a:pt x="1142643" y="6540558"/>
                </a:cubicBezTo>
                <a:lnTo>
                  <a:pt x="1142643" y="6540558"/>
                </a:lnTo>
                <a:cubicBezTo>
                  <a:pt x="1095558" y="6522060"/>
                  <a:pt x="1050155" y="6500199"/>
                  <a:pt x="1006434" y="6475816"/>
                </a:cubicBezTo>
                <a:lnTo>
                  <a:pt x="1006434" y="6475816"/>
                </a:lnTo>
                <a:cubicBezTo>
                  <a:pt x="978687" y="6461523"/>
                  <a:pt x="951782" y="6444707"/>
                  <a:pt x="924876" y="6427050"/>
                </a:cubicBezTo>
                <a:cubicBezTo>
                  <a:pt x="959349" y="6487588"/>
                  <a:pt x="997185" y="6545602"/>
                  <a:pt x="1040065" y="6599413"/>
                </a:cubicBezTo>
                <a:cubicBezTo>
                  <a:pt x="1170389" y="6764209"/>
                  <a:pt x="1340230" y="6897055"/>
                  <a:pt x="1535295" y="6982817"/>
                </a:cubicBezTo>
                <a:lnTo>
                  <a:pt x="1535295" y="6982817"/>
                </a:lnTo>
                <a:lnTo>
                  <a:pt x="1535295" y="6982817"/>
                </a:lnTo>
                <a:cubicBezTo>
                  <a:pt x="1573971" y="6999632"/>
                  <a:pt x="1612648" y="7014767"/>
                  <a:pt x="1653006" y="7028219"/>
                </a:cubicBezTo>
                <a:cubicBezTo>
                  <a:pt x="1700932" y="7044195"/>
                  <a:pt x="1750539" y="7056807"/>
                  <a:pt x="1801827" y="7067737"/>
                </a:cubicBezTo>
                <a:cubicBezTo>
                  <a:pt x="1885907" y="7084553"/>
                  <a:pt x="1972509" y="7093802"/>
                  <a:pt x="2061633" y="7093802"/>
                </a:cubicBezTo>
                <a:cubicBezTo>
                  <a:pt x="2179345" y="7093802"/>
                  <a:pt x="2405519" y="7064374"/>
                  <a:pt x="2513982" y="7035787"/>
                </a:cubicBezTo>
                <a:cubicBezTo>
                  <a:pt x="2556022" y="7024857"/>
                  <a:pt x="2596380" y="7011404"/>
                  <a:pt x="2636738" y="6995428"/>
                </a:cubicBezTo>
                <a:lnTo>
                  <a:pt x="2636738" y="6995428"/>
                </a:lnTo>
                <a:cubicBezTo>
                  <a:pt x="3036117" y="6876876"/>
                  <a:pt x="3617107" y="6488428"/>
                  <a:pt x="3617107" y="6488428"/>
                </a:cubicBezTo>
                <a:lnTo>
                  <a:pt x="3617107" y="6488428"/>
                </a:lnTo>
                <a:cubicBezTo>
                  <a:pt x="3416157" y="6888647"/>
                  <a:pt x="3038639" y="7269528"/>
                  <a:pt x="2584609" y="7398170"/>
                </a:cubicBezTo>
                <a:cubicBezTo>
                  <a:pt x="2563589" y="7404055"/>
                  <a:pt x="2542569" y="7409101"/>
                  <a:pt x="2520708" y="7414145"/>
                </a:cubicBezTo>
                <a:cubicBezTo>
                  <a:pt x="2427380" y="7435165"/>
                  <a:pt x="2329848" y="7446095"/>
                  <a:pt x="2229793" y="7446095"/>
                </a:cubicBezTo>
                <a:cubicBezTo>
                  <a:pt x="2207091" y="7446095"/>
                  <a:pt x="2183549" y="7446095"/>
                  <a:pt x="2160848" y="7444414"/>
                </a:cubicBezTo>
                <a:lnTo>
                  <a:pt x="2160848" y="7444414"/>
                </a:lnTo>
                <a:lnTo>
                  <a:pt x="2160848" y="7444414"/>
                </a:lnTo>
                <a:cubicBezTo>
                  <a:pt x="2110400" y="7441892"/>
                  <a:pt x="2060793" y="7436006"/>
                  <a:pt x="2012026" y="7427598"/>
                </a:cubicBezTo>
                <a:cubicBezTo>
                  <a:pt x="2166733" y="7534379"/>
                  <a:pt x="2392907" y="7657135"/>
                  <a:pt x="2586291" y="7689086"/>
                </a:cubicBezTo>
                <a:cubicBezTo>
                  <a:pt x="2586291" y="7689086"/>
                  <a:pt x="2586291" y="7689086"/>
                  <a:pt x="2586291" y="7689086"/>
                </a:cubicBezTo>
                <a:cubicBezTo>
                  <a:pt x="2587131" y="7689926"/>
                  <a:pt x="2588813" y="7689926"/>
                  <a:pt x="2590494" y="7690767"/>
                </a:cubicBezTo>
                <a:cubicBezTo>
                  <a:pt x="2588813" y="7689926"/>
                  <a:pt x="2587972" y="7689926"/>
                  <a:pt x="2587131" y="7689086"/>
                </a:cubicBezTo>
                <a:cubicBezTo>
                  <a:pt x="2636738" y="7697494"/>
                  <a:pt x="2686345" y="7702539"/>
                  <a:pt x="2737634" y="7704220"/>
                </a:cubicBezTo>
                <a:cubicBezTo>
                  <a:pt x="2746883" y="7704220"/>
                  <a:pt x="2756131" y="7705061"/>
                  <a:pt x="2765380" y="7705061"/>
                </a:cubicBezTo>
                <a:cubicBezTo>
                  <a:pt x="2776311" y="7705061"/>
                  <a:pt x="2786400" y="7705061"/>
                  <a:pt x="2796490" y="7705061"/>
                </a:cubicBezTo>
                <a:cubicBezTo>
                  <a:pt x="3026027" y="7705061"/>
                  <a:pt x="3242112" y="7645364"/>
                  <a:pt x="3429610" y="7541106"/>
                </a:cubicBezTo>
                <a:cubicBezTo>
                  <a:pt x="3830670" y="7370424"/>
                  <a:pt x="4387277" y="6923120"/>
                  <a:pt x="4387277" y="6923120"/>
                </a:cubicBezTo>
                <a:cubicBezTo>
                  <a:pt x="4305720" y="7411623"/>
                  <a:pt x="3901297" y="7806797"/>
                  <a:pt x="3436336" y="7948892"/>
                </a:cubicBezTo>
                <a:cubicBezTo>
                  <a:pt x="3369072" y="7969912"/>
                  <a:pt x="3298445" y="7985046"/>
                  <a:pt x="3226137" y="7994295"/>
                </a:cubicBezTo>
                <a:cubicBezTo>
                  <a:pt x="3365709" y="8045584"/>
                  <a:pt x="3516212" y="8073330"/>
                  <a:pt x="3673440" y="8073330"/>
                </a:cubicBezTo>
                <a:cubicBezTo>
                  <a:pt x="3818898" y="8073330"/>
                  <a:pt x="3958471" y="8049787"/>
                  <a:pt x="4088794" y="8006066"/>
                </a:cubicBezTo>
                <a:cubicBezTo>
                  <a:pt x="4221640" y="7961504"/>
                  <a:pt x="4343556" y="7895922"/>
                  <a:pt x="4452859" y="7814365"/>
                </a:cubicBezTo>
                <a:cubicBezTo>
                  <a:pt x="4652128" y="7690767"/>
                  <a:pt x="5187716" y="7147613"/>
                  <a:pt x="5187716" y="7147613"/>
                </a:cubicBezTo>
                <a:lnTo>
                  <a:pt x="5182671" y="7147613"/>
                </a:lnTo>
                <a:lnTo>
                  <a:pt x="5188556" y="7146772"/>
                </a:lnTo>
                <a:lnTo>
                  <a:pt x="5188556" y="7150976"/>
                </a:lnTo>
                <a:cubicBezTo>
                  <a:pt x="5175944" y="7441892"/>
                  <a:pt x="5067482" y="7708424"/>
                  <a:pt x="4894277" y="7920305"/>
                </a:cubicBezTo>
                <a:cubicBezTo>
                  <a:pt x="4900163" y="7919464"/>
                  <a:pt x="4906889" y="7917782"/>
                  <a:pt x="4912775" y="7916101"/>
                </a:cubicBezTo>
                <a:cubicBezTo>
                  <a:pt x="4959860" y="7905170"/>
                  <a:pt x="5006103" y="7893399"/>
                  <a:pt x="5052347" y="7880788"/>
                </a:cubicBezTo>
                <a:cubicBezTo>
                  <a:pt x="5065800" y="7877424"/>
                  <a:pt x="5079253" y="7873220"/>
                  <a:pt x="5092705" y="7869016"/>
                </a:cubicBezTo>
                <a:cubicBezTo>
                  <a:pt x="5109521" y="7863971"/>
                  <a:pt x="5127178" y="7859768"/>
                  <a:pt x="5143994" y="7854723"/>
                </a:cubicBezTo>
                <a:cubicBezTo>
                  <a:pt x="5184352" y="7842110"/>
                  <a:pt x="5223870" y="7829499"/>
                  <a:pt x="5263387" y="7816887"/>
                </a:cubicBezTo>
                <a:cubicBezTo>
                  <a:pt x="5317198" y="7798389"/>
                  <a:pt x="5371009" y="7779051"/>
                  <a:pt x="5423139" y="7758872"/>
                </a:cubicBezTo>
                <a:cubicBezTo>
                  <a:pt x="5446681" y="7749623"/>
                  <a:pt x="5470223" y="7740374"/>
                  <a:pt x="5492925" y="7731125"/>
                </a:cubicBezTo>
                <a:cubicBezTo>
                  <a:pt x="5494606" y="7730285"/>
                  <a:pt x="5497128" y="7729444"/>
                  <a:pt x="5499651" y="7728603"/>
                </a:cubicBezTo>
                <a:cubicBezTo>
                  <a:pt x="5518148" y="7720195"/>
                  <a:pt x="5537487" y="7712628"/>
                  <a:pt x="5555985" y="7704220"/>
                </a:cubicBezTo>
                <a:cubicBezTo>
                  <a:pt x="5566074" y="7700016"/>
                  <a:pt x="5576163" y="7695812"/>
                  <a:pt x="5585412" y="7690767"/>
                </a:cubicBezTo>
                <a:cubicBezTo>
                  <a:pt x="5603910" y="7682360"/>
                  <a:pt x="5621567" y="7673951"/>
                  <a:pt x="5639223" y="7665543"/>
                </a:cubicBezTo>
                <a:cubicBezTo>
                  <a:pt x="5645950" y="7662180"/>
                  <a:pt x="5652676" y="7659658"/>
                  <a:pt x="5658562" y="7656294"/>
                </a:cubicBezTo>
                <a:cubicBezTo>
                  <a:pt x="5704805" y="7634434"/>
                  <a:pt x="5751049" y="7611732"/>
                  <a:pt x="5795611" y="7588190"/>
                </a:cubicBezTo>
                <a:cubicBezTo>
                  <a:pt x="5796452" y="7588190"/>
                  <a:pt x="5798134" y="7587349"/>
                  <a:pt x="5798975" y="7586509"/>
                </a:cubicBezTo>
                <a:cubicBezTo>
                  <a:pt x="5822517" y="7573897"/>
                  <a:pt x="5845218" y="7562126"/>
                  <a:pt x="5867920" y="7548673"/>
                </a:cubicBezTo>
                <a:cubicBezTo>
                  <a:pt x="5892303" y="7535220"/>
                  <a:pt x="5915845" y="7521767"/>
                  <a:pt x="5939388" y="7508315"/>
                </a:cubicBezTo>
                <a:cubicBezTo>
                  <a:pt x="5962930" y="7494862"/>
                  <a:pt x="5986472" y="7480568"/>
                  <a:pt x="6009174" y="7466275"/>
                </a:cubicBezTo>
                <a:cubicBezTo>
                  <a:pt x="6009174" y="7466275"/>
                  <a:pt x="6010015" y="7466275"/>
                  <a:pt x="6010015" y="7465434"/>
                </a:cubicBezTo>
                <a:cubicBezTo>
                  <a:pt x="6033557" y="7451141"/>
                  <a:pt x="6055417" y="7436847"/>
                  <a:pt x="6078119" y="7422553"/>
                </a:cubicBezTo>
                <a:lnTo>
                  <a:pt x="6078119" y="7422553"/>
                </a:lnTo>
                <a:cubicBezTo>
                  <a:pt x="6101661" y="7408260"/>
                  <a:pt x="6124363" y="7393125"/>
                  <a:pt x="6146223" y="7377150"/>
                </a:cubicBezTo>
                <a:cubicBezTo>
                  <a:pt x="6168084" y="7362016"/>
                  <a:pt x="6189945" y="7346881"/>
                  <a:pt x="6212647" y="7331747"/>
                </a:cubicBezTo>
                <a:lnTo>
                  <a:pt x="6213487" y="7330907"/>
                </a:lnTo>
                <a:cubicBezTo>
                  <a:pt x="6236189" y="7314931"/>
                  <a:pt x="6258050" y="7298956"/>
                  <a:pt x="6279910" y="7282981"/>
                </a:cubicBezTo>
                <a:cubicBezTo>
                  <a:pt x="6301771" y="7267006"/>
                  <a:pt x="6323632" y="7250190"/>
                  <a:pt x="6344652" y="7233374"/>
                </a:cubicBezTo>
                <a:cubicBezTo>
                  <a:pt x="6363990" y="7218240"/>
                  <a:pt x="6383328" y="7203105"/>
                  <a:pt x="6401826" y="7187130"/>
                </a:cubicBezTo>
                <a:cubicBezTo>
                  <a:pt x="6408552" y="7182085"/>
                  <a:pt x="6415279" y="7176200"/>
                  <a:pt x="6422005" y="7171155"/>
                </a:cubicBezTo>
                <a:cubicBezTo>
                  <a:pt x="6437980" y="7157702"/>
                  <a:pt x="6453955" y="7144250"/>
                  <a:pt x="6469090" y="7131638"/>
                </a:cubicBezTo>
                <a:cubicBezTo>
                  <a:pt x="6469930" y="7130797"/>
                  <a:pt x="6471612" y="7129956"/>
                  <a:pt x="6472453" y="7128274"/>
                </a:cubicBezTo>
                <a:cubicBezTo>
                  <a:pt x="6492632" y="7111459"/>
                  <a:pt x="6512811" y="7093802"/>
                  <a:pt x="6532149" y="7076145"/>
                </a:cubicBezTo>
                <a:cubicBezTo>
                  <a:pt x="6567463" y="7045036"/>
                  <a:pt x="6601935" y="7012245"/>
                  <a:pt x="6636408" y="6979454"/>
                </a:cubicBezTo>
                <a:cubicBezTo>
                  <a:pt x="6648179" y="6968523"/>
                  <a:pt x="6659109" y="6957593"/>
                  <a:pt x="6670040" y="6946663"/>
                </a:cubicBezTo>
                <a:cubicBezTo>
                  <a:pt x="6681811" y="6934891"/>
                  <a:pt x="6692741" y="6923961"/>
                  <a:pt x="6703672" y="6913031"/>
                </a:cubicBezTo>
                <a:cubicBezTo>
                  <a:pt x="6712920" y="6903782"/>
                  <a:pt x="6722169" y="6894533"/>
                  <a:pt x="6730578" y="6885284"/>
                </a:cubicBezTo>
                <a:cubicBezTo>
                  <a:pt x="6898737" y="6710398"/>
                  <a:pt x="7049239" y="6520379"/>
                  <a:pt x="7180404" y="6315224"/>
                </a:cubicBezTo>
                <a:cubicBezTo>
                  <a:pt x="7188811" y="6302612"/>
                  <a:pt x="7196378" y="6290000"/>
                  <a:pt x="7203946" y="6277388"/>
                </a:cubicBezTo>
                <a:cubicBezTo>
                  <a:pt x="7219921" y="6251323"/>
                  <a:pt x="7235896" y="6225259"/>
                  <a:pt x="7251871" y="6199194"/>
                </a:cubicBezTo>
                <a:cubicBezTo>
                  <a:pt x="7265324" y="6175652"/>
                  <a:pt x="7278777" y="6152109"/>
                  <a:pt x="7292230" y="6128567"/>
                </a:cubicBezTo>
                <a:cubicBezTo>
                  <a:pt x="7294752" y="6122682"/>
                  <a:pt x="7298956" y="6115955"/>
                  <a:pt x="7302319" y="6110069"/>
                </a:cubicBezTo>
                <a:cubicBezTo>
                  <a:pt x="7309045" y="6098298"/>
                  <a:pt x="7315772" y="6086527"/>
                  <a:pt x="7321657" y="6073915"/>
                </a:cubicBezTo>
                <a:cubicBezTo>
                  <a:pt x="7326702" y="6064666"/>
                  <a:pt x="7331747" y="6055418"/>
                  <a:pt x="7336792" y="6045328"/>
                </a:cubicBezTo>
                <a:cubicBezTo>
                  <a:pt x="7343518" y="6031875"/>
                  <a:pt x="7350244" y="6019263"/>
                  <a:pt x="7357812" y="6005811"/>
                </a:cubicBezTo>
                <a:cubicBezTo>
                  <a:pt x="7364538" y="5992358"/>
                  <a:pt x="7371264" y="5979746"/>
                  <a:pt x="7377991" y="5966293"/>
                </a:cubicBezTo>
                <a:cubicBezTo>
                  <a:pt x="7384717" y="5952841"/>
                  <a:pt x="7391444" y="5939388"/>
                  <a:pt x="7397329" y="5925935"/>
                </a:cubicBezTo>
                <a:cubicBezTo>
                  <a:pt x="7417508" y="5884736"/>
                  <a:pt x="7436846" y="5842696"/>
                  <a:pt x="7454503" y="5800656"/>
                </a:cubicBezTo>
                <a:cubicBezTo>
                  <a:pt x="7466275" y="5773751"/>
                  <a:pt x="7477205" y="5747686"/>
                  <a:pt x="7488135" y="5720781"/>
                </a:cubicBezTo>
                <a:cubicBezTo>
                  <a:pt x="7499906" y="5693034"/>
                  <a:pt x="7510837" y="5665288"/>
                  <a:pt x="7520926" y="5636701"/>
                </a:cubicBezTo>
                <a:cubicBezTo>
                  <a:pt x="7531857" y="5608955"/>
                  <a:pt x="7541946" y="5581208"/>
                  <a:pt x="7552036" y="5552622"/>
                </a:cubicBezTo>
                <a:cubicBezTo>
                  <a:pt x="7572214" y="5495447"/>
                  <a:pt x="7591553" y="5436592"/>
                  <a:pt x="7608369" y="5377736"/>
                </a:cubicBezTo>
                <a:cubicBezTo>
                  <a:pt x="7612573" y="5365124"/>
                  <a:pt x="7615936" y="5351671"/>
                  <a:pt x="7620140" y="5338218"/>
                </a:cubicBezTo>
                <a:cubicBezTo>
                  <a:pt x="7622663" y="5328970"/>
                  <a:pt x="7625185" y="5320561"/>
                  <a:pt x="7627707" y="5311313"/>
                </a:cubicBezTo>
                <a:cubicBezTo>
                  <a:pt x="7631911" y="5297019"/>
                  <a:pt x="7636115" y="5281885"/>
                  <a:pt x="7639478" y="5267591"/>
                </a:cubicBezTo>
                <a:cubicBezTo>
                  <a:pt x="7641160" y="5259183"/>
                  <a:pt x="7643683" y="5251616"/>
                  <a:pt x="7646205" y="5242367"/>
                </a:cubicBezTo>
                <a:cubicBezTo>
                  <a:pt x="7649568" y="5229756"/>
                  <a:pt x="7652931" y="5217144"/>
                  <a:pt x="7655454" y="5204532"/>
                </a:cubicBezTo>
                <a:cubicBezTo>
                  <a:pt x="7673110" y="5129701"/>
                  <a:pt x="7689926" y="5054870"/>
                  <a:pt x="7703379" y="4978357"/>
                </a:cubicBezTo>
                <a:cubicBezTo>
                  <a:pt x="7709265" y="4946407"/>
                  <a:pt x="7714309" y="4913616"/>
                  <a:pt x="7719354" y="4880825"/>
                </a:cubicBezTo>
                <a:cubicBezTo>
                  <a:pt x="7734488" y="4781611"/>
                  <a:pt x="7745419" y="4681556"/>
                  <a:pt x="7752145" y="4580660"/>
                </a:cubicBezTo>
                <a:cubicBezTo>
                  <a:pt x="7752145" y="4567208"/>
                  <a:pt x="7753827" y="4553755"/>
                  <a:pt x="7754668" y="4540302"/>
                </a:cubicBezTo>
                <a:cubicBezTo>
                  <a:pt x="7755508" y="4520964"/>
                  <a:pt x="7756349" y="4500785"/>
                  <a:pt x="7757190" y="4481446"/>
                </a:cubicBezTo>
                <a:cubicBezTo>
                  <a:pt x="7758030" y="4464630"/>
                  <a:pt x="7758030" y="4447815"/>
                  <a:pt x="7758871" y="4430999"/>
                </a:cubicBezTo>
                <a:cubicBezTo>
                  <a:pt x="7759712" y="4397367"/>
                  <a:pt x="7759712" y="4362894"/>
                  <a:pt x="7759712" y="4329262"/>
                </a:cubicBezTo>
                <a:cubicBezTo>
                  <a:pt x="7765598" y="4309924"/>
                  <a:pt x="7765598" y="4290586"/>
                  <a:pt x="7764757" y="4270407"/>
                </a:cubicBezTo>
              </a:path>
            </a:pathLst>
          </a:custGeom>
          <a:solidFill>
            <a:srgbClr val="4A6466"/>
          </a:solidFill>
          <a:ln w="84068" cap="flat">
            <a:noFill/>
            <a:prstDash val="solid"/>
            <a:miter/>
          </a:ln>
        </p:spPr>
        <p:txBody>
          <a:bodyPr rtlCol="0" anchor="ctr"/>
          <a:lstStyle/>
          <a:p>
            <a:endParaRPr lang="en-US"/>
          </a:p>
        </p:txBody>
      </p:sp>
    </p:spTree>
    <p:extLst>
      <p:ext uri="{BB962C8B-B14F-4D97-AF65-F5344CB8AC3E}">
        <p14:creationId xmlns:p14="http://schemas.microsoft.com/office/powerpoint/2010/main" val="1409533119"/>
      </p:ext>
    </p:extLst>
  </p:cSld>
  <p:clrMapOvr>
    <a:masterClrMapping/>
  </p:clrMapOvr>
  <p:transition spd="med"/>
</p:sld>
</file>

<file path=ppt/theme/theme1.xml><?xml version="1.0" encoding="utf-8"?>
<a:theme xmlns:a="http://schemas.openxmlformats.org/drawingml/2006/main" name="White">
  <a:themeElements>
    <a:clrScheme name="Custom 2">
      <a:dk1>
        <a:srgbClr val="000000"/>
      </a:dk1>
      <a:lt1>
        <a:srgbClr val="FFFFFF"/>
      </a:lt1>
      <a:dk2>
        <a:srgbClr val="5E5E5E"/>
      </a:dk2>
      <a:lt2>
        <a:srgbClr val="D6D5D5"/>
      </a:lt2>
      <a:accent1>
        <a:srgbClr val="00A2FF"/>
      </a:accent1>
      <a:accent2>
        <a:srgbClr val="16E7CF"/>
      </a:accent2>
      <a:accent3>
        <a:srgbClr val="61D836"/>
      </a:accent3>
      <a:accent4>
        <a:srgbClr val="1CA28F"/>
      </a:accent4>
      <a:accent5>
        <a:srgbClr val="1CA28F"/>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5cd2063-5fbd-4b3f-94d2-99220acc61aa">
      <Terms xmlns="http://schemas.microsoft.com/office/infopath/2007/PartnerControls"/>
    </lcf76f155ced4ddcb4097134ff3c332f>
    <TaxCatchAll xmlns="005d042d-e7f1-4bcc-9933-d300096955e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ài liệu" ma:contentTypeID="0x010100FB621A632E3F19438DB6BB8C3273E183" ma:contentTypeVersion="16" ma:contentTypeDescription="Tạo tài liệu mới." ma:contentTypeScope="" ma:versionID="783fe27748968bca99c53bcbf68234d3">
  <xsd:schema xmlns:xsd="http://www.w3.org/2001/XMLSchema" xmlns:xs="http://www.w3.org/2001/XMLSchema" xmlns:p="http://schemas.microsoft.com/office/2006/metadata/properties" xmlns:ns2="75cd2063-5fbd-4b3f-94d2-99220acc61aa" xmlns:ns3="005d042d-e7f1-4bcc-9933-d300096955e4" targetNamespace="http://schemas.microsoft.com/office/2006/metadata/properties" ma:root="true" ma:fieldsID="26f6ced944180a53e2b6eef1fdb9761e" ns2:_="" ns3:_="">
    <xsd:import namespace="75cd2063-5fbd-4b3f-94d2-99220acc61aa"/>
    <xsd:import namespace="005d042d-e7f1-4bcc-9933-d300096955e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Locatio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cd2063-5fbd-4b3f-94d2-99220acc61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Thẻ Hình ảnh" ma:readOnly="false" ma:fieldId="{5cf76f15-5ced-4ddc-b409-7134ff3c332f}" ma:taxonomyMulti="true" ma:sspId="97053af1-b785-4f9d-ae26-62ba16560987"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05d042d-e7f1-4bcc-9933-d300096955e4" elementFormDefault="qualified">
    <xsd:import namespace="http://schemas.microsoft.com/office/2006/documentManagement/types"/>
    <xsd:import namespace="http://schemas.microsoft.com/office/infopath/2007/PartnerControls"/>
    <xsd:element name="SharedWithUsers" ma:index="16" nillable="true" ma:displayName="Chia sẻ Với"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Chia sẻ Có Chi tiết" ma:internalName="SharedWithDetails" ma:readOnly="true">
      <xsd:simpleType>
        <xsd:restriction base="dms:Note">
          <xsd:maxLength value="255"/>
        </xsd:restriction>
      </xsd:simpleType>
    </xsd:element>
    <xsd:element name="TaxCatchAll" ma:index="23" nillable="true" ma:displayName="Taxonomy Catch All Column" ma:hidden="true" ma:list="{5326013b-2fb0-4af7-9866-15aa70b5140d}" ma:internalName="TaxCatchAll" ma:showField="CatchAllData" ma:web="005d042d-e7f1-4bcc-9933-d300096955e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5F81226-DEE3-41F4-809A-04632D5D2827}">
  <ds:schemaRefs>
    <ds:schemaRef ds:uri="005d042d-e7f1-4bcc-9933-d300096955e4"/>
    <ds:schemaRef ds:uri="75cd2063-5fbd-4b3f-94d2-99220acc61a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80E8E5B-12DE-4261-842D-132B5DF7D80D}"/>
</file>

<file path=customXml/itemProps3.xml><?xml version="1.0" encoding="utf-8"?>
<ds:datastoreItem xmlns:ds="http://schemas.openxmlformats.org/officeDocument/2006/customXml" ds:itemID="{82419860-724D-4C56-8661-D7D03587BF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18</Slides>
  <Notes>2</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White</vt:lpstr>
      <vt:lpstr>CUVO  HOME SECURITY SOLUTION</vt:lpstr>
      <vt:lpstr>PowerPoint Presentation</vt:lpstr>
      <vt:lpstr>Camera AI không dây dùng pin</vt:lpstr>
      <vt:lpstr>Camera AI không dây dùng pin</vt:lpstr>
      <vt:lpstr>Camera AI không dây dùng pin</vt:lpstr>
      <vt:lpstr>Chuông cửa AI video không dây dùng pin</vt:lpstr>
      <vt:lpstr>Chuông cửa AI video không dây dùng pin</vt:lpstr>
      <vt:lpstr>Chuông cửa AI video không dây dùng pin</vt:lpstr>
      <vt:lpstr>Camera AI đèn an ninh</vt:lpstr>
      <vt:lpstr>Camera AI đèn an ninh</vt:lpstr>
      <vt:lpstr>Camera AI đèn an ninh</vt:lpstr>
      <vt:lpstr>Camera AI đèn an ninh</vt:lpstr>
      <vt:lpstr>Gói sản phẩm</vt:lpstr>
      <vt:lpstr>Camera AI đèn an ninh</vt:lpstr>
      <vt:lpstr>Thông số kỹ thuật</vt:lpstr>
      <vt:lpstr>Thông số kỹ thuật</vt:lpstr>
      <vt:lpstr>Gói cước nâng cao</vt:lpstr>
      <vt:lpstr>Xin cảm ơn!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TOUCAN SMART HOME</dc:title>
  <dc:creator>Admin</dc:creator>
  <cp:revision>7</cp:revision>
  <dcterms:modified xsi:type="dcterms:W3CDTF">2021-12-22T03:16:24Z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0x010100FB621A632E3F19438DB6BB8C3273E183</vt:lpwstr>
  </property>
</Properties>
</file>