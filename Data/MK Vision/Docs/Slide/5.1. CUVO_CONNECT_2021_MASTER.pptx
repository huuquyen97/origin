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" ContentType="image/t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7"/>
  </p:notesMasterIdLst>
  <p:sldIdLst>
    <p:sldId id="280" r:id="rId5"/>
    <p:sldId id="257" r:id="rId6"/>
    <p:sldId id="279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26" d="100"/>
          <a:sy n="26" d="100"/>
        </p:scale>
        <p:origin x="3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2" d="100"/>
          <a:sy n="52" d="100"/>
        </p:scale>
        <p:origin x="1716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9" name="Shape 11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894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sion"/>
          <p:cNvSpPr/>
          <p:nvPr/>
        </p:nvSpPr>
        <p:spPr>
          <a:xfrm>
            <a:off x="0" y="0"/>
            <a:ext cx="24384000" cy="1389109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825500">
              <a:defRPr b="0">
                <a:solidFill>
                  <a:srgbClr val="3C3F40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endParaRPr dirty="0"/>
          </a:p>
        </p:txBody>
      </p:sp>
      <p:sp>
        <p:nvSpPr>
          <p:cNvPr id="15" name="Rounded Rectangle"/>
          <p:cNvSpPr/>
          <p:nvPr/>
        </p:nvSpPr>
        <p:spPr>
          <a:xfrm>
            <a:off x="2657921" y="5862862"/>
            <a:ext cx="192627" cy="19902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9540" y="0"/>
                  <a:pt x="8290" y="21"/>
                  <a:pt x="7106" y="63"/>
                </a:cubicBezTo>
                <a:cubicBezTo>
                  <a:pt x="4106" y="169"/>
                  <a:pt x="1743" y="397"/>
                  <a:pt x="651" y="688"/>
                </a:cubicBezTo>
                <a:cubicBezTo>
                  <a:pt x="0" y="870"/>
                  <a:pt x="0" y="1143"/>
                  <a:pt x="0" y="1598"/>
                </a:cubicBezTo>
                <a:lnTo>
                  <a:pt x="0" y="20002"/>
                </a:lnTo>
                <a:cubicBezTo>
                  <a:pt x="0" y="20457"/>
                  <a:pt x="0" y="20730"/>
                  <a:pt x="651" y="20912"/>
                </a:cubicBezTo>
                <a:cubicBezTo>
                  <a:pt x="1743" y="21203"/>
                  <a:pt x="4106" y="21431"/>
                  <a:pt x="7106" y="21537"/>
                </a:cubicBezTo>
                <a:cubicBezTo>
                  <a:pt x="8290" y="21579"/>
                  <a:pt x="9540" y="21600"/>
                  <a:pt x="10800" y="21600"/>
                </a:cubicBezTo>
                <a:cubicBezTo>
                  <a:pt x="12060" y="21600"/>
                  <a:pt x="13310" y="21579"/>
                  <a:pt x="14494" y="21537"/>
                </a:cubicBezTo>
                <a:cubicBezTo>
                  <a:pt x="17494" y="21431"/>
                  <a:pt x="19857" y="21203"/>
                  <a:pt x="20949" y="20912"/>
                </a:cubicBezTo>
                <a:cubicBezTo>
                  <a:pt x="21600" y="20730"/>
                  <a:pt x="21600" y="20457"/>
                  <a:pt x="21600" y="20002"/>
                </a:cubicBezTo>
                <a:lnTo>
                  <a:pt x="21600" y="1598"/>
                </a:lnTo>
                <a:cubicBezTo>
                  <a:pt x="21600" y="1143"/>
                  <a:pt x="21600" y="870"/>
                  <a:pt x="20949" y="688"/>
                </a:cubicBezTo>
                <a:cubicBezTo>
                  <a:pt x="19857" y="397"/>
                  <a:pt x="17494" y="169"/>
                  <a:pt x="14494" y="63"/>
                </a:cubicBezTo>
                <a:cubicBezTo>
                  <a:pt x="13310" y="21"/>
                  <a:pt x="12060" y="0"/>
                  <a:pt x="10800" y="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" name="Title Text"/>
          <p:cNvSpPr txBox="1">
            <a:spLocks noGrp="1"/>
          </p:cNvSpPr>
          <p:nvPr>
            <p:ph type="title"/>
          </p:nvPr>
        </p:nvSpPr>
        <p:spPr>
          <a:xfrm>
            <a:off x="3348566" y="5766239"/>
            <a:ext cx="14465301" cy="236220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1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48566" y="8065537"/>
            <a:ext cx="14211301" cy="464820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5000">
                <a:solidFill>
                  <a:srgbClr val="FFFFFF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5000">
                <a:solidFill>
                  <a:srgbClr val="FFFFFF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5000">
                <a:solidFill>
                  <a:srgbClr val="FFFFFF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5000">
                <a:solidFill>
                  <a:srgbClr val="FFFFFF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5000">
                <a:solidFill>
                  <a:srgbClr val="FFFFFF"/>
                </a:solidFill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6A7FD9E-E87E-084D-8FF9-D61ECC4DED69}"/>
              </a:ext>
            </a:extLst>
          </p:cNvPr>
          <p:cNvSpPr/>
          <p:nvPr userDrawn="1"/>
        </p:nvSpPr>
        <p:spPr>
          <a:xfrm>
            <a:off x="19569629" y="8635983"/>
            <a:ext cx="728129" cy="727289"/>
          </a:xfrm>
          <a:custGeom>
            <a:avLst/>
            <a:gdLst>
              <a:gd name="connsiteX0" fmla="*/ 364065 w 728129"/>
              <a:gd name="connsiteY0" fmla="*/ 727289 h 727289"/>
              <a:gd name="connsiteX1" fmla="*/ 444782 w 728129"/>
              <a:gd name="connsiteY1" fmla="*/ 718040 h 727289"/>
              <a:gd name="connsiteX2" fmla="*/ 728130 w 728129"/>
              <a:gd name="connsiteY2" fmla="*/ 364065 h 727289"/>
              <a:gd name="connsiteX3" fmla="*/ 723085 w 728129"/>
              <a:gd name="connsiteY3" fmla="*/ 303528 h 727289"/>
              <a:gd name="connsiteX4" fmla="*/ 364065 w 728129"/>
              <a:gd name="connsiteY4" fmla="*/ 0 h 727289"/>
              <a:gd name="connsiteX5" fmla="*/ 0 w 728129"/>
              <a:gd name="connsiteY5" fmla="*/ 364065 h 727289"/>
              <a:gd name="connsiteX6" fmla="*/ 364065 w 728129"/>
              <a:gd name="connsiteY6" fmla="*/ 727289 h 727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8129" h="727289">
                <a:moveTo>
                  <a:pt x="364065" y="727289"/>
                </a:moveTo>
                <a:cubicBezTo>
                  <a:pt x="391811" y="727289"/>
                  <a:pt x="419558" y="723926"/>
                  <a:pt x="444782" y="718040"/>
                </a:cubicBezTo>
                <a:cubicBezTo>
                  <a:pt x="607055" y="681046"/>
                  <a:pt x="728130" y="536428"/>
                  <a:pt x="728130" y="364065"/>
                </a:cubicBezTo>
                <a:cubicBezTo>
                  <a:pt x="728130" y="343886"/>
                  <a:pt x="726449" y="323707"/>
                  <a:pt x="723085" y="303528"/>
                </a:cubicBezTo>
                <a:cubicBezTo>
                  <a:pt x="694498" y="131164"/>
                  <a:pt x="544836" y="0"/>
                  <a:pt x="364065" y="0"/>
                </a:cubicBezTo>
                <a:cubicBezTo>
                  <a:pt x="163115" y="0"/>
                  <a:pt x="0" y="163115"/>
                  <a:pt x="0" y="364065"/>
                </a:cubicBezTo>
                <a:cubicBezTo>
                  <a:pt x="0" y="565015"/>
                  <a:pt x="163115" y="727289"/>
                  <a:pt x="364065" y="727289"/>
                </a:cubicBezTo>
              </a:path>
            </a:pathLst>
          </a:custGeom>
          <a:solidFill>
            <a:srgbClr val="4A6466"/>
          </a:solidFill>
          <a:ln w="8406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536ACE3-7A55-0648-B1CF-F37E5BC7F53D}"/>
              </a:ext>
            </a:extLst>
          </p:cNvPr>
          <p:cNvSpPr/>
          <p:nvPr userDrawn="1"/>
        </p:nvSpPr>
        <p:spPr>
          <a:xfrm>
            <a:off x="18541288" y="8779759"/>
            <a:ext cx="907266" cy="1177956"/>
          </a:xfrm>
          <a:custGeom>
            <a:avLst/>
            <a:gdLst>
              <a:gd name="connsiteX0" fmla="*/ 883724 w 907266"/>
              <a:gd name="connsiteY0" fmla="*/ 832389 h 1177956"/>
              <a:gd name="connsiteX1" fmla="*/ 907266 w 907266"/>
              <a:gd name="connsiteY1" fmla="*/ 841638 h 1177956"/>
              <a:gd name="connsiteX2" fmla="*/ 603739 w 907266"/>
              <a:gd name="connsiteY2" fmla="*/ 220289 h 1177956"/>
              <a:gd name="connsiteX3" fmla="*/ 636530 w 907266"/>
              <a:gd name="connsiteY3" fmla="*/ 0 h 1177956"/>
              <a:gd name="connsiteX4" fmla="*/ 635689 w 907266"/>
              <a:gd name="connsiteY4" fmla="*/ 0 h 1177956"/>
              <a:gd name="connsiteX5" fmla="*/ 48813 w 907266"/>
              <a:gd name="connsiteY5" fmla="*/ 705429 h 1177956"/>
              <a:gd name="connsiteX6" fmla="*/ 10137 w 907266"/>
              <a:gd name="connsiteY6" fmla="*/ 1177956 h 1177956"/>
              <a:gd name="connsiteX7" fmla="*/ 883724 w 907266"/>
              <a:gd name="connsiteY7" fmla="*/ 832389 h 1177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7266" h="1177956">
                <a:moveTo>
                  <a:pt x="883724" y="832389"/>
                </a:moveTo>
                <a:lnTo>
                  <a:pt x="907266" y="841638"/>
                </a:lnTo>
                <a:cubicBezTo>
                  <a:pt x="722291" y="697021"/>
                  <a:pt x="603739" y="472528"/>
                  <a:pt x="603739" y="220289"/>
                </a:cubicBezTo>
                <a:cubicBezTo>
                  <a:pt x="603739" y="143776"/>
                  <a:pt x="616351" y="69786"/>
                  <a:pt x="636530" y="0"/>
                </a:cubicBezTo>
                <a:lnTo>
                  <a:pt x="635689" y="0"/>
                </a:lnTo>
                <a:cubicBezTo>
                  <a:pt x="635689" y="0"/>
                  <a:pt x="196793" y="234582"/>
                  <a:pt x="48813" y="705429"/>
                </a:cubicBezTo>
                <a:cubicBezTo>
                  <a:pt x="5932" y="842478"/>
                  <a:pt x="-13406" y="999708"/>
                  <a:pt x="10137" y="1177956"/>
                </a:cubicBezTo>
                <a:cubicBezTo>
                  <a:pt x="330480" y="676001"/>
                  <a:pt x="776943" y="794553"/>
                  <a:pt x="883724" y="832389"/>
                </a:cubicBezTo>
              </a:path>
            </a:pathLst>
          </a:custGeom>
          <a:solidFill>
            <a:srgbClr val="4A6466"/>
          </a:solidFill>
          <a:ln w="8406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716AEB06-0F82-0946-8496-5422B306CDEC}"/>
              </a:ext>
            </a:extLst>
          </p:cNvPr>
          <p:cNvSpPr/>
          <p:nvPr userDrawn="1"/>
        </p:nvSpPr>
        <p:spPr>
          <a:xfrm>
            <a:off x="15181512" y="5933663"/>
            <a:ext cx="7765154" cy="8073329"/>
          </a:xfrm>
          <a:custGeom>
            <a:avLst/>
            <a:gdLst>
              <a:gd name="connsiteX0" fmla="*/ 7764757 w 7765154"/>
              <a:gd name="connsiteY0" fmla="*/ 4270407 h 8073329"/>
              <a:gd name="connsiteX1" fmla="*/ 7763076 w 7765154"/>
              <a:gd name="connsiteY1" fmla="*/ 4212391 h 8073329"/>
              <a:gd name="connsiteX2" fmla="*/ 7763076 w 7765154"/>
              <a:gd name="connsiteY2" fmla="*/ 4210710 h 8073329"/>
              <a:gd name="connsiteX3" fmla="*/ 7761394 w 7765154"/>
              <a:gd name="connsiteY3" fmla="*/ 4152695 h 8073329"/>
              <a:gd name="connsiteX4" fmla="*/ 7758871 w 7765154"/>
              <a:gd name="connsiteY4" fmla="*/ 4098043 h 8073329"/>
              <a:gd name="connsiteX5" fmla="*/ 7748782 w 7765154"/>
              <a:gd name="connsiteY5" fmla="*/ 3972764 h 8073329"/>
              <a:gd name="connsiteX6" fmla="*/ 7742896 w 7765154"/>
              <a:gd name="connsiteY6" fmla="*/ 3918953 h 8073329"/>
              <a:gd name="connsiteX7" fmla="*/ 7742056 w 7765154"/>
              <a:gd name="connsiteY7" fmla="*/ 3908023 h 8073329"/>
              <a:gd name="connsiteX8" fmla="*/ 7730285 w 7765154"/>
              <a:gd name="connsiteY8" fmla="*/ 3816376 h 8073329"/>
              <a:gd name="connsiteX9" fmla="*/ 7700016 w 7765154"/>
              <a:gd name="connsiteY9" fmla="*/ 3633082 h 8073329"/>
              <a:gd name="connsiteX10" fmla="*/ 7688245 w 7765154"/>
              <a:gd name="connsiteY10" fmla="*/ 3576749 h 8073329"/>
              <a:gd name="connsiteX11" fmla="*/ 7668906 w 7765154"/>
              <a:gd name="connsiteY11" fmla="*/ 3486784 h 8073329"/>
              <a:gd name="connsiteX12" fmla="*/ 7661339 w 7765154"/>
              <a:gd name="connsiteY12" fmla="*/ 3454834 h 8073329"/>
              <a:gd name="connsiteX13" fmla="*/ 7583145 w 7765154"/>
              <a:gd name="connsiteY13" fmla="*/ 3180734 h 8073329"/>
              <a:gd name="connsiteX14" fmla="*/ 7568851 w 7765154"/>
              <a:gd name="connsiteY14" fmla="*/ 3138694 h 8073329"/>
              <a:gd name="connsiteX15" fmla="*/ 7549513 w 7765154"/>
              <a:gd name="connsiteY15" fmla="*/ 3082361 h 8073329"/>
              <a:gd name="connsiteX16" fmla="*/ 7532697 w 7765154"/>
              <a:gd name="connsiteY16" fmla="*/ 3036958 h 8073329"/>
              <a:gd name="connsiteX17" fmla="*/ 7507473 w 7765154"/>
              <a:gd name="connsiteY17" fmla="*/ 2973057 h 8073329"/>
              <a:gd name="connsiteX18" fmla="*/ 7460389 w 7765154"/>
              <a:gd name="connsiteY18" fmla="*/ 2860390 h 8073329"/>
              <a:gd name="connsiteX19" fmla="*/ 7403215 w 7765154"/>
              <a:gd name="connsiteY19" fmla="*/ 2736793 h 8073329"/>
              <a:gd name="connsiteX20" fmla="*/ 7383876 w 7765154"/>
              <a:gd name="connsiteY20" fmla="*/ 2696435 h 8073329"/>
              <a:gd name="connsiteX21" fmla="*/ 7363697 w 7765154"/>
              <a:gd name="connsiteY21" fmla="*/ 2656077 h 8073329"/>
              <a:gd name="connsiteX22" fmla="*/ 7322498 w 7765154"/>
              <a:gd name="connsiteY22" fmla="*/ 2577042 h 8073329"/>
              <a:gd name="connsiteX23" fmla="*/ 7294752 w 7765154"/>
              <a:gd name="connsiteY23" fmla="*/ 2525753 h 8073329"/>
              <a:gd name="connsiteX24" fmla="*/ 7256916 w 7765154"/>
              <a:gd name="connsiteY24" fmla="*/ 2461012 h 8073329"/>
              <a:gd name="connsiteX25" fmla="*/ 7234215 w 7765154"/>
              <a:gd name="connsiteY25" fmla="*/ 2422335 h 8073329"/>
              <a:gd name="connsiteX26" fmla="*/ 7163587 w 7765154"/>
              <a:gd name="connsiteY26" fmla="*/ 2309669 h 8073329"/>
              <a:gd name="connsiteX27" fmla="*/ 7138364 w 7765154"/>
              <a:gd name="connsiteY27" fmla="*/ 2272674 h 8073329"/>
              <a:gd name="connsiteX28" fmla="*/ 7113140 w 7765154"/>
              <a:gd name="connsiteY28" fmla="*/ 2235678 h 8073329"/>
              <a:gd name="connsiteX29" fmla="*/ 7035786 w 7765154"/>
              <a:gd name="connsiteY29" fmla="*/ 2128056 h 8073329"/>
              <a:gd name="connsiteX30" fmla="*/ 6954229 w 7765154"/>
              <a:gd name="connsiteY30" fmla="*/ 2022957 h 8073329"/>
              <a:gd name="connsiteX31" fmla="*/ 6926483 w 7765154"/>
              <a:gd name="connsiteY31" fmla="*/ 1988484 h 8073329"/>
              <a:gd name="connsiteX32" fmla="*/ 6897896 w 7765154"/>
              <a:gd name="connsiteY32" fmla="*/ 1954852 h 8073329"/>
              <a:gd name="connsiteX33" fmla="*/ 6869308 w 7765154"/>
              <a:gd name="connsiteY33" fmla="*/ 1921220 h 8073329"/>
              <a:gd name="connsiteX34" fmla="*/ 6810453 w 7765154"/>
              <a:gd name="connsiteY34" fmla="*/ 1855638 h 8073329"/>
              <a:gd name="connsiteX35" fmla="*/ 6781025 w 7765154"/>
              <a:gd name="connsiteY35" fmla="*/ 1822847 h 8073329"/>
              <a:gd name="connsiteX36" fmla="*/ 6720488 w 7765154"/>
              <a:gd name="connsiteY36" fmla="*/ 1758947 h 8073329"/>
              <a:gd name="connsiteX37" fmla="*/ 6720488 w 7765154"/>
              <a:gd name="connsiteY37" fmla="*/ 1758947 h 8073329"/>
              <a:gd name="connsiteX38" fmla="*/ 6689378 w 7765154"/>
              <a:gd name="connsiteY38" fmla="*/ 1727837 h 8073329"/>
              <a:gd name="connsiteX39" fmla="*/ 6626318 w 7765154"/>
              <a:gd name="connsiteY39" fmla="*/ 1666459 h 8073329"/>
              <a:gd name="connsiteX40" fmla="*/ 6598572 w 7765154"/>
              <a:gd name="connsiteY40" fmla="*/ 1639554 h 8073329"/>
              <a:gd name="connsiteX41" fmla="*/ 6462363 w 7765154"/>
              <a:gd name="connsiteY41" fmla="*/ 1518479 h 8073329"/>
              <a:gd name="connsiteX42" fmla="*/ 6432094 w 7765154"/>
              <a:gd name="connsiteY42" fmla="*/ 1493255 h 8073329"/>
              <a:gd name="connsiteX43" fmla="*/ 6425368 w 7765154"/>
              <a:gd name="connsiteY43" fmla="*/ 1487369 h 8073329"/>
              <a:gd name="connsiteX44" fmla="*/ 6394259 w 7765154"/>
              <a:gd name="connsiteY44" fmla="*/ 1462145 h 8073329"/>
              <a:gd name="connsiteX45" fmla="*/ 6286636 w 7765154"/>
              <a:gd name="connsiteY45" fmla="*/ 1378907 h 8073329"/>
              <a:gd name="connsiteX46" fmla="*/ 6253845 w 7765154"/>
              <a:gd name="connsiteY46" fmla="*/ 1354524 h 8073329"/>
              <a:gd name="connsiteX47" fmla="*/ 6217691 w 7765154"/>
              <a:gd name="connsiteY47" fmla="*/ 1328459 h 8073329"/>
              <a:gd name="connsiteX48" fmla="*/ 6186582 w 7765154"/>
              <a:gd name="connsiteY48" fmla="*/ 1306598 h 8073329"/>
              <a:gd name="connsiteX49" fmla="*/ 6145383 w 7765154"/>
              <a:gd name="connsiteY49" fmla="*/ 1278011 h 8073329"/>
              <a:gd name="connsiteX50" fmla="*/ 6139497 w 7765154"/>
              <a:gd name="connsiteY50" fmla="*/ 1270444 h 8073329"/>
              <a:gd name="connsiteX51" fmla="*/ 5144835 w 7765154"/>
              <a:gd name="connsiteY51" fmla="*/ 0 h 8073329"/>
              <a:gd name="connsiteX52" fmla="*/ 5140631 w 7765154"/>
              <a:gd name="connsiteY52" fmla="*/ 2522 h 8073329"/>
              <a:gd name="connsiteX53" fmla="*/ 5186034 w 7765154"/>
              <a:gd name="connsiteY53" fmla="*/ 512045 h 8073329"/>
              <a:gd name="connsiteX54" fmla="*/ 5170059 w 7765154"/>
              <a:gd name="connsiteY54" fmla="*/ 813050 h 8073329"/>
              <a:gd name="connsiteX55" fmla="*/ 5036372 w 7765154"/>
              <a:gd name="connsiteY55" fmla="*/ 1425991 h 8073329"/>
              <a:gd name="connsiteX56" fmla="*/ 5009467 w 7765154"/>
              <a:gd name="connsiteY56" fmla="*/ 1436081 h 8073329"/>
              <a:gd name="connsiteX57" fmla="*/ 3992102 w 7765154"/>
              <a:gd name="connsiteY57" fmla="*/ 2836848 h 8073329"/>
              <a:gd name="connsiteX58" fmla="*/ 4005555 w 7765154"/>
              <a:gd name="connsiteY58" fmla="*/ 2826758 h 8073329"/>
              <a:gd name="connsiteX59" fmla="*/ 4552914 w 7765154"/>
              <a:gd name="connsiteY59" fmla="*/ 2307146 h 8073329"/>
              <a:gd name="connsiteX60" fmla="*/ 4753023 w 7765154"/>
              <a:gd name="connsiteY60" fmla="*/ 2281081 h 8073329"/>
              <a:gd name="connsiteX61" fmla="*/ 5228074 w 7765154"/>
              <a:gd name="connsiteY61" fmla="*/ 2442514 h 8073329"/>
              <a:gd name="connsiteX62" fmla="*/ 5536646 w 7765154"/>
              <a:gd name="connsiteY62" fmla="*/ 3065545 h 8073329"/>
              <a:gd name="connsiteX63" fmla="*/ 5529919 w 7765154"/>
              <a:gd name="connsiteY63" fmla="*/ 3167281 h 8073329"/>
              <a:gd name="connsiteX64" fmla="*/ 4752183 w 7765154"/>
              <a:gd name="connsiteY64" fmla="*/ 3849167 h 8073329"/>
              <a:gd name="connsiteX65" fmla="*/ 4603362 w 7765154"/>
              <a:gd name="connsiteY65" fmla="*/ 3839078 h 8073329"/>
              <a:gd name="connsiteX66" fmla="*/ 4566367 w 7765154"/>
              <a:gd name="connsiteY66" fmla="*/ 3837396 h 8073329"/>
              <a:gd name="connsiteX67" fmla="*/ 4462108 w 7765154"/>
              <a:gd name="connsiteY67" fmla="*/ 3834033 h 8073329"/>
              <a:gd name="connsiteX68" fmla="*/ 3395137 w 7765154"/>
              <a:gd name="connsiteY68" fmla="*/ 4210710 h 8073329"/>
              <a:gd name="connsiteX69" fmla="*/ 3395978 w 7765154"/>
              <a:gd name="connsiteY69" fmla="*/ 4213232 h 8073329"/>
              <a:gd name="connsiteX70" fmla="*/ 0 w 7765154"/>
              <a:gd name="connsiteY70" fmla="*/ 4213232 h 8073329"/>
              <a:gd name="connsiteX71" fmla="*/ 229537 w 7765154"/>
              <a:gd name="connsiteY71" fmla="*/ 4595795 h 8073329"/>
              <a:gd name="connsiteX72" fmla="*/ 435533 w 7765154"/>
              <a:gd name="connsiteY72" fmla="*/ 4787496 h 8073329"/>
              <a:gd name="connsiteX73" fmla="*/ 449826 w 7765154"/>
              <a:gd name="connsiteY73" fmla="*/ 4798427 h 8073329"/>
              <a:gd name="connsiteX74" fmla="*/ 1007274 w 7765154"/>
              <a:gd name="connsiteY74" fmla="*/ 5030487 h 8073329"/>
              <a:gd name="connsiteX75" fmla="*/ 1215792 w 7765154"/>
              <a:gd name="connsiteY75" fmla="*/ 5047303 h 8073329"/>
              <a:gd name="connsiteX76" fmla="*/ 2522390 w 7765154"/>
              <a:gd name="connsiteY76" fmla="*/ 5047303 h 8073329"/>
              <a:gd name="connsiteX77" fmla="*/ 1779967 w 7765154"/>
              <a:gd name="connsiteY77" fmla="*/ 5386143 h 8073329"/>
              <a:gd name="connsiteX78" fmla="*/ 1154414 w 7765154"/>
              <a:gd name="connsiteY78" fmla="*/ 5539168 h 8073329"/>
              <a:gd name="connsiteX79" fmla="*/ 1023250 w 7765154"/>
              <a:gd name="connsiteY79" fmla="*/ 5545895 h 8073329"/>
              <a:gd name="connsiteX80" fmla="*/ 788667 w 7765154"/>
              <a:gd name="connsiteY80" fmla="*/ 5524875 h 8073329"/>
              <a:gd name="connsiteX81" fmla="*/ 586876 w 7765154"/>
              <a:gd name="connsiteY81" fmla="*/ 5471064 h 8073329"/>
              <a:gd name="connsiteX82" fmla="*/ 333796 w 7765154"/>
              <a:gd name="connsiteY82" fmla="*/ 5349149 h 8073329"/>
              <a:gd name="connsiteX83" fmla="*/ 258125 w 7765154"/>
              <a:gd name="connsiteY83" fmla="*/ 5297860 h 8073329"/>
              <a:gd name="connsiteX84" fmla="*/ 343886 w 7765154"/>
              <a:gd name="connsiteY84" fmla="*/ 5500492 h 8073329"/>
              <a:gd name="connsiteX85" fmla="*/ 774374 w 7765154"/>
              <a:gd name="connsiteY85" fmla="*/ 5977223 h 8073329"/>
              <a:gd name="connsiteX86" fmla="*/ 804642 w 7765154"/>
              <a:gd name="connsiteY86" fmla="*/ 5996562 h 8073329"/>
              <a:gd name="connsiteX87" fmla="*/ 982051 w 7765154"/>
              <a:gd name="connsiteY87" fmla="*/ 6089891 h 8073329"/>
              <a:gd name="connsiteX88" fmla="*/ 1495777 w 7765154"/>
              <a:gd name="connsiteY88" fmla="*/ 6195831 h 8073329"/>
              <a:gd name="connsiteX89" fmla="*/ 1513434 w 7765154"/>
              <a:gd name="connsiteY89" fmla="*/ 6195831 h 8073329"/>
              <a:gd name="connsiteX90" fmla="*/ 2072564 w 7765154"/>
              <a:gd name="connsiteY90" fmla="*/ 6115115 h 8073329"/>
              <a:gd name="connsiteX91" fmla="*/ 2108718 w 7765154"/>
              <a:gd name="connsiteY91" fmla="*/ 6104184 h 8073329"/>
              <a:gd name="connsiteX92" fmla="*/ 2737634 w 7765154"/>
              <a:gd name="connsiteY92" fmla="*/ 5898189 h 8073329"/>
              <a:gd name="connsiteX93" fmla="*/ 2848619 w 7765154"/>
              <a:gd name="connsiteY93" fmla="*/ 5865398 h 8073329"/>
              <a:gd name="connsiteX94" fmla="*/ 2894863 w 7765154"/>
              <a:gd name="connsiteY94" fmla="*/ 5851945 h 8073329"/>
              <a:gd name="connsiteX95" fmla="*/ 2778833 w 7765154"/>
              <a:gd name="connsiteY95" fmla="*/ 6010015 h 8073329"/>
              <a:gd name="connsiteX96" fmla="*/ 2704002 w 7765154"/>
              <a:gd name="connsiteY96" fmla="*/ 6103343 h 8073329"/>
              <a:gd name="connsiteX97" fmla="*/ 1820325 w 7765154"/>
              <a:gd name="connsiteY97" fmla="*/ 6598573 h 8073329"/>
              <a:gd name="connsiteX98" fmla="*/ 1742131 w 7765154"/>
              <a:gd name="connsiteY98" fmla="*/ 6606981 h 8073329"/>
              <a:gd name="connsiteX99" fmla="*/ 1711862 w 7765154"/>
              <a:gd name="connsiteY99" fmla="*/ 6608662 h 8073329"/>
              <a:gd name="connsiteX100" fmla="*/ 1660573 w 7765154"/>
              <a:gd name="connsiteY100" fmla="*/ 6611184 h 8073329"/>
              <a:gd name="connsiteX101" fmla="*/ 1621897 w 7765154"/>
              <a:gd name="connsiteY101" fmla="*/ 6612025 h 8073329"/>
              <a:gd name="connsiteX102" fmla="*/ 1501663 w 7765154"/>
              <a:gd name="connsiteY102" fmla="*/ 6606140 h 8073329"/>
              <a:gd name="connsiteX103" fmla="*/ 1142643 w 7765154"/>
              <a:gd name="connsiteY103" fmla="*/ 6540558 h 8073329"/>
              <a:gd name="connsiteX104" fmla="*/ 1142643 w 7765154"/>
              <a:gd name="connsiteY104" fmla="*/ 6540558 h 8073329"/>
              <a:gd name="connsiteX105" fmla="*/ 1006434 w 7765154"/>
              <a:gd name="connsiteY105" fmla="*/ 6475816 h 8073329"/>
              <a:gd name="connsiteX106" fmla="*/ 1006434 w 7765154"/>
              <a:gd name="connsiteY106" fmla="*/ 6475816 h 8073329"/>
              <a:gd name="connsiteX107" fmla="*/ 924876 w 7765154"/>
              <a:gd name="connsiteY107" fmla="*/ 6427050 h 8073329"/>
              <a:gd name="connsiteX108" fmla="*/ 1040065 w 7765154"/>
              <a:gd name="connsiteY108" fmla="*/ 6599413 h 8073329"/>
              <a:gd name="connsiteX109" fmla="*/ 1535295 w 7765154"/>
              <a:gd name="connsiteY109" fmla="*/ 6982817 h 8073329"/>
              <a:gd name="connsiteX110" fmla="*/ 1535295 w 7765154"/>
              <a:gd name="connsiteY110" fmla="*/ 6982817 h 8073329"/>
              <a:gd name="connsiteX111" fmla="*/ 1535295 w 7765154"/>
              <a:gd name="connsiteY111" fmla="*/ 6982817 h 8073329"/>
              <a:gd name="connsiteX112" fmla="*/ 1653006 w 7765154"/>
              <a:gd name="connsiteY112" fmla="*/ 7028219 h 8073329"/>
              <a:gd name="connsiteX113" fmla="*/ 1801827 w 7765154"/>
              <a:gd name="connsiteY113" fmla="*/ 7067737 h 8073329"/>
              <a:gd name="connsiteX114" fmla="*/ 2061633 w 7765154"/>
              <a:gd name="connsiteY114" fmla="*/ 7093802 h 8073329"/>
              <a:gd name="connsiteX115" fmla="*/ 2513982 w 7765154"/>
              <a:gd name="connsiteY115" fmla="*/ 7035787 h 8073329"/>
              <a:gd name="connsiteX116" fmla="*/ 2636738 w 7765154"/>
              <a:gd name="connsiteY116" fmla="*/ 6995428 h 8073329"/>
              <a:gd name="connsiteX117" fmla="*/ 2636738 w 7765154"/>
              <a:gd name="connsiteY117" fmla="*/ 6995428 h 8073329"/>
              <a:gd name="connsiteX118" fmla="*/ 3617107 w 7765154"/>
              <a:gd name="connsiteY118" fmla="*/ 6488428 h 8073329"/>
              <a:gd name="connsiteX119" fmla="*/ 3617107 w 7765154"/>
              <a:gd name="connsiteY119" fmla="*/ 6488428 h 8073329"/>
              <a:gd name="connsiteX120" fmla="*/ 2584609 w 7765154"/>
              <a:gd name="connsiteY120" fmla="*/ 7398170 h 8073329"/>
              <a:gd name="connsiteX121" fmla="*/ 2520708 w 7765154"/>
              <a:gd name="connsiteY121" fmla="*/ 7414145 h 8073329"/>
              <a:gd name="connsiteX122" fmla="*/ 2229793 w 7765154"/>
              <a:gd name="connsiteY122" fmla="*/ 7446095 h 8073329"/>
              <a:gd name="connsiteX123" fmla="*/ 2160848 w 7765154"/>
              <a:gd name="connsiteY123" fmla="*/ 7444414 h 8073329"/>
              <a:gd name="connsiteX124" fmla="*/ 2160848 w 7765154"/>
              <a:gd name="connsiteY124" fmla="*/ 7444414 h 8073329"/>
              <a:gd name="connsiteX125" fmla="*/ 2160848 w 7765154"/>
              <a:gd name="connsiteY125" fmla="*/ 7444414 h 8073329"/>
              <a:gd name="connsiteX126" fmla="*/ 2012026 w 7765154"/>
              <a:gd name="connsiteY126" fmla="*/ 7427598 h 8073329"/>
              <a:gd name="connsiteX127" fmla="*/ 2586291 w 7765154"/>
              <a:gd name="connsiteY127" fmla="*/ 7689086 h 8073329"/>
              <a:gd name="connsiteX128" fmla="*/ 2586291 w 7765154"/>
              <a:gd name="connsiteY128" fmla="*/ 7689086 h 8073329"/>
              <a:gd name="connsiteX129" fmla="*/ 2590494 w 7765154"/>
              <a:gd name="connsiteY129" fmla="*/ 7690767 h 8073329"/>
              <a:gd name="connsiteX130" fmla="*/ 2587131 w 7765154"/>
              <a:gd name="connsiteY130" fmla="*/ 7689086 h 8073329"/>
              <a:gd name="connsiteX131" fmla="*/ 2737634 w 7765154"/>
              <a:gd name="connsiteY131" fmla="*/ 7704220 h 8073329"/>
              <a:gd name="connsiteX132" fmla="*/ 2765380 w 7765154"/>
              <a:gd name="connsiteY132" fmla="*/ 7705061 h 8073329"/>
              <a:gd name="connsiteX133" fmla="*/ 2796490 w 7765154"/>
              <a:gd name="connsiteY133" fmla="*/ 7705061 h 8073329"/>
              <a:gd name="connsiteX134" fmla="*/ 3429610 w 7765154"/>
              <a:gd name="connsiteY134" fmla="*/ 7541106 h 8073329"/>
              <a:gd name="connsiteX135" fmla="*/ 4387277 w 7765154"/>
              <a:gd name="connsiteY135" fmla="*/ 6923120 h 8073329"/>
              <a:gd name="connsiteX136" fmla="*/ 3436336 w 7765154"/>
              <a:gd name="connsiteY136" fmla="*/ 7948892 h 8073329"/>
              <a:gd name="connsiteX137" fmla="*/ 3226137 w 7765154"/>
              <a:gd name="connsiteY137" fmla="*/ 7994295 h 8073329"/>
              <a:gd name="connsiteX138" fmla="*/ 3673440 w 7765154"/>
              <a:gd name="connsiteY138" fmla="*/ 8073330 h 8073329"/>
              <a:gd name="connsiteX139" fmla="*/ 4088794 w 7765154"/>
              <a:gd name="connsiteY139" fmla="*/ 8006066 h 8073329"/>
              <a:gd name="connsiteX140" fmla="*/ 4452859 w 7765154"/>
              <a:gd name="connsiteY140" fmla="*/ 7814365 h 8073329"/>
              <a:gd name="connsiteX141" fmla="*/ 5187716 w 7765154"/>
              <a:gd name="connsiteY141" fmla="*/ 7147613 h 8073329"/>
              <a:gd name="connsiteX142" fmla="*/ 5182671 w 7765154"/>
              <a:gd name="connsiteY142" fmla="*/ 7147613 h 8073329"/>
              <a:gd name="connsiteX143" fmla="*/ 5188556 w 7765154"/>
              <a:gd name="connsiteY143" fmla="*/ 7146772 h 8073329"/>
              <a:gd name="connsiteX144" fmla="*/ 5188556 w 7765154"/>
              <a:gd name="connsiteY144" fmla="*/ 7150976 h 8073329"/>
              <a:gd name="connsiteX145" fmla="*/ 4894277 w 7765154"/>
              <a:gd name="connsiteY145" fmla="*/ 7920305 h 8073329"/>
              <a:gd name="connsiteX146" fmla="*/ 4912775 w 7765154"/>
              <a:gd name="connsiteY146" fmla="*/ 7916101 h 8073329"/>
              <a:gd name="connsiteX147" fmla="*/ 5052347 w 7765154"/>
              <a:gd name="connsiteY147" fmla="*/ 7880788 h 8073329"/>
              <a:gd name="connsiteX148" fmla="*/ 5092705 w 7765154"/>
              <a:gd name="connsiteY148" fmla="*/ 7869016 h 8073329"/>
              <a:gd name="connsiteX149" fmla="*/ 5143994 w 7765154"/>
              <a:gd name="connsiteY149" fmla="*/ 7854723 h 8073329"/>
              <a:gd name="connsiteX150" fmla="*/ 5263387 w 7765154"/>
              <a:gd name="connsiteY150" fmla="*/ 7816887 h 8073329"/>
              <a:gd name="connsiteX151" fmla="*/ 5423139 w 7765154"/>
              <a:gd name="connsiteY151" fmla="*/ 7758872 h 8073329"/>
              <a:gd name="connsiteX152" fmla="*/ 5492925 w 7765154"/>
              <a:gd name="connsiteY152" fmla="*/ 7731125 h 8073329"/>
              <a:gd name="connsiteX153" fmla="*/ 5499651 w 7765154"/>
              <a:gd name="connsiteY153" fmla="*/ 7728603 h 8073329"/>
              <a:gd name="connsiteX154" fmla="*/ 5555985 w 7765154"/>
              <a:gd name="connsiteY154" fmla="*/ 7704220 h 8073329"/>
              <a:gd name="connsiteX155" fmla="*/ 5585412 w 7765154"/>
              <a:gd name="connsiteY155" fmla="*/ 7690767 h 8073329"/>
              <a:gd name="connsiteX156" fmla="*/ 5639223 w 7765154"/>
              <a:gd name="connsiteY156" fmla="*/ 7665543 h 8073329"/>
              <a:gd name="connsiteX157" fmla="*/ 5658562 w 7765154"/>
              <a:gd name="connsiteY157" fmla="*/ 7656294 h 8073329"/>
              <a:gd name="connsiteX158" fmla="*/ 5795611 w 7765154"/>
              <a:gd name="connsiteY158" fmla="*/ 7588190 h 8073329"/>
              <a:gd name="connsiteX159" fmla="*/ 5798975 w 7765154"/>
              <a:gd name="connsiteY159" fmla="*/ 7586509 h 8073329"/>
              <a:gd name="connsiteX160" fmla="*/ 5867920 w 7765154"/>
              <a:gd name="connsiteY160" fmla="*/ 7548673 h 8073329"/>
              <a:gd name="connsiteX161" fmla="*/ 5939388 w 7765154"/>
              <a:gd name="connsiteY161" fmla="*/ 7508315 h 8073329"/>
              <a:gd name="connsiteX162" fmla="*/ 6009174 w 7765154"/>
              <a:gd name="connsiteY162" fmla="*/ 7466275 h 8073329"/>
              <a:gd name="connsiteX163" fmla="*/ 6010015 w 7765154"/>
              <a:gd name="connsiteY163" fmla="*/ 7465434 h 8073329"/>
              <a:gd name="connsiteX164" fmla="*/ 6078119 w 7765154"/>
              <a:gd name="connsiteY164" fmla="*/ 7422553 h 8073329"/>
              <a:gd name="connsiteX165" fmla="*/ 6078119 w 7765154"/>
              <a:gd name="connsiteY165" fmla="*/ 7422553 h 8073329"/>
              <a:gd name="connsiteX166" fmla="*/ 6146223 w 7765154"/>
              <a:gd name="connsiteY166" fmla="*/ 7377150 h 8073329"/>
              <a:gd name="connsiteX167" fmla="*/ 6212647 w 7765154"/>
              <a:gd name="connsiteY167" fmla="*/ 7331747 h 8073329"/>
              <a:gd name="connsiteX168" fmla="*/ 6213487 w 7765154"/>
              <a:gd name="connsiteY168" fmla="*/ 7330907 h 8073329"/>
              <a:gd name="connsiteX169" fmla="*/ 6279910 w 7765154"/>
              <a:gd name="connsiteY169" fmla="*/ 7282981 h 8073329"/>
              <a:gd name="connsiteX170" fmla="*/ 6344652 w 7765154"/>
              <a:gd name="connsiteY170" fmla="*/ 7233374 h 8073329"/>
              <a:gd name="connsiteX171" fmla="*/ 6401826 w 7765154"/>
              <a:gd name="connsiteY171" fmla="*/ 7187130 h 8073329"/>
              <a:gd name="connsiteX172" fmla="*/ 6422005 w 7765154"/>
              <a:gd name="connsiteY172" fmla="*/ 7171155 h 8073329"/>
              <a:gd name="connsiteX173" fmla="*/ 6469090 w 7765154"/>
              <a:gd name="connsiteY173" fmla="*/ 7131638 h 8073329"/>
              <a:gd name="connsiteX174" fmla="*/ 6472453 w 7765154"/>
              <a:gd name="connsiteY174" fmla="*/ 7128274 h 8073329"/>
              <a:gd name="connsiteX175" fmla="*/ 6532149 w 7765154"/>
              <a:gd name="connsiteY175" fmla="*/ 7076145 h 8073329"/>
              <a:gd name="connsiteX176" fmla="*/ 6636408 w 7765154"/>
              <a:gd name="connsiteY176" fmla="*/ 6979454 h 8073329"/>
              <a:gd name="connsiteX177" fmla="*/ 6670040 w 7765154"/>
              <a:gd name="connsiteY177" fmla="*/ 6946663 h 8073329"/>
              <a:gd name="connsiteX178" fmla="*/ 6703672 w 7765154"/>
              <a:gd name="connsiteY178" fmla="*/ 6913031 h 8073329"/>
              <a:gd name="connsiteX179" fmla="*/ 6730578 w 7765154"/>
              <a:gd name="connsiteY179" fmla="*/ 6885284 h 8073329"/>
              <a:gd name="connsiteX180" fmla="*/ 7180404 w 7765154"/>
              <a:gd name="connsiteY180" fmla="*/ 6315224 h 8073329"/>
              <a:gd name="connsiteX181" fmla="*/ 7203946 w 7765154"/>
              <a:gd name="connsiteY181" fmla="*/ 6277388 h 8073329"/>
              <a:gd name="connsiteX182" fmla="*/ 7251871 w 7765154"/>
              <a:gd name="connsiteY182" fmla="*/ 6199194 h 8073329"/>
              <a:gd name="connsiteX183" fmla="*/ 7292230 w 7765154"/>
              <a:gd name="connsiteY183" fmla="*/ 6128567 h 8073329"/>
              <a:gd name="connsiteX184" fmla="*/ 7302319 w 7765154"/>
              <a:gd name="connsiteY184" fmla="*/ 6110069 h 8073329"/>
              <a:gd name="connsiteX185" fmla="*/ 7321657 w 7765154"/>
              <a:gd name="connsiteY185" fmla="*/ 6073915 h 8073329"/>
              <a:gd name="connsiteX186" fmla="*/ 7336792 w 7765154"/>
              <a:gd name="connsiteY186" fmla="*/ 6045328 h 8073329"/>
              <a:gd name="connsiteX187" fmla="*/ 7357812 w 7765154"/>
              <a:gd name="connsiteY187" fmla="*/ 6005811 h 8073329"/>
              <a:gd name="connsiteX188" fmla="*/ 7377991 w 7765154"/>
              <a:gd name="connsiteY188" fmla="*/ 5966293 h 8073329"/>
              <a:gd name="connsiteX189" fmla="*/ 7397329 w 7765154"/>
              <a:gd name="connsiteY189" fmla="*/ 5925935 h 8073329"/>
              <a:gd name="connsiteX190" fmla="*/ 7454503 w 7765154"/>
              <a:gd name="connsiteY190" fmla="*/ 5800656 h 8073329"/>
              <a:gd name="connsiteX191" fmla="*/ 7488135 w 7765154"/>
              <a:gd name="connsiteY191" fmla="*/ 5720781 h 8073329"/>
              <a:gd name="connsiteX192" fmla="*/ 7520926 w 7765154"/>
              <a:gd name="connsiteY192" fmla="*/ 5636701 h 8073329"/>
              <a:gd name="connsiteX193" fmla="*/ 7552036 w 7765154"/>
              <a:gd name="connsiteY193" fmla="*/ 5552622 h 8073329"/>
              <a:gd name="connsiteX194" fmla="*/ 7608369 w 7765154"/>
              <a:gd name="connsiteY194" fmla="*/ 5377736 h 8073329"/>
              <a:gd name="connsiteX195" fmla="*/ 7620140 w 7765154"/>
              <a:gd name="connsiteY195" fmla="*/ 5338218 h 8073329"/>
              <a:gd name="connsiteX196" fmla="*/ 7627707 w 7765154"/>
              <a:gd name="connsiteY196" fmla="*/ 5311313 h 8073329"/>
              <a:gd name="connsiteX197" fmla="*/ 7639478 w 7765154"/>
              <a:gd name="connsiteY197" fmla="*/ 5267591 h 8073329"/>
              <a:gd name="connsiteX198" fmla="*/ 7646205 w 7765154"/>
              <a:gd name="connsiteY198" fmla="*/ 5242367 h 8073329"/>
              <a:gd name="connsiteX199" fmla="*/ 7655454 w 7765154"/>
              <a:gd name="connsiteY199" fmla="*/ 5204532 h 8073329"/>
              <a:gd name="connsiteX200" fmla="*/ 7703379 w 7765154"/>
              <a:gd name="connsiteY200" fmla="*/ 4978357 h 8073329"/>
              <a:gd name="connsiteX201" fmla="*/ 7719354 w 7765154"/>
              <a:gd name="connsiteY201" fmla="*/ 4880825 h 8073329"/>
              <a:gd name="connsiteX202" fmla="*/ 7752145 w 7765154"/>
              <a:gd name="connsiteY202" fmla="*/ 4580660 h 8073329"/>
              <a:gd name="connsiteX203" fmla="*/ 7754668 w 7765154"/>
              <a:gd name="connsiteY203" fmla="*/ 4540302 h 8073329"/>
              <a:gd name="connsiteX204" fmla="*/ 7757190 w 7765154"/>
              <a:gd name="connsiteY204" fmla="*/ 4481446 h 8073329"/>
              <a:gd name="connsiteX205" fmla="*/ 7758871 w 7765154"/>
              <a:gd name="connsiteY205" fmla="*/ 4430999 h 8073329"/>
              <a:gd name="connsiteX206" fmla="*/ 7759712 w 7765154"/>
              <a:gd name="connsiteY206" fmla="*/ 4329262 h 8073329"/>
              <a:gd name="connsiteX207" fmla="*/ 7764757 w 7765154"/>
              <a:gd name="connsiteY207" fmla="*/ 4270407 h 8073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</a:cxnLst>
            <a:rect l="l" t="t" r="r" b="b"/>
            <a:pathLst>
              <a:path w="7765154" h="8073329">
                <a:moveTo>
                  <a:pt x="7764757" y="4270407"/>
                </a:moveTo>
                <a:cubicBezTo>
                  <a:pt x="7764757" y="4251068"/>
                  <a:pt x="7763916" y="4231730"/>
                  <a:pt x="7763076" y="4212391"/>
                </a:cubicBezTo>
                <a:lnTo>
                  <a:pt x="7763076" y="4210710"/>
                </a:lnTo>
                <a:cubicBezTo>
                  <a:pt x="7763076" y="4191371"/>
                  <a:pt x="7762235" y="4171192"/>
                  <a:pt x="7761394" y="4152695"/>
                </a:cubicBezTo>
                <a:cubicBezTo>
                  <a:pt x="7760553" y="4134197"/>
                  <a:pt x="7759712" y="4115700"/>
                  <a:pt x="7758871" y="4098043"/>
                </a:cubicBezTo>
                <a:cubicBezTo>
                  <a:pt x="7756349" y="4056844"/>
                  <a:pt x="7752986" y="4014804"/>
                  <a:pt x="7748782" y="3972764"/>
                </a:cubicBezTo>
                <a:cubicBezTo>
                  <a:pt x="7747100" y="3955108"/>
                  <a:pt x="7745419" y="3936610"/>
                  <a:pt x="7742896" y="3918953"/>
                </a:cubicBezTo>
                <a:cubicBezTo>
                  <a:pt x="7742896" y="3915590"/>
                  <a:pt x="7742896" y="3911386"/>
                  <a:pt x="7742056" y="3908023"/>
                </a:cubicBezTo>
                <a:cubicBezTo>
                  <a:pt x="7738693" y="3876914"/>
                  <a:pt x="7734488" y="3846645"/>
                  <a:pt x="7730285" y="3816376"/>
                </a:cubicBezTo>
                <a:cubicBezTo>
                  <a:pt x="7721876" y="3754998"/>
                  <a:pt x="7711787" y="3693620"/>
                  <a:pt x="7700016" y="3633082"/>
                </a:cubicBezTo>
                <a:cubicBezTo>
                  <a:pt x="7696653" y="3613744"/>
                  <a:pt x="7692448" y="3595247"/>
                  <a:pt x="7688245" y="3576749"/>
                </a:cubicBezTo>
                <a:cubicBezTo>
                  <a:pt x="7682359" y="3546480"/>
                  <a:pt x="7675633" y="3516212"/>
                  <a:pt x="7668906" y="3486784"/>
                </a:cubicBezTo>
                <a:cubicBezTo>
                  <a:pt x="7666384" y="3476694"/>
                  <a:pt x="7663862" y="3465764"/>
                  <a:pt x="7661339" y="3454834"/>
                </a:cubicBezTo>
                <a:cubicBezTo>
                  <a:pt x="7638638" y="3361505"/>
                  <a:pt x="7612573" y="3270699"/>
                  <a:pt x="7583145" y="3180734"/>
                </a:cubicBezTo>
                <a:cubicBezTo>
                  <a:pt x="7578100" y="3166440"/>
                  <a:pt x="7573055" y="3152988"/>
                  <a:pt x="7568851" y="3138694"/>
                </a:cubicBezTo>
                <a:cubicBezTo>
                  <a:pt x="7562966" y="3120197"/>
                  <a:pt x="7556240" y="3100858"/>
                  <a:pt x="7549513" y="3082361"/>
                </a:cubicBezTo>
                <a:cubicBezTo>
                  <a:pt x="7543628" y="3067226"/>
                  <a:pt x="7538583" y="3052092"/>
                  <a:pt x="7532697" y="3036958"/>
                </a:cubicBezTo>
                <a:cubicBezTo>
                  <a:pt x="7524289" y="3015938"/>
                  <a:pt x="7516722" y="2994918"/>
                  <a:pt x="7507473" y="2973057"/>
                </a:cubicBezTo>
                <a:cubicBezTo>
                  <a:pt x="7492339" y="2935221"/>
                  <a:pt x="7477205" y="2897385"/>
                  <a:pt x="7460389" y="2860390"/>
                </a:cubicBezTo>
                <a:cubicBezTo>
                  <a:pt x="7441891" y="2818351"/>
                  <a:pt x="7422553" y="2777151"/>
                  <a:pt x="7403215" y="2736793"/>
                </a:cubicBezTo>
                <a:cubicBezTo>
                  <a:pt x="7396488" y="2723340"/>
                  <a:pt x="7389762" y="2709888"/>
                  <a:pt x="7383876" y="2696435"/>
                </a:cubicBezTo>
                <a:cubicBezTo>
                  <a:pt x="7377150" y="2682982"/>
                  <a:pt x="7370424" y="2669530"/>
                  <a:pt x="7363697" y="2656077"/>
                </a:cubicBezTo>
                <a:cubicBezTo>
                  <a:pt x="7350244" y="2630012"/>
                  <a:pt x="7336792" y="2603107"/>
                  <a:pt x="7322498" y="2577042"/>
                </a:cubicBezTo>
                <a:cubicBezTo>
                  <a:pt x="7313250" y="2560226"/>
                  <a:pt x="7304001" y="2542569"/>
                  <a:pt x="7294752" y="2525753"/>
                </a:cubicBezTo>
                <a:cubicBezTo>
                  <a:pt x="7282140" y="2503893"/>
                  <a:pt x="7269528" y="2482032"/>
                  <a:pt x="7256916" y="2461012"/>
                </a:cubicBezTo>
                <a:cubicBezTo>
                  <a:pt x="7249349" y="2447559"/>
                  <a:pt x="7241781" y="2434947"/>
                  <a:pt x="7234215" y="2422335"/>
                </a:cubicBezTo>
                <a:cubicBezTo>
                  <a:pt x="7210672" y="2384500"/>
                  <a:pt x="7187130" y="2346664"/>
                  <a:pt x="7163587" y="2309669"/>
                </a:cubicBezTo>
                <a:cubicBezTo>
                  <a:pt x="7155179" y="2297057"/>
                  <a:pt x="7146772" y="2285285"/>
                  <a:pt x="7138364" y="2272674"/>
                </a:cubicBezTo>
                <a:cubicBezTo>
                  <a:pt x="7129956" y="2260061"/>
                  <a:pt x="7121547" y="2248290"/>
                  <a:pt x="7113140" y="2235678"/>
                </a:cubicBezTo>
                <a:cubicBezTo>
                  <a:pt x="7087916" y="2199524"/>
                  <a:pt x="7061851" y="2163370"/>
                  <a:pt x="7035786" y="2128056"/>
                </a:cubicBezTo>
                <a:cubicBezTo>
                  <a:pt x="7008881" y="2092743"/>
                  <a:pt x="6981976" y="2058270"/>
                  <a:pt x="6954229" y="2022957"/>
                </a:cubicBezTo>
                <a:cubicBezTo>
                  <a:pt x="6944980" y="2011186"/>
                  <a:pt x="6935731" y="2000255"/>
                  <a:pt x="6926483" y="1988484"/>
                </a:cubicBezTo>
                <a:cubicBezTo>
                  <a:pt x="6917234" y="1976713"/>
                  <a:pt x="6907986" y="1965783"/>
                  <a:pt x="6897896" y="1954852"/>
                </a:cubicBezTo>
                <a:cubicBezTo>
                  <a:pt x="6888647" y="1943081"/>
                  <a:pt x="6879398" y="1932151"/>
                  <a:pt x="6869308" y="1921220"/>
                </a:cubicBezTo>
                <a:cubicBezTo>
                  <a:pt x="6849971" y="1899360"/>
                  <a:pt x="6830632" y="1877499"/>
                  <a:pt x="6810453" y="1855638"/>
                </a:cubicBezTo>
                <a:cubicBezTo>
                  <a:pt x="6800363" y="1844708"/>
                  <a:pt x="6791114" y="1833778"/>
                  <a:pt x="6781025" y="1822847"/>
                </a:cubicBezTo>
                <a:cubicBezTo>
                  <a:pt x="6760846" y="1800987"/>
                  <a:pt x="6740667" y="1779967"/>
                  <a:pt x="6720488" y="1758947"/>
                </a:cubicBezTo>
                <a:cubicBezTo>
                  <a:pt x="6720488" y="1758947"/>
                  <a:pt x="6720488" y="1758947"/>
                  <a:pt x="6720488" y="1758947"/>
                </a:cubicBezTo>
                <a:cubicBezTo>
                  <a:pt x="6710398" y="1748857"/>
                  <a:pt x="6700309" y="1737927"/>
                  <a:pt x="6689378" y="1727837"/>
                </a:cubicBezTo>
                <a:cubicBezTo>
                  <a:pt x="6669199" y="1706817"/>
                  <a:pt x="6648179" y="1686638"/>
                  <a:pt x="6626318" y="1666459"/>
                </a:cubicBezTo>
                <a:cubicBezTo>
                  <a:pt x="6617069" y="1657210"/>
                  <a:pt x="6607821" y="1648802"/>
                  <a:pt x="6598572" y="1639554"/>
                </a:cubicBezTo>
                <a:cubicBezTo>
                  <a:pt x="6554010" y="1598355"/>
                  <a:pt x="6508607" y="1557996"/>
                  <a:pt x="6462363" y="1518479"/>
                </a:cubicBezTo>
                <a:cubicBezTo>
                  <a:pt x="6452273" y="1510071"/>
                  <a:pt x="6442184" y="1501663"/>
                  <a:pt x="6432094" y="1493255"/>
                </a:cubicBezTo>
                <a:cubicBezTo>
                  <a:pt x="6429572" y="1491573"/>
                  <a:pt x="6427890" y="1489892"/>
                  <a:pt x="6425368" y="1487369"/>
                </a:cubicBezTo>
                <a:cubicBezTo>
                  <a:pt x="6414438" y="1478961"/>
                  <a:pt x="6404348" y="1470553"/>
                  <a:pt x="6394259" y="1462145"/>
                </a:cubicBezTo>
                <a:cubicBezTo>
                  <a:pt x="6358945" y="1433558"/>
                  <a:pt x="6323632" y="1405812"/>
                  <a:pt x="6286636" y="1378907"/>
                </a:cubicBezTo>
                <a:cubicBezTo>
                  <a:pt x="6275706" y="1371339"/>
                  <a:pt x="6264776" y="1362931"/>
                  <a:pt x="6253845" y="1354524"/>
                </a:cubicBezTo>
                <a:cubicBezTo>
                  <a:pt x="6242074" y="1346116"/>
                  <a:pt x="6230303" y="1336867"/>
                  <a:pt x="6217691" y="1328459"/>
                </a:cubicBezTo>
                <a:cubicBezTo>
                  <a:pt x="6207602" y="1320892"/>
                  <a:pt x="6197512" y="1313324"/>
                  <a:pt x="6186582" y="1306598"/>
                </a:cubicBezTo>
                <a:cubicBezTo>
                  <a:pt x="6173129" y="1297349"/>
                  <a:pt x="6158836" y="1287260"/>
                  <a:pt x="6145383" y="1278011"/>
                </a:cubicBezTo>
                <a:cubicBezTo>
                  <a:pt x="6143701" y="1276329"/>
                  <a:pt x="6141179" y="1272966"/>
                  <a:pt x="6139497" y="1270444"/>
                </a:cubicBezTo>
                <a:cubicBezTo>
                  <a:pt x="5934343" y="757558"/>
                  <a:pt x="5587094" y="317821"/>
                  <a:pt x="5144835" y="0"/>
                </a:cubicBezTo>
                <a:cubicBezTo>
                  <a:pt x="5143153" y="841"/>
                  <a:pt x="5142312" y="841"/>
                  <a:pt x="5140631" y="2522"/>
                </a:cubicBezTo>
                <a:cubicBezTo>
                  <a:pt x="5170059" y="167319"/>
                  <a:pt x="5186034" y="338000"/>
                  <a:pt x="5186034" y="512045"/>
                </a:cubicBezTo>
                <a:cubicBezTo>
                  <a:pt x="5186034" y="613782"/>
                  <a:pt x="5180989" y="714677"/>
                  <a:pt x="5170059" y="813050"/>
                </a:cubicBezTo>
                <a:cubicBezTo>
                  <a:pt x="5148198" y="1024931"/>
                  <a:pt x="5101954" y="1230086"/>
                  <a:pt x="5036372" y="1425991"/>
                </a:cubicBezTo>
                <a:lnTo>
                  <a:pt x="5009467" y="1436081"/>
                </a:lnTo>
                <a:cubicBezTo>
                  <a:pt x="3632242" y="1900201"/>
                  <a:pt x="3953426" y="2746883"/>
                  <a:pt x="3992102" y="2836848"/>
                </a:cubicBezTo>
                <a:cubicBezTo>
                  <a:pt x="3996306" y="2834326"/>
                  <a:pt x="4001351" y="2830962"/>
                  <a:pt x="4005555" y="2826758"/>
                </a:cubicBezTo>
                <a:cubicBezTo>
                  <a:pt x="4086272" y="2572838"/>
                  <a:pt x="4293949" y="2375251"/>
                  <a:pt x="4552914" y="2307146"/>
                </a:cubicBezTo>
                <a:cubicBezTo>
                  <a:pt x="4616815" y="2290330"/>
                  <a:pt x="4683238" y="2281081"/>
                  <a:pt x="4753023" y="2281081"/>
                </a:cubicBezTo>
                <a:cubicBezTo>
                  <a:pt x="4931273" y="2281081"/>
                  <a:pt x="5096909" y="2340778"/>
                  <a:pt x="5228074" y="2442514"/>
                </a:cubicBezTo>
                <a:cubicBezTo>
                  <a:pt x="5415572" y="2585450"/>
                  <a:pt x="5536646" y="2811624"/>
                  <a:pt x="5536646" y="3065545"/>
                </a:cubicBezTo>
                <a:cubicBezTo>
                  <a:pt x="5536646" y="3100017"/>
                  <a:pt x="5534965" y="3133649"/>
                  <a:pt x="5529919" y="3167281"/>
                </a:cubicBezTo>
                <a:cubicBezTo>
                  <a:pt x="5480313" y="3552366"/>
                  <a:pt x="5150720" y="3849167"/>
                  <a:pt x="4752183" y="3849167"/>
                </a:cubicBezTo>
                <a:cubicBezTo>
                  <a:pt x="4682397" y="3849167"/>
                  <a:pt x="4677352" y="3848327"/>
                  <a:pt x="4603362" y="3839078"/>
                </a:cubicBezTo>
                <a:cubicBezTo>
                  <a:pt x="4584864" y="3836555"/>
                  <a:pt x="4576456" y="3838237"/>
                  <a:pt x="4566367" y="3837396"/>
                </a:cubicBezTo>
                <a:cubicBezTo>
                  <a:pt x="4531894" y="3834874"/>
                  <a:pt x="4497422" y="3834033"/>
                  <a:pt x="4462108" y="3834033"/>
                </a:cubicBezTo>
                <a:cubicBezTo>
                  <a:pt x="4057685" y="3834033"/>
                  <a:pt x="3686893" y="3975287"/>
                  <a:pt x="3395137" y="4210710"/>
                </a:cubicBezTo>
                <a:cubicBezTo>
                  <a:pt x="3395137" y="4211551"/>
                  <a:pt x="3395137" y="4212391"/>
                  <a:pt x="3395978" y="4213232"/>
                </a:cubicBezTo>
                <a:lnTo>
                  <a:pt x="0" y="4213232"/>
                </a:lnTo>
                <a:cubicBezTo>
                  <a:pt x="53811" y="4354486"/>
                  <a:pt x="132005" y="4483128"/>
                  <a:pt x="229537" y="4595795"/>
                </a:cubicBezTo>
                <a:cubicBezTo>
                  <a:pt x="290916" y="4667262"/>
                  <a:pt x="359861" y="4731163"/>
                  <a:pt x="435533" y="4787496"/>
                </a:cubicBezTo>
                <a:cubicBezTo>
                  <a:pt x="439737" y="4791701"/>
                  <a:pt x="444781" y="4795064"/>
                  <a:pt x="449826" y="4798427"/>
                </a:cubicBezTo>
                <a:cubicBezTo>
                  <a:pt x="611259" y="4916138"/>
                  <a:pt x="801279" y="4997696"/>
                  <a:pt x="1007274" y="5030487"/>
                </a:cubicBezTo>
                <a:cubicBezTo>
                  <a:pt x="1074538" y="5041417"/>
                  <a:pt x="1144324" y="5047303"/>
                  <a:pt x="1215792" y="5047303"/>
                </a:cubicBezTo>
                <a:lnTo>
                  <a:pt x="2522390" y="5047303"/>
                </a:lnTo>
                <a:lnTo>
                  <a:pt x="1779967" y="5386143"/>
                </a:lnTo>
                <a:cubicBezTo>
                  <a:pt x="1642076" y="5455089"/>
                  <a:pt x="1315006" y="5523194"/>
                  <a:pt x="1154414" y="5539168"/>
                </a:cubicBezTo>
                <a:cubicBezTo>
                  <a:pt x="1111533" y="5543373"/>
                  <a:pt x="1066971" y="5545895"/>
                  <a:pt x="1023250" y="5545895"/>
                </a:cubicBezTo>
                <a:cubicBezTo>
                  <a:pt x="943374" y="5545895"/>
                  <a:pt x="864339" y="5538328"/>
                  <a:pt x="788667" y="5524875"/>
                </a:cubicBezTo>
                <a:cubicBezTo>
                  <a:pt x="719722" y="5512263"/>
                  <a:pt x="652458" y="5493765"/>
                  <a:pt x="586876" y="5471064"/>
                </a:cubicBezTo>
                <a:cubicBezTo>
                  <a:pt x="496911" y="5439954"/>
                  <a:pt x="411990" y="5398756"/>
                  <a:pt x="333796" y="5349149"/>
                </a:cubicBezTo>
                <a:cubicBezTo>
                  <a:pt x="307732" y="5333174"/>
                  <a:pt x="282508" y="5316358"/>
                  <a:pt x="258125" y="5297860"/>
                </a:cubicBezTo>
                <a:cubicBezTo>
                  <a:pt x="281667" y="5368487"/>
                  <a:pt x="310254" y="5435751"/>
                  <a:pt x="343886" y="5500492"/>
                </a:cubicBezTo>
                <a:cubicBezTo>
                  <a:pt x="445622" y="5693034"/>
                  <a:pt x="594443" y="5856990"/>
                  <a:pt x="774374" y="5977223"/>
                </a:cubicBezTo>
                <a:cubicBezTo>
                  <a:pt x="784463" y="5983950"/>
                  <a:pt x="794553" y="5990676"/>
                  <a:pt x="804642" y="5996562"/>
                </a:cubicBezTo>
                <a:cubicBezTo>
                  <a:pt x="860976" y="6031875"/>
                  <a:pt x="920672" y="6063826"/>
                  <a:pt x="982051" y="6089891"/>
                </a:cubicBezTo>
                <a:cubicBezTo>
                  <a:pt x="1139280" y="6157995"/>
                  <a:pt x="1313324" y="6195831"/>
                  <a:pt x="1495777" y="6195831"/>
                </a:cubicBezTo>
                <a:lnTo>
                  <a:pt x="1513434" y="6195831"/>
                </a:lnTo>
                <a:cubicBezTo>
                  <a:pt x="1629464" y="6194149"/>
                  <a:pt x="1965783" y="6145383"/>
                  <a:pt x="2072564" y="6115115"/>
                </a:cubicBezTo>
                <a:lnTo>
                  <a:pt x="2108718" y="6104184"/>
                </a:lnTo>
                <a:lnTo>
                  <a:pt x="2737634" y="5898189"/>
                </a:lnTo>
                <a:lnTo>
                  <a:pt x="2848619" y="5865398"/>
                </a:lnTo>
                <a:lnTo>
                  <a:pt x="2894863" y="5851945"/>
                </a:lnTo>
                <a:lnTo>
                  <a:pt x="2778833" y="6010015"/>
                </a:lnTo>
                <a:cubicBezTo>
                  <a:pt x="2754450" y="6041965"/>
                  <a:pt x="2730067" y="6073075"/>
                  <a:pt x="2704002" y="6103343"/>
                </a:cubicBezTo>
                <a:cubicBezTo>
                  <a:pt x="2531639" y="6290841"/>
                  <a:pt x="2252494" y="6540558"/>
                  <a:pt x="1820325" y="6598573"/>
                </a:cubicBezTo>
                <a:cubicBezTo>
                  <a:pt x="1794260" y="6601935"/>
                  <a:pt x="1767355" y="6604458"/>
                  <a:pt x="1742131" y="6606981"/>
                </a:cubicBezTo>
                <a:cubicBezTo>
                  <a:pt x="1731200" y="6607821"/>
                  <a:pt x="1721952" y="6607821"/>
                  <a:pt x="1711862" y="6608662"/>
                </a:cubicBezTo>
                <a:cubicBezTo>
                  <a:pt x="1695046" y="6609503"/>
                  <a:pt x="1678230" y="6610344"/>
                  <a:pt x="1660573" y="6611184"/>
                </a:cubicBezTo>
                <a:cubicBezTo>
                  <a:pt x="1647121" y="6611184"/>
                  <a:pt x="1634509" y="6612025"/>
                  <a:pt x="1621897" y="6612025"/>
                </a:cubicBezTo>
                <a:cubicBezTo>
                  <a:pt x="1581538" y="6612025"/>
                  <a:pt x="1541180" y="6610344"/>
                  <a:pt x="1501663" y="6606140"/>
                </a:cubicBezTo>
                <a:cubicBezTo>
                  <a:pt x="1371339" y="6594369"/>
                  <a:pt x="1259513" y="6588483"/>
                  <a:pt x="1142643" y="6540558"/>
                </a:cubicBezTo>
                <a:lnTo>
                  <a:pt x="1142643" y="6540558"/>
                </a:lnTo>
                <a:cubicBezTo>
                  <a:pt x="1095558" y="6522060"/>
                  <a:pt x="1050155" y="6500199"/>
                  <a:pt x="1006434" y="6475816"/>
                </a:cubicBezTo>
                <a:lnTo>
                  <a:pt x="1006434" y="6475816"/>
                </a:lnTo>
                <a:cubicBezTo>
                  <a:pt x="978687" y="6461523"/>
                  <a:pt x="951782" y="6444707"/>
                  <a:pt x="924876" y="6427050"/>
                </a:cubicBezTo>
                <a:cubicBezTo>
                  <a:pt x="959349" y="6487588"/>
                  <a:pt x="997185" y="6545602"/>
                  <a:pt x="1040065" y="6599413"/>
                </a:cubicBezTo>
                <a:cubicBezTo>
                  <a:pt x="1170389" y="6764209"/>
                  <a:pt x="1340230" y="6897055"/>
                  <a:pt x="1535295" y="6982817"/>
                </a:cubicBezTo>
                <a:lnTo>
                  <a:pt x="1535295" y="6982817"/>
                </a:lnTo>
                <a:lnTo>
                  <a:pt x="1535295" y="6982817"/>
                </a:lnTo>
                <a:cubicBezTo>
                  <a:pt x="1573971" y="6999632"/>
                  <a:pt x="1612648" y="7014767"/>
                  <a:pt x="1653006" y="7028219"/>
                </a:cubicBezTo>
                <a:cubicBezTo>
                  <a:pt x="1700932" y="7044195"/>
                  <a:pt x="1750539" y="7056807"/>
                  <a:pt x="1801827" y="7067737"/>
                </a:cubicBezTo>
                <a:cubicBezTo>
                  <a:pt x="1885907" y="7084553"/>
                  <a:pt x="1972509" y="7093802"/>
                  <a:pt x="2061633" y="7093802"/>
                </a:cubicBezTo>
                <a:cubicBezTo>
                  <a:pt x="2179345" y="7093802"/>
                  <a:pt x="2405519" y="7064374"/>
                  <a:pt x="2513982" y="7035787"/>
                </a:cubicBezTo>
                <a:cubicBezTo>
                  <a:pt x="2556022" y="7024857"/>
                  <a:pt x="2596380" y="7011404"/>
                  <a:pt x="2636738" y="6995428"/>
                </a:cubicBezTo>
                <a:lnTo>
                  <a:pt x="2636738" y="6995428"/>
                </a:lnTo>
                <a:cubicBezTo>
                  <a:pt x="3036117" y="6876876"/>
                  <a:pt x="3617107" y="6488428"/>
                  <a:pt x="3617107" y="6488428"/>
                </a:cubicBezTo>
                <a:lnTo>
                  <a:pt x="3617107" y="6488428"/>
                </a:lnTo>
                <a:cubicBezTo>
                  <a:pt x="3416157" y="6888647"/>
                  <a:pt x="3038639" y="7269528"/>
                  <a:pt x="2584609" y="7398170"/>
                </a:cubicBezTo>
                <a:cubicBezTo>
                  <a:pt x="2563589" y="7404055"/>
                  <a:pt x="2542569" y="7409101"/>
                  <a:pt x="2520708" y="7414145"/>
                </a:cubicBezTo>
                <a:cubicBezTo>
                  <a:pt x="2427380" y="7435165"/>
                  <a:pt x="2329848" y="7446095"/>
                  <a:pt x="2229793" y="7446095"/>
                </a:cubicBezTo>
                <a:cubicBezTo>
                  <a:pt x="2207091" y="7446095"/>
                  <a:pt x="2183549" y="7446095"/>
                  <a:pt x="2160848" y="7444414"/>
                </a:cubicBezTo>
                <a:lnTo>
                  <a:pt x="2160848" y="7444414"/>
                </a:lnTo>
                <a:lnTo>
                  <a:pt x="2160848" y="7444414"/>
                </a:lnTo>
                <a:cubicBezTo>
                  <a:pt x="2110400" y="7441892"/>
                  <a:pt x="2060793" y="7436006"/>
                  <a:pt x="2012026" y="7427598"/>
                </a:cubicBezTo>
                <a:cubicBezTo>
                  <a:pt x="2166733" y="7534379"/>
                  <a:pt x="2392907" y="7657135"/>
                  <a:pt x="2586291" y="7689086"/>
                </a:cubicBezTo>
                <a:cubicBezTo>
                  <a:pt x="2586291" y="7689086"/>
                  <a:pt x="2586291" y="7689086"/>
                  <a:pt x="2586291" y="7689086"/>
                </a:cubicBezTo>
                <a:cubicBezTo>
                  <a:pt x="2587131" y="7689926"/>
                  <a:pt x="2588813" y="7689926"/>
                  <a:pt x="2590494" y="7690767"/>
                </a:cubicBezTo>
                <a:cubicBezTo>
                  <a:pt x="2588813" y="7689926"/>
                  <a:pt x="2587972" y="7689926"/>
                  <a:pt x="2587131" y="7689086"/>
                </a:cubicBezTo>
                <a:cubicBezTo>
                  <a:pt x="2636738" y="7697494"/>
                  <a:pt x="2686345" y="7702539"/>
                  <a:pt x="2737634" y="7704220"/>
                </a:cubicBezTo>
                <a:cubicBezTo>
                  <a:pt x="2746883" y="7704220"/>
                  <a:pt x="2756131" y="7705061"/>
                  <a:pt x="2765380" y="7705061"/>
                </a:cubicBezTo>
                <a:cubicBezTo>
                  <a:pt x="2776311" y="7705061"/>
                  <a:pt x="2786400" y="7705061"/>
                  <a:pt x="2796490" y="7705061"/>
                </a:cubicBezTo>
                <a:cubicBezTo>
                  <a:pt x="3026027" y="7705061"/>
                  <a:pt x="3242112" y="7645364"/>
                  <a:pt x="3429610" y="7541106"/>
                </a:cubicBezTo>
                <a:cubicBezTo>
                  <a:pt x="3830670" y="7370424"/>
                  <a:pt x="4387277" y="6923120"/>
                  <a:pt x="4387277" y="6923120"/>
                </a:cubicBezTo>
                <a:cubicBezTo>
                  <a:pt x="4305720" y="7411623"/>
                  <a:pt x="3901297" y="7806797"/>
                  <a:pt x="3436336" y="7948892"/>
                </a:cubicBezTo>
                <a:cubicBezTo>
                  <a:pt x="3369072" y="7969912"/>
                  <a:pt x="3298445" y="7985046"/>
                  <a:pt x="3226137" y="7994295"/>
                </a:cubicBezTo>
                <a:cubicBezTo>
                  <a:pt x="3365709" y="8045584"/>
                  <a:pt x="3516212" y="8073330"/>
                  <a:pt x="3673440" y="8073330"/>
                </a:cubicBezTo>
                <a:cubicBezTo>
                  <a:pt x="3818898" y="8073330"/>
                  <a:pt x="3958471" y="8049787"/>
                  <a:pt x="4088794" y="8006066"/>
                </a:cubicBezTo>
                <a:cubicBezTo>
                  <a:pt x="4221640" y="7961504"/>
                  <a:pt x="4343556" y="7895922"/>
                  <a:pt x="4452859" y="7814365"/>
                </a:cubicBezTo>
                <a:cubicBezTo>
                  <a:pt x="4652128" y="7690767"/>
                  <a:pt x="5187716" y="7147613"/>
                  <a:pt x="5187716" y="7147613"/>
                </a:cubicBezTo>
                <a:lnTo>
                  <a:pt x="5182671" y="7147613"/>
                </a:lnTo>
                <a:lnTo>
                  <a:pt x="5188556" y="7146772"/>
                </a:lnTo>
                <a:lnTo>
                  <a:pt x="5188556" y="7150976"/>
                </a:lnTo>
                <a:cubicBezTo>
                  <a:pt x="5175944" y="7441892"/>
                  <a:pt x="5067482" y="7708424"/>
                  <a:pt x="4894277" y="7920305"/>
                </a:cubicBezTo>
                <a:cubicBezTo>
                  <a:pt x="4900163" y="7919464"/>
                  <a:pt x="4906889" y="7917782"/>
                  <a:pt x="4912775" y="7916101"/>
                </a:cubicBezTo>
                <a:cubicBezTo>
                  <a:pt x="4959860" y="7905170"/>
                  <a:pt x="5006103" y="7893399"/>
                  <a:pt x="5052347" y="7880788"/>
                </a:cubicBezTo>
                <a:cubicBezTo>
                  <a:pt x="5065800" y="7877424"/>
                  <a:pt x="5079253" y="7873220"/>
                  <a:pt x="5092705" y="7869016"/>
                </a:cubicBezTo>
                <a:cubicBezTo>
                  <a:pt x="5109521" y="7863971"/>
                  <a:pt x="5127178" y="7859768"/>
                  <a:pt x="5143994" y="7854723"/>
                </a:cubicBezTo>
                <a:cubicBezTo>
                  <a:pt x="5184352" y="7842110"/>
                  <a:pt x="5223870" y="7829499"/>
                  <a:pt x="5263387" y="7816887"/>
                </a:cubicBezTo>
                <a:cubicBezTo>
                  <a:pt x="5317198" y="7798389"/>
                  <a:pt x="5371009" y="7779051"/>
                  <a:pt x="5423139" y="7758872"/>
                </a:cubicBezTo>
                <a:cubicBezTo>
                  <a:pt x="5446681" y="7749623"/>
                  <a:pt x="5470223" y="7740374"/>
                  <a:pt x="5492925" y="7731125"/>
                </a:cubicBezTo>
                <a:cubicBezTo>
                  <a:pt x="5494606" y="7730285"/>
                  <a:pt x="5497128" y="7729444"/>
                  <a:pt x="5499651" y="7728603"/>
                </a:cubicBezTo>
                <a:cubicBezTo>
                  <a:pt x="5518148" y="7720195"/>
                  <a:pt x="5537487" y="7712628"/>
                  <a:pt x="5555985" y="7704220"/>
                </a:cubicBezTo>
                <a:cubicBezTo>
                  <a:pt x="5566074" y="7700016"/>
                  <a:pt x="5576163" y="7695812"/>
                  <a:pt x="5585412" y="7690767"/>
                </a:cubicBezTo>
                <a:cubicBezTo>
                  <a:pt x="5603910" y="7682360"/>
                  <a:pt x="5621567" y="7673951"/>
                  <a:pt x="5639223" y="7665543"/>
                </a:cubicBezTo>
                <a:cubicBezTo>
                  <a:pt x="5645950" y="7662180"/>
                  <a:pt x="5652676" y="7659658"/>
                  <a:pt x="5658562" y="7656294"/>
                </a:cubicBezTo>
                <a:cubicBezTo>
                  <a:pt x="5704805" y="7634434"/>
                  <a:pt x="5751049" y="7611732"/>
                  <a:pt x="5795611" y="7588190"/>
                </a:cubicBezTo>
                <a:cubicBezTo>
                  <a:pt x="5796452" y="7588190"/>
                  <a:pt x="5798134" y="7587349"/>
                  <a:pt x="5798975" y="7586509"/>
                </a:cubicBezTo>
                <a:cubicBezTo>
                  <a:pt x="5822517" y="7573897"/>
                  <a:pt x="5845218" y="7562126"/>
                  <a:pt x="5867920" y="7548673"/>
                </a:cubicBezTo>
                <a:cubicBezTo>
                  <a:pt x="5892303" y="7535220"/>
                  <a:pt x="5915845" y="7521767"/>
                  <a:pt x="5939388" y="7508315"/>
                </a:cubicBezTo>
                <a:cubicBezTo>
                  <a:pt x="5962930" y="7494862"/>
                  <a:pt x="5986472" y="7480568"/>
                  <a:pt x="6009174" y="7466275"/>
                </a:cubicBezTo>
                <a:cubicBezTo>
                  <a:pt x="6009174" y="7466275"/>
                  <a:pt x="6010015" y="7466275"/>
                  <a:pt x="6010015" y="7465434"/>
                </a:cubicBezTo>
                <a:cubicBezTo>
                  <a:pt x="6033557" y="7451141"/>
                  <a:pt x="6055417" y="7436847"/>
                  <a:pt x="6078119" y="7422553"/>
                </a:cubicBezTo>
                <a:lnTo>
                  <a:pt x="6078119" y="7422553"/>
                </a:lnTo>
                <a:cubicBezTo>
                  <a:pt x="6101661" y="7408260"/>
                  <a:pt x="6124363" y="7393125"/>
                  <a:pt x="6146223" y="7377150"/>
                </a:cubicBezTo>
                <a:cubicBezTo>
                  <a:pt x="6168084" y="7362016"/>
                  <a:pt x="6189945" y="7346881"/>
                  <a:pt x="6212647" y="7331747"/>
                </a:cubicBezTo>
                <a:lnTo>
                  <a:pt x="6213487" y="7330907"/>
                </a:lnTo>
                <a:cubicBezTo>
                  <a:pt x="6236189" y="7314931"/>
                  <a:pt x="6258050" y="7298956"/>
                  <a:pt x="6279910" y="7282981"/>
                </a:cubicBezTo>
                <a:cubicBezTo>
                  <a:pt x="6301771" y="7267006"/>
                  <a:pt x="6323632" y="7250190"/>
                  <a:pt x="6344652" y="7233374"/>
                </a:cubicBezTo>
                <a:cubicBezTo>
                  <a:pt x="6363990" y="7218240"/>
                  <a:pt x="6383328" y="7203105"/>
                  <a:pt x="6401826" y="7187130"/>
                </a:cubicBezTo>
                <a:cubicBezTo>
                  <a:pt x="6408552" y="7182085"/>
                  <a:pt x="6415279" y="7176200"/>
                  <a:pt x="6422005" y="7171155"/>
                </a:cubicBezTo>
                <a:cubicBezTo>
                  <a:pt x="6437980" y="7157702"/>
                  <a:pt x="6453955" y="7144250"/>
                  <a:pt x="6469090" y="7131638"/>
                </a:cubicBezTo>
                <a:cubicBezTo>
                  <a:pt x="6469930" y="7130797"/>
                  <a:pt x="6471612" y="7129956"/>
                  <a:pt x="6472453" y="7128274"/>
                </a:cubicBezTo>
                <a:cubicBezTo>
                  <a:pt x="6492632" y="7111459"/>
                  <a:pt x="6512811" y="7093802"/>
                  <a:pt x="6532149" y="7076145"/>
                </a:cubicBezTo>
                <a:cubicBezTo>
                  <a:pt x="6567463" y="7045036"/>
                  <a:pt x="6601935" y="7012245"/>
                  <a:pt x="6636408" y="6979454"/>
                </a:cubicBezTo>
                <a:cubicBezTo>
                  <a:pt x="6648179" y="6968523"/>
                  <a:pt x="6659109" y="6957593"/>
                  <a:pt x="6670040" y="6946663"/>
                </a:cubicBezTo>
                <a:cubicBezTo>
                  <a:pt x="6681811" y="6934891"/>
                  <a:pt x="6692741" y="6923961"/>
                  <a:pt x="6703672" y="6913031"/>
                </a:cubicBezTo>
                <a:cubicBezTo>
                  <a:pt x="6712920" y="6903782"/>
                  <a:pt x="6722169" y="6894533"/>
                  <a:pt x="6730578" y="6885284"/>
                </a:cubicBezTo>
                <a:cubicBezTo>
                  <a:pt x="6898737" y="6710398"/>
                  <a:pt x="7049239" y="6520379"/>
                  <a:pt x="7180404" y="6315224"/>
                </a:cubicBezTo>
                <a:cubicBezTo>
                  <a:pt x="7188811" y="6302612"/>
                  <a:pt x="7196378" y="6290000"/>
                  <a:pt x="7203946" y="6277388"/>
                </a:cubicBezTo>
                <a:cubicBezTo>
                  <a:pt x="7219921" y="6251323"/>
                  <a:pt x="7235896" y="6225259"/>
                  <a:pt x="7251871" y="6199194"/>
                </a:cubicBezTo>
                <a:cubicBezTo>
                  <a:pt x="7265324" y="6175652"/>
                  <a:pt x="7278777" y="6152109"/>
                  <a:pt x="7292230" y="6128567"/>
                </a:cubicBezTo>
                <a:cubicBezTo>
                  <a:pt x="7294752" y="6122682"/>
                  <a:pt x="7298956" y="6115955"/>
                  <a:pt x="7302319" y="6110069"/>
                </a:cubicBezTo>
                <a:cubicBezTo>
                  <a:pt x="7309045" y="6098298"/>
                  <a:pt x="7315772" y="6086527"/>
                  <a:pt x="7321657" y="6073915"/>
                </a:cubicBezTo>
                <a:cubicBezTo>
                  <a:pt x="7326702" y="6064666"/>
                  <a:pt x="7331747" y="6055418"/>
                  <a:pt x="7336792" y="6045328"/>
                </a:cubicBezTo>
                <a:cubicBezTo>
                  <a:pt x="7343518" y="6031875"/>
                  <a:pt x="7350244" y="6019263"/>
                  <a:pt x="7357812" y="6005811"/>
                </a:cubicBezTo>
                <a:cubicBezTo>
                  <a:pt x="7364538" y="5992358"/>
                  <a:pt x="7371264" y="5979746"/>
                  <a:pt x="7377991" y="5966293"/>
                </a:cubicBezTo>
                <a:cubicBezTo>
                  <a:pt x="7384717" y="5952841"/>
                  <a:pt x="7391444" y="5939388"/>
                  <a:pt x="7397329" y="5925935"/>
                </a:cubicBezTo>
                <a:cubicBezTo>
                  <a:pt x="7417508" y="5884736"/>
                  <a:pt x="7436846" y="5842696"/>
                  <a:pt x="7454503" y="5800656"/>
                </a:cubicBezTo>
                <a:cubicBezTo>
                  <a:pt x="7466275" y="5773751"/>
                  <a:pt x="7477205" y="5747686"/>
                  <a:pt x="7488135" y="5720781"/>
                </a:cubicBezTo>
                <a:cubicBezTo>
                  <a:pt x="7499906" y="5693034"/>
                  <a:pt x="7510837" y="5665288"/>
                  <a:pt x="7520926" y="5636701"/>
                </a:cubicBezTo>
                <a:cubicBezTo>
                  <a:pt x="7531857" y="5608955"/>
                  <a:pt x="7541946" y="5581208"/>
                  <a:pt x="7552036" y="5552622"/>
                </a:cubicBezTo>
                <a:cubicBezTo>
                  <a:pt x="7572214" y="5495447"/>
                  <a:pt x="7591553" y="5436592"/>
                  <a:pt x="7608369" y="5377736"/>
                </a:cubicBezTo>
                <a:cubicBezTo>
                  <a:pt x="7612573" y="5365124"/>
                  <a:pt x="7615936" y="5351671"/>
                  <a:pt x="7620140" y="5338218"/>
                </a:cubicBezTo>
                <a:cubicBezTo>
                  <a:pt x="7622663" y="5328970"/>
                  <a:pt x="7625185" y="5320561"/>
                  <a:pt x="7627707" y="5311313"/>
                </a:cubicBezTo>
                <a:cubicBezTo>
                  <a:pt x="7631911" y="5297019"/>
                  <a:pt x="7636115" y="5281885"/>
                  <a:pt x="7639478" y="5267591"/>
                </a:cubicBezTo>
                <a:cubicBezTo>
                  <a:pt x="7641160" y="5259183"/>
                  <a:pt x="7643683" y="5251616"/>
                  <a:pt x="7646205" y="5242367"/>
                </a:cubicBezTo>
                <a:cubicBezTo>
                  <a:pt x="7649568" y="5229756"/>
                  <a:pt x="7652931" y="5217144"/>
                  <a:pt x="7655454" y="5204532"/>
                </a:cubicBezTo>
                <a:cubicBezTo>
                  <a:pt x="7673110" y="5129701"/>
                  <a:pt x="7689926" y="5054870"/>
                  <a:pt x="7703379" y="4978357"/>
                </a:cubicBezTo>
                <a:cubicBezTo>
                  <a:pt x="7709265" y="4946407"/>
                  <a:pt x="7714309" y="4913616"/>
                  <a:pt x="7719354" y="4880825"/>
                </a:cubicBezTo>
                <a:cubicBezTo>
                  <a:pt x="7734488" y="4781611"/>
                  <a:pt x="7745419" y="4681556"/>
                  <a:pt x="7752145" y="4580660"/>
                </a:cubicBezTo>
                <a:cubicBezTo>
                  <a:pt x="7752145" y="4567208"/>
                  <a:pt x="7753827" y="4553755"/>
                  <a:pt x="7754668" y="4540302"/>
                </a:cubicBezTo>
                <a:cubicBezTo>
                  <a:pt x="7755508" y="4520964"/>
                  <a:pt x="7756349" y="4500785"/>
                  <a:pt x="7757190" y="4481446"/>
                </a:cubicBezTo>
                <a:cubicBezTo>
                  <a:pt x="7758030" y="4464630"/>
                  <a:pt x="7758030" y="4447815"/>
                  <a:pt x="7758871" y="4430999"/>
                </a:cubicBezTo>
                <a:cubicBezTo>
                  <a:pt x="7759712" y="4397367"/>
                  <a:pt x="7759712" y="4362894"/>
                  <a:pt x="7759712" y="4329262"/>
                </a:cubicBezTo>
                <a:cubicBezTo>
                  <a:pt x="7765598" y="4309924"/>
                  <a:pt x="7765598" y="4290586"/>
                  <a:pt x="7764757" y="4270407"/>
                </a:cubicBezTo>
              </a:path>
            </a:pathLst>
          </a:custGeom>
          <a:solidFill>
            <a:srgbClr val="4A6466"/>
          </a:solidFill>
          <a:ln w="8406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"/>
          <p:cNvSpPr/>
          <p:nvPr/>
        </p:nvSpPr>
        <p:spPr>
          <a:xfrm>
            <a:off x="508000" y="508000"/>
            <a:ext cx="23368000" cy="12700000"/>
          </a:xfrm>
          <a:prstGeom prst="rect">
            <a:avLst/>
          </a:prstGeom>
          <a:solidFill>
            <a:srgbClr val="CBCBCB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b="0">
                <a:solidFill>
                  <a:srgbClr val="3C3F4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7" name="Rounded Rectangle"/>
          <p:cNvSpPr/>
          <p:nvPr/>
        </p:nvSpPr>
        <p:spPr>
          <a:xfrm>
            <a:off x="2708721" y="5862862"/>
            <a:ext cx="192627" cy="19902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9540" y="0"/>
                  <a:pt x="8290" y="21"/>
                  <a:pt x="7106" y="63"/>
                </a:cubicBezTo>
                <a:cubicBezTo>
                  <a:pt x="4106" y="169"/>
                  <a:pt x="1743" y="397"/>
                  <a:pt x="651" y="688"/>
                </a:cubicBezTo>
                <a:cubicBezTo>
                  <a:pt x="0" y="870"/>
                  <a:pt x="0" y="1143"/>
                  <a:pt x="0" y="1598"/>
                </a:cubicBezTo>
                <a:lnTo>
                  <a:pt x="0" y="20002"/>
                </a:lnTo>
                <a:cubicBezTo>
                  <a:pt x="0" y="20457"/>
                  <a:pt x="0" y="20730"/>
                  <a:pt x="651" y="20912"/>
                </a:cubicBezTo>
                <a:cubicBezTo>
                  <a:pt x="1743" y="21203"/>
                  <a:pt x="4106" y="21431"/>
                  <a:pt x="7106" y="21537"/>
                </a:cubicBezTo>
                <a:cubicBezTo>
                  <a:pt x="8290" y="21579"/>
                  <a:pt x="9540" y="21600"/>
                  <a:pt x="10800" y="21600"/>
                </a:cubicBezTo>
                <a:cubicBezTo>
                  <a:pt x="12060" y="21600"/>
                  <a:pt x="13310" y="21579"/>
                  <a:pt x="14494" y="21537"/>
                </a:cubicBezTo>
                <a:cubicBezTo>
                  <a:pt x="17494" y="21431"/>
                  <a:pt x="19857" y="21203"/>
                  <a:pt x="20949" y="20912"/>
                </a:cubicBezTo>
                <a:cubicBezTo>
                  <a:pt x="21600" y="20730"/>
                  <a:pt x="21600" y="20457"/>
                  <a:pt x="21600" y="20002"/>
                </a:cubicBezTo>
                <a:lnTo>
                  <a:pt x="21600" y="1598"/>
                </a:lnTo>
                <a:cubicBezTo>
                  <a:pt x="21600" y="1143"/>
                  <a:pt x="21600" y="870"/>
                  <a:pt x="20949" y="688"/>
                </a:cubicBezTo>
                <a:cubicBezTo>
                  <a:pt x="19857" y="397"/>
                  <a:pt x="17494" y="169"/>
                  <a:pt x="14494" y="63"/>
                </a:cubicBezTo>
                <a:cubicBezTo>
                  <a:pt x="13310" y="21"/>
                  <a:pt x="12060" y="0"/>
                  <a:pt x="1080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8" name="Title Text"/>
          <p:cNvSpPr txBox="1">
            <a:spLocks noGrp="1"/>
          </p:cNvSpPr>
          <p:nvPr>
            <p:ph type="title"/>
          </p:nvPr>
        </p:nvSpPr>
        <p:spPr>
          <a:xfrm>
            <a:off x="3282908" y="5649004"/>
            <a:ext cx="8786594" cy="2417992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9083" y="13004800"/>
            <a:ext cx="438102" cy="44767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+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"/>
          <p:cNvSpPr/>
          <p:nvPr/>
        </p:nvSpPr>
        <p:spPr>
          <a:xfrm>
            <a:off x="-8467" y="13345484"/>
            <a:ext cx="24400934" cy="37475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b="0">
                <a:solidFill>
                  <a:srgbClr val="1BADBA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7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2540000"/>
            <a:ext cx="21018500" cy="82550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Confidential"/>
          <p:cNvSpPr txBox="1"/>
          <p:nvPr/>
        </p:nvSpPr>
        <p:spPr>
          <a:xfrm>
            <a:off x="11638419" y="13349610"/>
            <a:ext cx="1107162" cy="341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457200">
              <a:defRPr sz="1400" b="0">
                <a:solidFill>
                  <a:srgbClr val="FFFFFF"/>
                </a:solidFill>
              </a:defRPr>
            </a:lvl1pPr>
          </a:lstStyle>
          <a:p>
            <a:r>
              <a:t>Confidential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"/>
          <p:cNvSpPr/>
          <p:nvPr/>
        </p:nvSpPr>
        <p:spPr>
          <a:xfrm>
            <a:off x="-8467" y="13345484"/>
            <a:ext cx="24400934" cy="37475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b="0">
                <a:solidFill>
                  <a:srgbClr val="1BADBA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58" name="Confidential"/>
          <p:cNvSpPr txBox="1"/>
          <p:nvPr/>
        </p:nvSpPr>
        <p:spPr>
          <a:xfrm>
            <a:off x="11638419" y="13349610"/>
            <a:ext cx="1107162" cy="341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457200">
              <a:defRPr sz="1400" b="0">
                <a:solidFill>
                  <a:srgbClr val="FFFFFF"/>
                </a:solidFill>
              </a:defRPr>
            </a:lvl1pPr>
          </a:lstStyle>
          <a:p>
            <a:r>
              <a:t>Confidential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lai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"/>
          <p:cNvSpPr/>
          <p:nvPr/>
        </p:nvSpPr>
        <p:spPr>
          <a:xfrm>
            <a:off x="-8467" y="13345484"/>
            <a:ext cx="24400934" cy="37475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b="0">
                <a:solidFill>
                  <a:srgbClr val="1BADBA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7" name="Confidential"/>
          <p:cNvSpPr txBox="1"/>
          <p:nvPr/>
        </p:nvSpPr>
        <p:spPr>
          <a:xfrm>
            <a:off x="11638419" y="13349610"/>
            <a:ext cx="1107162" cy="341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457200">
              <a:defRPr sz="1400" b="0">
                <a:solidFill>
                  <a:srgbClr val="FFFFFF"/>
                </a:solidFill>
              </a:defRPr>
            </a:lvl1pPr>
          </a:lstStyle>
          <a:p>
            <a:r>
              <a:t>Confidential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lai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"/>
          <p:cNvSpPr/>
          <p:nvPr/>
        </p:nvSpPr>
        <p:spPr>
          <a:xfrm>
            <a:off x="-8467" y="13345484"/>
            <a:ext cx="24400934" cy="37475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b="0">
                <a:solidFill>
                  <a:srgbClr val="1BADBA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76" name="Confidential"/>
          <p:cNvSpPr txBox="1"/>
          <p:nvPr/>
        </p:nvSpPr>
        <p:spPr>
          <a:xfrm>
            <a:off x="11638419" y="13349610"/>
            <a:ext cx="1107162" cy="341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457200">
              <a:defRPr sz="1400" b="0">
                <a:solidFill>
                  <a:srgbClr val="FFFFFF"/>
                </a:solidFill>
              </a:defRPr>
            </a:lvl1pPr>
          </a:lstStyle>
          <a:p>
            <a:r>
              <a:t>Confidential</a:t>
            </a:r>
          </a:p>
        </p:txBody>
      </p:sp>
      <p:sp>
        <p:nvSpPr>
          <p:cNvPr id="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lain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opyright © 2020 Vupoint Solutions"/>
          <p:cNvSpPr txBox="1"/>
          <p:nvPr/>
        </p:nvSpPr>
        <p:spPr>
          <a:xfrm>
            <a:off x="63500" y="13349610"/>
            <a:ext cx="3014955" cy="341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457200">
              <a:defRPr sz="1400" b="0">
                <a:solidFill>
                  <a:srgbClr val="FFFFFF"/>
                </a:solidFill>
              </a:defRPr>
            </a:lvl1pPr>
          </a:lstStyle>
          <a:p>
            <a:r>
              <a:t>Copyright © 2020 Vupoint Solutions</a:t>
            </a:r>
          </a:p>
        </p:txBody>
      </p:sp>
      <p:sp>
        <p:nvSpPr>
          <p:cNvPr id="85" name="Confidential"/>
          <p:cNvSpPr txBox="1"/>
          <p:nvPr/>
        </p:nvSpPr>
        <p:spPr>
          <a:xfrm>
            <a:off x="11638419" y="13349610"/>
            <a:ext cx="1107162" cy="341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457200">
              <a:defRPr sz="1400" b="0">
                <a:solidFill>
                  <a:srgbClr val="FFFFFF"/>
                </a:solidFill>
              </a:defRPr>
            </a:lvl1pPr>
          </a:lstStyle>
          <a:p>
            <a:r>
              <a:t>Confidential</a:t>
            </a:r>
          </a:p>
        </p:txBody>
      </p:sp>
      <p:sp>
        <p:nvSpPr>
          <p:cNvPr id="86" name="Rectangle"/>
          <p:cNvSpPr/>
          <p:nvPr/>
        </p:nvSpPr>
        <p:spPr>
          <a:xfrm>
            <a:off x="-8467" y="13345484"/>
            <a:ext cx="24400934" cy="37475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b="0">
                <a:solidFill>
                  <a:srgbClr val="1BADBA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7" name="Confidential"/>
          <p:cNvSpPr txBox="1"/>
          <p:nvPr/>
        </p:nvSpPr>
        <p:spPr>
          <a:xfrm>
            <a:off x="11638419" y="13349610"/>
            <a:ext cx="1107162" cy="341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457200">
              <a:defRPr sz="1400" b="0">
                <a:solidFill>
                  <a:srgbClr val="FFFFFF"/>
                </a:solidFill>
              </a:defRPr>
            </a:lvl1pPr>
          </a:lstStyle>
          <a:p>
            <a:r>
              <a:t>Confidential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otally Plai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Version"/>
          <p:cNvSpPr/>
          <p:nvPr/>
        </p:nvSpPr>
        <p:spPr>
          <a:xfrm>
            <a:off x="508000" y="451797"/>
            <a:ext cx="23368000" cy="1270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825500">
              <a:defRPr b="0">
                <a:solidFill>
                  <a:srgbClr val="3C3F40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endParaRPr dirty="0"/>
          </a:p>
        </p:txBody>
      </p:sp>
      <p:sp>
        <p:nvSpPr>
          <p:cNvPr id="103" name="Thank You!"/>
          <p:cNvSpPr txBox="1"/>
          <p:nvPr/>
        </p:nvSpPr>
        <p:spPr>
          <a:xfrm>
            <a:off x="8078695" y="6016424"/>
            <a:ext cx="8226611" cy="1683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10000" b="0">
                <a:solidFill>
                  <a:srgbClr val="FFFFFF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lvl1pPr>
          </a:lstStyle>
          <a:p>
            <a:r>
              <a:rPr lang="en-US" dirty="0" smtClean="0"/>
              <a:t>XIN</a:t>
            </a:r>
            <a:r>
              <a:rPr lang="en-US" baseline="0" dirty="0" smtClean="0"/>
              <a:t> CÁM ƠN!</a:t>
            </a:r>
            <a:endParaRPr dirty="0"/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62225" y="13151797"/>
            <a:ext cx="144334" cy="482823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anchor="ctr"/>
          <a:lstStyle>
            <a:lvl1pPr algn="ctr">
              <a:defRPr sz="1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8467" y="13345484"/>
            <a:ext cx="24400934" cy="37475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b="0">
                <a:solidFill>
                  <a:srgbClr val="1BADBA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270000" y="635000"/>
            <a:ext cx="20320000" cy="1358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1269999" y="2540000"/>
            <a:ext cx="22043677" cy="825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Line"/>
          <p:cNvSpPr/>
          <p:nvPr/>
        </p:nvSpPr>
        <p:spPr>
          <a:xfrm>
            <a:off x="1268962" y="1905000"/>
            <a:ext cx="22045752" cy="0"/>
          </a:xfrm>
          <a:prstGeom prst="line">
            <a:avLst/>
          </a:prstGeom>
          <a:ln w="50800">
            <a:solidFill>
              <a:srgbClr val="3C3F40"/>
            </a:solidFill>
            <a:miter lim="400000"/>
          </a:ln>
        </p:spPr>
        <p:txBody>
          <a:bodyPr lIns="0" tIns="0" rIns="0" bIns="0" anchor="ctr"/>
          <a:lstStyle/>
          <a:p>
            <a:pPr defTabSz="825500">
              <a:defRPr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" name="Confidential"/>
          <p:cNvSpPr txBox="1"/>
          <p:nvPr/>
        </p:nvSpPr>
        <p:spPr>
          <a:xfrm>
            <a:off x="11638419" y="13349610"/>
            <a:ext cx="1107162" cy="341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457200">
              <a:defRPr sz="1400" b="0">
                <a:solidFill>
                  <a:srgbClr val="FFFFFF"/>
                </a:solidFill>
              </a:defRPr>
            </a:lvl1pPr>
          </a:lstStyle>
          <a:p>
            <a:r>
              <a:t>Confidential</a:t>
            </a:r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960725" y="13349611"/>
            <a:ext cx="353290" cy="341098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1400" b="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0" b="0" i="0" u="none" strike="noStrike" cap="none" spc="0" baseline="0">
          <a:solidFill>
            <a:srgbClr val="4D4D4C"/>
          </a:solidFill>
          <a:uFillTx/>
          <a:latin typeface="Ubuntu Regular"/>
          <a:ea typeface="Ubuntu Regular"/>
          <a:cs typeface="Ubuntu Regular"/>
          <a:sym typeface="Ubuntu Regular"/>
        </a:defRPr>
      </a:lvl1pPr>
      <a:lvl2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0" b="0" i="0" u="none" strike="noStrike" cap="none" spc="0" baseline="0">
          <a:solidFill>
            <a:srgbClr val="4D4D4C"/>
          </a:solidFill>
          <a:uFillTx/>
          <a:latin typeface="Ubuntu Regular"/>
          <a:ea typeface="Ubuntu Regular"/>
          <a:cs typeface="Ubuntu Regular"/>
          <a:sym typeface="Ubuntu Regular"/>
        </a:defRPr>
      </a:lvl2pPr>
      <a:lvl3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0" b="0" i="0" u="none" strike="noStrike" cap="none" spc="0" baseline="0">
          <a:solidFill>
            <a:srgbClr val="4D4D4C"/>
          </a:solidFill>
          <a:uFillTx/>
          <a:latin typeface="Ubuntu Regular"/>
          <a:ea typeface="Ubuntu Regular"/>
          <a:cs typeface="Ubuntu Regular"/>
          <a:sym typeface="Ubuntu Regular"/>
        </a:defRPr>
      </a:lvl3pPr>
      <a:lvl4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0" b="0" i="0" u="none" strike="noStrike" cap="none" spc="0" baseline="0">
          <a:solidFill>
            <a:srgbClr val="4D4D4C"/>
          </a:solidFill>
          <a:uFillTx/>
          <a:latin typeface="Ubuntu Regular"/>
          <a:ea typeface="Ubuntu Regular"/>
          <a:cs typeface="Ubuntu Regular"/>
          <a:sym typeface="Ubuntu Regular"/>
        </a:defRPr>
      </a:lvl4pPr>
      <a:lvl5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0" b="0" i="0" u="none" strike="noStrike" cap="none" spc="0" baseline="0">
          <a:solidFill>
            <a:srgbClr val="4D4D4C"/>
          </a:solidFill>
          <a:uFillTx/>
          <a:latin typeface="Ubuntu Regular"/>
          <a:ea typeface="Ubuntu Regular"/>
          <a:cs typeface="Ubuntu Regular"/>
          <a:sym typeface="Ubuntu Regular"/>
        </a:defRPr>
      </a:lvl5pPr>
      <a:lvl6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0" b="0" i="0" u="none" strike="noStrike" cap="none" spc="0" baseline="0">
          <a:solidFill>
            <a:srgbClr val="4D4D4C"/>
          </a:solidFill>
          <a:uFillTx/>
          <a:latin typeface="Ubuntu Regular"/>
          <a:ea typeface="Ubuntu Regular"/>
          <a:cs typeface="Ubuntu Regular"/>
          <a:sym typeface="Ubuntu Regular"/>
        </a:defRPr>
      </a:lvl6pPr>
      <a:lvl7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0" b="0" i="0" u="none" strike="noStrike" cap="none" spc="0" baseline="0">
          <a:solidFill>
            <a:srgbClr val="4D4D4C"/>
          </a:solidFill>
          <a:uFillTx/>
          <a:latin typeface="Ubuntu Regular"/>
          <a:ea typeface="Ubuntu Regular"/>
          <a:cs typeface="Ubuntu Regular"/>
          <a:sym typeface="Ubuntu Regular"/>
        </a:defRPr>
      </a:lvl7pPr>
      <a:lvl8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0" b="0" i="0" u="none" strike="noStrike" cap="none" spc="0" baseline="0">
          <a:solidFill>
            <a:srgbClr val="4D4D4C"/>
          </a:solidFill>
          <a:uFillTx/>
          <a:latin typeface="Ubuntu Regular"/>
          <a:ea typeface="Ubuntu Regular"/>
          <a:cs typeface="Ubuntu Regular"/>
          <a:sym typeface="Ubuntu Regular"/>
        </a:defRPr>
      </a:lvl8pPr>
      <a:lvl9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0" b="0" i="0" u="none" strike="noStrike" cap="none" spc="0" baseline="0">
          <a:solidFill>
            <a:srgbClr val="4D4D4C"/>
          </a:solidFill>
          <a:uFillTx/>
          <a:latin typeface="Ubuntu Regular"/>
          <a:ea typeface="Ubuntu Regular"/>
          <a:cs typeface="Ubuntu Regular"/>
          <a:sym typeface="Ubuntu Regular"/>
        </a:defRPr>
      </a:lvl9pPr>
    </p:titleStyle>
    <p:bodyStyle>
      <a:lvl1pPr marL="611187" marR="0" indent="-611187" algn="l" defTabSz="821531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5E5E5E"/>
          </a:solidFill>
          <a:uFillTx/>
          <a:latin typeface="Ubuntu Regular"/>
          <a:ea typeface="Ubuntu Regular"/>
          <a:cs typeface="Ubuntu Regular"/>
          <a:sym typeface="Ubuntu Regular"/>
        </a:defRPr>
      </a:lvl1pPr>
      <a:lvl2pPr marL="1055687" marR="0" indent="-611187" algn="l" defTabSz="821531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5E5E5E"/>
          </a:solidFill>
          <a:uFillTx/>
          <a:latin typeface="Ubuntu Regular"/>
          <a:ea typeface="Ubuntu Regular"/>
          <a:cs typeface="Ubuntu Regular"/>
          <a:sym typeface="Ubuntu Regular"/>
        </a:defRPr>
      </a:lvl2pPr>
      <a:lvl3pPr marL="1500187" marR="0" indent="-611187" algn="l" defTabSz="821531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5E5E5E"/>
          </a:solidFill>
          <a:uFillTx/>
          <a:latin typeface="Ubuntu Regular"/>
          <a:ea typeface="Ubuntu Regular"/>
          <a:cs typeface="Ubuntu Regular"/>
          <a:sym typeface="Ubuntu Regular"/>
        </a:defRPr>
      </a:lvl3pPr>
      <a:lvl4pPr marL="1944687" marR="0" indent="-611187" algn="l" defTabSz="821531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5E5E5E"/>
          </a:solidFill>
          <a:uFillTx/>
          <a:latin typeface="Ubuntu Regular"/>
          <a:ea typeface="Ubuntu Regular"/>
          <a:cs typeface="Ubuntu Regular"/>
          <a:sym typeface="Ubuntu Regular"/>
        </a:defRPr>
      </a:lvl4pPr>
      <a:lvl5pPr marL="2389187" marR="0" indent="-611187" algn="l" defTabSz="821531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5E5E5E"/>
          </a:solidFill>
          <a:uFillTx/>
          <a:latin typeface="Ubuntu Regular"/>
          <a:ea typeface="Ubuntu Regular"/>
          <a:cs typeface="Ubuntu Regular"/>
          <a:sym typeface="Ubuntu Regular"/>
        </a:defRPr>
      </a:lvl5pPr>
      <a:lvl6pPr marL="2833687" marR="0" indent="-611187" algn="l" defTabSz="821531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5E5E5E"/>
          </a:solidFill>
          <a:uFillTx/>
          <a:latin typeface="Ubuntu Regular"/>
          <a:ea typeface="Ubuntu Regular"/>
          <a:cs typeface="Ubuntu Regular"/>
          <a:sym typeface="Ubuntu Regular"/>
        </a:defRPr>
      </a:lvl6pPr>
      <a:lvl7pPr marL="3278187" marR="0" indent="-611187" algn="l" defTabSz="821531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5E5E5E"/>
          </a:solidFill>
          <a:uFillTx/>
          <a:latin typeface="Ubuntu Regular"/>
          <a:ea typeface="Ubuntu Regular"/>
          <a:cs typeface="Ubuntu Regular"/>
          <a:sym typeface="Ubuntu Regular"/>
        </a:defRPr>
      </a:lvl7pPr>
      <a:lvl8pPr marL="3722687" marR="0" indent="-611187" algn="l" defTabSz="821531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5E5E5E"/>
          </a:solidFill>
          <a:uFillTx/>
          <a:latin typeface="Ubuntu Regular"/>
          <a:ea typeface="Ubuntu Regular"/>
          <a:cs typeface="Ubuntu Regular"/>
          <a:sym typeface="Ubuntu Regular"/>
        </a:defRPr>
      </a:lvl8pPr>
      <a:lvl9pPr marL="4167187" marR="0" indent="-611187" algn="l" defTabSz="821531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5E5E5E"/>
          </a:solidFill>
          <a:uFillTx/>
          <a:latin typeface="Ubuntu Regular"/>
          <a:ea typeface="Ubuntu Regular"/>
          <a:cs typeface="Ubuntu Regular"/>
          <a:sym typeface="Ubuntu Regular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29.png"/><Relationship Id="rId4" Type="http://schemas.openxmlformats.org/officeDocument/2006/relationships/image" Target="../media/image13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t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microsoft.com/office/2007/relationships/hdphoto" Target="../media/hdphoto6.wdp"/><Relationship Id="rId3" Type="http://schemas.microsoft.com/office/2007/relationships/hdphoto" Target="../media/hdphoto2.wdp"/><Relationship Id="rId7" Type="http://schemas.microsoft.com/office/2007/relationships/hdphoto" Target="../media/hdphoto4.wdp"/><Relationship Id="rId12" Type="http://schemas.openxmlformats.org/officeDocument/2006/relationships/image" Target="../media/image4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11" Type="http://schemas.openxmlformats.org/officeDocument/2006/relationships/image" Target="../media/image41.png"/><Relationship Id="rId5" Type="http://schemas.microsoft.com/office/2007/relationships/hdphoto" Target="../media/hdphoto3.wdp"/><Relationship Id="rId15" Type="http://schemas.openxmlformats.org/officeDocument/2006/relationships/image" Target="../media/image44.png"/><Relationship Id="rId10" Type="http://schemas.openxmlformats.org/officeDocument/2006/relationships/image" Target="../media/image40.png"/><Relationship Id="rId4" Type="http://schemas.openxmlformats.org/officeDocument/2006/relationships/image" Target="../media/image37.png"/><Relationship Id="rId9" Type="http://schemas.microsoft.com/office/2007/relationships/hdphoto" Target="../media/hdphoto5.wdp"/><Relationship Id="rId1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t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9.png"/><Relationship Id="rId7" Type="http://schemas.openxmlformats.org/officeDocument/2006/relationships/image" Target="../media/image53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ti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.png"/><Relationship Id="rId5" Type="http://schemas.openxmlformats.org/officeDocument/2006/relationships/image" Target="../media/image55.tif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lose-up of camera lens">
            <a:extLst>
              <a:ext uri="{FF2B5EF4-FFF2-40B4-BE49-F238E27FC236}">
                <a16:creationId xmlns:a16="http://schemas.microsoft.com/office/drawing/2014/main" id="{EA3919DC-095C-9E4E-AF99-73663545B9C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24384003" cy="13888995"/>
          </a:xfrm>
          <a:prstGeom prst="rect">
            <a:avLst/>
          </a:prstGeom>
        </p:spPr>
      </p:pic>
      <p:sp>
        <p:nvSpPr>
          <p:cNvPr id="176" name="Google Shape;176;p18"/>
          <p:cNvSpPr txBox="1">
            <a:spLocks noGrp="1"/>
          </p:cNvSpPr>
          <p:nvPr>
            <p:ph type="ctrTitle"/>
          </p:nvPr>
        </p:nvSpPr>
        <p:spPr>
          <a:xfrm>
            <a:off x="1766295" y="5988239"/>
            <a:ext cx="15276000" cy="2825200"/>
          </a:xfrm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 lvl="0"/>
            <a:r>
              <a:rPr lang="en-GB" sz="10000" noProof="1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  <a:t>SẢN PHẨM </a:t>
            </a:r>
            <a:r>
              <a:rPr lang="en-GB" sz="100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  <a:t>PAVANA</a:t>
            </a:r>
            <a:r>
              <a:rPr lang="en-GB" sz="9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  <a:t/>
            </a:r>
            <a:br>
              <a:rPr lang="en-GB" sz="9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</a:br>
            <a:r>
              <a:rPr lang="en-GB" sz="60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  <a:t>Video conference system</a:t>
            </a:r>
            <a:endParaRPr lang="en-GB" sz="60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6316310-6F49-43E4-BD3E-58CE6C423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3607" y="12180107"/>
            <a:ext cx="11091315" cy="661467"/>
          </a:xfrm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r>
              <a:rPr lang="en-US" sz="2933" dirty="0" err="1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  <a:t>Tài</a:t>
            </a:r>
            <a:r>
              <a:rPr lang="en-US" sz="2933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  <a:t> </a:t>
            </a:r>
            <a:r>
              <a:rPr lang="en-US" sz="2933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  <a:t>liệu</a:t>
            </a:r>
            <a:r>
              <a:rPr lang="en-US" sz="2933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  <a:t> </a:t>
            </a:r>
            <a:r>
              <a:rPr lang="en-US" sz="2933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  <a:t>chứa</a:t>
            </a:r>
            <a:r>
              <a:rPr lang="en-US" sz="2933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  <a:t> </a:t>
            </a:r>
            <a:r>
              <a:rPr lang="en-US" sz="2933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  <a:t>thông</a:t>
            </a:r>
            <a:r>
              <a:rPr lang="en-US" sz="2933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  <a:t> tin </a:t>
            </a:r>
            <a:r>
              <a:rPr lang="en-US" sz="2933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  <a:t>cần</a:t>
            </a:r>
            <a:r>
              <a:rPr lang="en-US" sz="2933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  <a:t> </a:t>
            </a:r>
            <a:r>
              <a:rPr lang="en-US" sz="2933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  <a:t>được</a:t>
            </a:r>
            <a:r>
              <a:rPr lang="en-US" sz="2933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  <a:t> </a:t>
            </a:r>
            <a:r>
              <a:rPr lang="en-US" sz="2933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  <a:t>bảo</a:t>
            </a:r>
            <a:r>
              <a:rPr lang="en-US" sz="2933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  <a:t> </a:t>
            </a:r>
            <a:r>
              <a:rPr lang="en-US" sz="2933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</a:rPr>
              <a:t>mật</a:t>
            </a:r>
            <a:endParaRPr lang="en-GB" sz="2933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</a:endParaRPr>
          </a:p>
          <a:p>
            <a:endParaRPr lang="en-US" sz="2933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06301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Image" descr="Image"/>
          <p:cNvPicPr>
            <a:picLocks noChangeAspect="1"/>
          </p:cNvPicPr>
          <p:nvPr/>
        </p:nvPicPr>
        <p:blipFill rotWithShape="1">
          <a:blip r:embed="rId2">
            <a:alphaModFix amt="33477"/>
          </a:blip>
          <a:srcRect l="20863" t="-75" r="2242" b="6377"/>
          <a:stretch/>
        </p:blipFill>
        <p:spPr>
          <a:xfrm>
            <a:off x="0" y="2389909"/>
            <a:ext cx="24377074" cy="10949570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Rectangle"/>
          <p:cNvSpPr/>
          <p:nvPr/>
        </p:nvSpPr>
        <p:spPr>
          <a:xfrm>
            <a:off x="-8467" y="2386055"/>
            <a:ext cx="24400934" cy="1474971"/>
          </a:xfrm>
          <a:prstGeom prst="rect">
            <a:avLst/>
          </a:prstGeom>
          <a:gradFill>
            <a:gsLst>
              <a:gs pos="23177">
                <a:srgbClr val="FFFFFF">
                  <a:alpha val="97704"/>
                </a:srgbClr>
              </a:gs>
              <a:gs pos="57915">
                <a:srgbClr val="FFFFFF">
                  <a:alpha val="48852"/>
                </a:srgbClr>
              </a:gs>
              <a:gs pos="82902">
                <a:srgbClr val="FFFFFF">
                  <a:alpha val="0"/>
                </a:srgbClr>
              </a:gs>
            </a:gsLst>
            <a:path>
              <a:fillToRect l="50000" t="-187" r="50000" b="100187"/>
            </a:path>
          </a:gra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6" name="Video Conference Marke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8580"/>
            </a:lvl1pPr>
          </a:lstStyle>
          <a:p>
            <a:r>
              <a:rPr lang="en-US" dirty="0" smtClean="0"/>
              <a:t>THỊ TRƯỜNG VIDEO CONFERENCE</a:t>
            </a:r>
            <a:endParaRPr dirty="0"/>
          </a:p>
        </p:txBody>
      </p:sp>
      <p:sp>
        <p:nvSpPr>
          <p:cNvPr id="127" name="The global video conferencing market achieved over $14billion in 2019 and is projected to grow at a CAGR of more than 15% to reach over $50billion by 2026."/>
          <p:cNvSpPr txBox="1">
            <a:spLocks noGrp="1"/>
          </p:cNvSpPr>
          <p:nvPr>
            <p:ph type="body" sz="quarter" idx="1"/>
          </p:nvPr>
        </p:nvSpPr>
        <p:spPr>
          <a:xfrm>
            <a:off x="1269999" y="2540000"/>
            <a:ext cx="22043677" cy="15815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SzTx/>
              <a:buNone/>
            </a:lvl1pPr>
          </a:lstStyle>
          <a:p>
            <a:r>
              <a:rPr lang="en-US" dirty="0" err="1" smtClean="0"/>
              <a:t>Năm</a:t>
            </a:r>
            <a:r>
              <a:rPr lang="en-US" dirty="0" smtClean="0"/>
              <a:t> 2019,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hội</a:t>
            </a:r>
            <a:r>
              <a:rPr lang="en-US" dirty="0" smtClean="0"/>
              <a:t> </a:t>
            </a:r>
            <a:r>
              <a:rPr lang="en-US" dirty="0" err="1" smtClean="0"/>
              <a:t>nghị</a:t>
            </a:r>
            <a:r>
              <a:rPr lang="en-US" dirty="0" smtClean="0"/>
              <a:t> </a:t>
            </a:r>
            <a:r>
              <a:rPr lang="en-US" dirty="0" err="1" smtClean="0"/>
              <a:t>trực</a:t>
            </a:r>
            <a:r>
              <a:rPr lang="en-US" dirty="0" smtClean="0"/>
              <a:t> </a:t>
            </a:r>
            <a:r>
              <a:rPr lang="en-US" dirty="0" err="1" smtClean="0"/>
              <a:t>tuyến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đạt</a:t>
            </a:r>
            <a:r>
              <a:rPr lang="en-US" dirty="0" smtClean="0"/>
              <a:t> 14 </a:t>
            </a:r>
            <a:r>
              <a:rPr lang="en-US" dirty="0" err="1" smtClean="0"/>
              <a:t>tỷ</a:t>
            </a:r>
            <a:r>
              <a:rPr lang="en-US" dirty="0" smtClean="0"/>
              <a:t> USD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đang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tốc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tăng</a:t>
            </a:r>
            <a:r>
              <a:rPr lang="en-US" dirty="0" smtClean="0"/>
              <a:t> </a:t>
            </a:r>
            <a:r>
              <a:rPr lang="en-US" dirty="0" err="1" smtClean="0"/>
              <a:t>trưởng</a:t>
            </a:r>
            <a:r>
              <a:rPr lang="en-US" dirty="0" smtClean="0"/>
              <a:t> CAGR </a:t>
            </a:r>
            <a:r>
              <a:rPr lang="en-US" dirty="0" err="1" smtClean="0"/>
              <a:t>hơn</a:t>
            </a:r>
            <a:r>
              <a:rPr lang="en-US" dirty="0" smtClean="0"/>
              <a:t> 15%,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kiến</a:t>
            </a:r>
            <a:r>
              <a:rPr lang="en-US" dirty="0" smtClean="0"/>
              <a:t> </a:t>
            </a:r>
            <a:r>
              <a:rPr lang="en-US" dirty="0" err="1" smtClean="0"/>
              <a:t>đạt</a:t>
            </a:r>
            <a:r>
              <a:rPr lang="en-US" dirty="0" smtClean="0"/>
              <a:t> 50 </a:t>
            </a:r>
            <a:r>
              <a:rPr lang="en-US" dirty="0" err="1" smtClean="0"/>
              <a:t>tỷ</a:t>
            </a:r>
            <a:r>
              <a:rPr lang="en-US" dirty="0" smtClean="0"/>
              <a:t> USD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năm</a:t>
            </a:r>
            <a:r>
              <a:rPr lang="en-US" dirty="0" smtClean="0"/>
              <a:t> 2026</a:t>
            </a:r>
            <a:endParaRPr dirty="0"/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4010154" y="13349611"/>
            <a:ext cx="254432" cy="341098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pic>
        <p:nvPicPr>
          <p:cNvPr id="129" name="video-conferencing-market.jpg" descr="video-conferencing-mark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882" y="4667695"/>
            <a:ext cx="14622236" cy="7709480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https://www.gminsights.com/industry-analysis/video-conferencing-market"/>
          <p:cNvSpPr txBox="1"/>
          <p:nvPr/>
        </p:nvSpPr>
        <p:spPr>
          <a:xfrm>
            <a:off x="4876527" y="12486426"/>
            <a:ext cx="8721218" cy="440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2000" b="0">
                <a:solidFill>
                  <a:srgbClr val="FFFFFF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lvl1pPr>
          </a:lstStyle>
          <a:p>
            <a:r>
              <a:t>https://www.gminsights.com/industry-analysis/video-conferencing-market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 err="1" smtClean="0"/>
              <a:t>Các</a:t>
            </a:r>
            <a:r>
              <a:rPr lang="en-US" sz="6600" dirty="0" smtClean="0"/>
              <a:t> </a:t>
            </a:r>
            <a:r>
              <a:rPr lang="en-US" sz="6600" dirty="0" err="1" smtClean="0"/>
              <a:t>yếu</a:t>
            </a:r>
            <a:r>
              <a:rPr lang="en-US" sz="6600" dirty="0" smtClean="0"/>
              <a:t> </a:t>
            </a:r>
            <a:r>
              <a:rPr lang="en-US" sz="6600" dirty="0" err="1" smtClean="0"/>
              <a:t>tố</a:t>
            </a:r>
            <a:r>
              <a:rPr lang="en-US" sz="6600" dirty="0" smtClean="0"/>
              <a:t> </a:t>
            </a:r>
            <a:r>
              <a:rPr lang="en-US" sz="6600" dirty="0" err="1" smtClean="0"/>
              <a:t>thúc</a:t>
            </a:r>
            <a:r>
              <a:rPr lang="en-US" sz="6600" dirty="0" smtClean="0"/>
              <a:t> </a:t>
            </a:r>
            <a:r>
              <a:rPr lang="en-US" sz="6600" dirty="0" err="1" smtClean="0"/>
              <a:t>đẩy</a:t>
            </a:r>
            <a:r>
              <a:rPr lang="en-US" sz="6600" dirty="0" smtClean="0"/>
              <a:t> </a:t>
            </a:r>
            <a:r>
              <a:rPr lang="en-US" sz="6600" dirty="0" err="1" smtClean="0"/>
              <a:t>sự</a:t>
            </a:r>
            <a:r>
              <a:rPr lang="en-US" sz="6600" dirty="0" smtClean="0"/>
              <a:t> </a:t>
            </a:r>
            <a:r>
              <a:rPr lang="en-US" sz="6600" dirty="0" err="1" smtClean="0"/>
              <a:t>phát</a:t>
            </a:r>
            <a:r>
              <a:rPr lang="en-US" sz="6600" dirty="0" smtClean="0"/>
              <a:t> </a:t>
            </a:r>
            <a:r>
              <a:rPr lang="en-US" sz="6600" dirty="0" err="1" smtClean="0"/>
              <a:t>triển</a:t>
            </a:r>
            <a:r>
              <a:rPr lang="en-US" sz="6600" dirty="0" smtClean="0"/>
              <a:t> video conference</a:t>
            </a:r>
            <a:endParaRPr lang="en-US" sz="6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9999" y="2540000"/>
            <a:ext cx="22043677" cy="10738678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 smtClean="0"/>
              <a:t>Toàn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:</a:t>
            </a:r>
            <a:r>
              <a:rPr lang="vi-VN" dirty="0" smtClean="0"/>
              <a:t>. </a:t>
            </a:r>
            <a:r>
              <a:rPr lang="en-US" dirty="0" smtClean="0"/>
              <a:t>Video conference c</a:t>
            </a:r>
            <a:r>
              <a:rPr lang="vi-VN" dirty="0" smtClean="0"/>
              <a:t>ho </a:t>
            </a:r>
            <a:r>
              <a:rPr lang="vi-VN" dirty="0"/>
              <a:t>phép các tổ chức đa quốc gia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vi-VN" dirty="0" smtClean="0"/>
              <a:t>tăng </a:t>
            </a:r>
            <a:r>
              <a:rPr lang="vi-VN" dirty="0"/>
              <a:t>cường giao tiếp và cộng tác giữa các nhóm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vi-VN" dirty="0" smtClean="0"/>
              <a:t>công ty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Ảnh</a:t>
            </a:r>
            <a:r>
              <a:rPr lang="en-US" dirty="0" smtClean="0"/>
              <a:t> </a:t>
            </a:r>
            <a:r>
              <a:rPr lang="en-US" dirty="0" err="1" smtClean="0"/>
              <a:t>hưởng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đ</a:t>
            </a:r>
            <a:r>
              <a:rPr lang="vi-VN" dirty="0" smtClean="0"/>
              <a:t>ại </a:t>
            </a:r>
            <a:r>
              <a:rPr lang="vi-VN" dirty="0"/>
              <a:t>dịch. Đại dịch Covid-19 trong suốt năm 2020 đã chứng kiến ​​sự tăng trưởng và sử dụng hội nghị truyền hình chưa từng </a:t>
            </a:r>
            <a:r>
              <a:rPr lang="vi-VN" dirty="0" smtClean="0"/>
              <a:t>có</a:t>
            </a:r>
            <a:r>
              <a:rPr lang="en-US" dirty="0" smtClean="0"/>
              <a:t>. C</a:t>
            </a:r>
            <a:r>
              <a:rPr lang="vi-VN" dirty="0" smtClean="0"/>
              <a:t>ác </a:t>
            </a:r>
            <a:r>
              <a:rPr lang="vi-VN" dirty="0"/>
              <a:t>công ty nhanh chóng thích ứng </a:t>
            </a:r>
            <a:r>
              <a:rPr lang="vi-VN" dirty="0" smtClean="0"/>
              <a:t>với </a:t>
            </a:r>
            <a:r>
              <a:rPr lang="vi-VN" dirty="0"/>
              <a:t>cách làm việc mới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xu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vi-VN" dirty="0" smtClean="0"/>
              <a:t>trong </a:t>
            </a:r>
            <a:r>
              <a:rPr lang="vi-VN" dirty="0"/>
              <a:t>dài hạn</a:t>
            </a:r>
            <a:r>
              <a:rPr lang="vi-VN" dirty="0" smtClean="0"/>
              <a:t>.</a:t>
            </a:r>
            <a:endParaRPr lang="en-US" dirty="0" smtClean="0"/>
          </a:p>
          <a:p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chăng</a:t>
            </a:r>
            <a:r>
              <a:rPr lang="vi-VN" dirty="0" smtClean="0"/>
              <a:t>.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gia</a:t>
            </a:r>
            <a:r>
              <a:rPr lang="en-US" dirty="0" smtClean="0"/>
              <a:t> </a:t>
            </a:r>
            <a:r>
              <a:rPr lang="en-US" dirty="0" err="1" smtClean="0"/>
              <a:t>tăng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vi-VN" dirty="0" smtClean="0"/>
              <a:t>doanh </a:t>
            </a:r>
            <a:r>
              <a:rPr lang="vi-VN" dirty="0"/>
              <a:t>số bán </a:t>
            </a:r>
            <a:r>
              <a:rPr lang="vi-VN" dirty="0" smtClean="0"/>
              <a:t>hàng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vi-VN" dirty="0" smtClean="0"/>
              <a:t>danh </a:t>
            </a:r>
            <a:r>
              <a:rPr lang="vi-VN" dirty="0"/>
              <a:t>mục </a:t>
            </a:r>
            <a:r>
              <a:rPr lang="en-US" dirty="0" err="1" smtClean="0"/>
              <a:t>hàng</a:t>
            </a:r>
            <a:r>
              <a:rPr lang="en-US" dirty="0" smtClean="0"/>
              <a:t> camera </a:t>
            </a:r>
            <a:r>
              <a:rPr lang="vi-VN" dirty="0" smtClean="0"/>
              <a:t>hội </a:t>
            </a:r>
            <a:r>
              <a:rPr lang="vi-VN" dirty="0"/>
              <a:t>nghị truyền hình </a:t>
            </a:r>
            <a:r>
              <a:rPr lang="en-US" dirty="0" err="1" smtClean="0"/>
              <a:t>dẫn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giảm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vi-VN" dirty="0" smtClean="0"/>
              <a:t>đáng </a:t>
            </a:r>
            <a:r>
              <a:rPr lang="vi-VN" dirty="0"/>
              <a:t>kể đến chi phí sản xuất, dẫn đến việc giảm giá các sản phẩm đắt tiền trước đây </a:t>
            </a:r>
            <a:r>
              <a:rPr lang="vi-VN" dirty="0" smtClean="0"/>
              <a:t>để</a:t>
            </a:r>
            <a:r>
              <a:rPr lang="en-US" dirty="0" smtClean="0"/>
              <a:t>,</a:t>
            </a:r>
            <a:r>
              <a:rPr lang="vi-VN" dirty="0" smtClean="0"/>
              <a:t> </a:t>
            </a:r>
            <a:r>
              <a:rPr lang="en-US" dirty="0" err="1" smtClean="0"/>
              <a:t>giúp</a:t>
            </a:r>
            <a:r>
              <a:rPr lang="en-US" dirty="0" smtClean="0"/>
              <a:t>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r>
              <a:rPr lang="en-US" dirty="0" smtClean="0"/>
              <a:t> </a:t>
            </a:r>
            <a:r>
              <a:rPr lang="vi-VN" dirty="0" smtClean="0"/>
              <a:t>có </a:t>
            </a:r>
            <a:r>
              <a:rPr lang="vi-VN" dirty="0"/>
              <a:t>giá cả phải chăng </a:t>
            </a:r>
            <a:r>
              <a:rPr lang="vi-VN" dirty="0" smtClean="0"/>
              <a:t>hơn</a:t>
            </a:r>
            <a:r>
              <a:rPr lang="en-US" dirty="0" smtClean="0"/>
              <a:t>,</a:t>
            </a:r>
            <a:r>
              <a:rPr lang="vi-VN" dirty="0" smtClean="0"/>
              <a:t> </a:t>
            </a:r>
            <a:r>
              <a:rPr lang="en-US" dirty="0" err="1" smtClean="0"/>
              <a:t>phù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khả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chi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vi-VN" dirty="0" smtClean="0"/>
              <a:t> </a:t>
            </a:r>
            <a:r>
              <a:rPr lang="vi-VN" dirty="0"/>
              <a:t>doanh nghiệp</a:t>
            </a:r>
            <a:r>
              <a:rPr lang="vi-VN" dirty="0" smtClean="0"/>
              <a:t>.</a:t>
            </a:r>
            <a:endParaRPr lang="en-US" dirty="0" smtClean="0"/>
          </a:p>
          <a:p>
            <a:r>
              <a:rPr lang="vi-VN" dirty="0" smtClean="0"/>
              <a:t>Internet </a:t>
            </a:r>
            <a:r>
              <a:rPr lang="vi-VN" dirty="0"/>
              <a:t>nhanh hơn &amp; Trải nghiệm người dùng tốt hơn: </a:t>
            </a:r>
            <a:r>
              <a:rPr lang="en-US" dirty="0" err="1" smtClean="0"/>
              <a:t>Ngày</a:t>
            </a:r>
            <a:r>
              <a:rPr lang="en-US" dirty="0" smtClean="0"/>
              <a:t> </a:t>
            </a:r>
            <a:r>
              <a:rPr lang="en-US" dirty="0" err="1" smtClean="0"/>
              <a:t>càng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dịch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 </a:t>
            </a:r>
            <a:r>
              <a:rPr lang="en-US" dirty="0" err="1" smtClean="0"/>
              <a:t>chạy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nền</a:t>
            </a:r>
            <a:r>
              <a:rPr lang="en-US" dirty="0" smtClean="0"/>
              <a:t> internet</a:t>
            </a:r>
            <a:r>
              <a:rPr lang="en-US" dirty="0"/>
              <a:t> </a:t>
            </a:r>
            <a:r>
              <a:rPr lang="en-US" dirty="0" err="1" smtClean="0"/>
              <a:t>và</a:t>
            </a:r>
            <a:r>
              <a:rPr lang="vi-VN" dirty="0" smtClean="0"/>
              <a:t> </a:t>
            </a:r>
            <a:r>
              <a:rPr lang="vi-VN" dirty="0"/>
              <a:t>tốc độ internet </a:t>
            </a:r>
            <a:r>
              <a:rPr lang="en-US" dirty="0" err="1" smtClean="0"/>
              <a:t>ngày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vi-VN" dirty="0" smtClean="0"/>
              <a:t>cải thiện</a:t>
            </a:r>
            <a:r>
              <a:rPr lang="en-US" dirty="0"/>
              <a:t>,</a:t>
            </a:r>
            <a:r>
              <a:rPr lang="vi-VN" dirty="0" smtClean="0"/>
              <a:t> </a:t>
            </a:r>
            <a:r>
              <a:rPr lang="vi-VN" dirty="0"/>
              <a:t>kết nối mạng nhanh </a:t>
            </a:r>
            <a:r>
              <a:rPr lang="vi-VN" dirty="0" smtClean="0"/>
              <a:t>hơn</a:t>
            </a:r>
            <a:r>
              <a:rPr lang="en-US" dirty="0" smtClean="0"/>
              <a:t>.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góp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đáng</a:t>
            </a:r>
            <a:r>
              <a:rPr lang="en-US" dirty="0" smtClean="0"/>
              <a:t> </a:t>
            </a:r>
            <a:r>
              <a:rPr lang="en-US" dirty="0" err="1" smtClean="0"/>
              <a:t>kể</a:t>
            </a:r>
            <a:r>
              <a:rPr lang="en-US" dirty="0" smtClean="0"/>
              <a:t> </a:t>
            </a:r>
            <a:r>
              <a:rPr lang="vi-VN" dirty="0" smtClean="0"/>
              <a:t>hỗ </a:t>
            </a:r>
            <a:r>
              <a:rPr lang="vi-VN" dirty="0"/>
              <a:t>trợ sự phát triển của phần mềm hội nghị truyền hình trực tuyến và hội nghị dựa trên đám mây</a:t>
            </a:r>
            <a:r>
              <a:rPr lang="vi-VN" dirty="0" smtClean="0"/>
              <a:t>.</a:t>
            </a:r>
            <a:endParaRPr lang="en-US" dirty="0" smtClean="0"/>
          </a:p>
          <a:p>
            <a:r>
              <a:rPr lang="en-US" dirty="0" smtClean="0"/>
              <a:t>C</a:t>
            </a:r>
            <a:r>
              <a:rPr lang="vi-VN" dirty="0" smtClean="0"/>
              <a:t>ác </a:t>
            </a:r>
            <a:r>
              <a:rPr lang="vi-VN" dirty="0"/>
              <a:t>nền tảng hội nghị truyền hình </a:t>
            </a:r>
            <a:r>
              <a:rPr lang="en-US" dirty="0" err="1" smtClean="0"/>
              <a:t>được</a:t>
            </a:r>
            <a:r>
              <a:rPr lang="en-US" dirty="0" smtClean="0"/>
              <a:t> t</a:t>
            </a:r>
            <a:r>
              <a:rPr lang="vi-VN" dirty="0" smtClean="0"/>
              <a:t>ăng </a:t>
            </a:r>
            <a:r>
              <a:rPr lang="vi-VN" dirty="0"/>
              <a:t>cường áp dụng </a:t>
            </a:r>
            <a:r>
              <a:rPr lang="vi-VN" dirty="0" smtClean="0"/>
              <a:t>trong </a:t>
            </a:r>
            <a:r>
              <a:rPr lang="vi-VN" dirty="0"/>
              <a:t>lĩnh vực giáo dục và chăm sóc sức </a:t>
            </a:r>
            <a:r>
              <a:rPr lang="vi-VN" dirty="0" smtClean="0"/>
              <a:t>khỏe</a:t>
            </a:r>
            <a:endParaRPr lang="en-US" dirty="0" smtClean="0"/>
          </a:p>
          <a:p>
            <a:r>
              <a:rPr lang="en-US" dirty="0" smtClean="0"/>
              <a:t>L</a:t>
            </a:r>
            <a:r>
              <a:rPr lang="vi-VN" dirty="0" smtClean="0"/>
              <a:t>nh </a:t>
            </a:r>
            <a:r>
              <a:rPr lang="vi-VN" dirty="0"/>
              <a:t>hoạt </a:t>
            </a:r>
            <a:r>
              <a:rPr lang="vi-VN" dirty="0" smtClean="0"/>
              <a:t>làm </a:t>
            </a:r>
            <a:r>
              <a:rPr lang="vi-VN" dirty="0"/>
              <a:t>việc </a:t>
            </a:r>
            <a:r>
              <a:rPr lang="vi-VN" dirty="0" smtClean="0"/>
              <a:t>từ </a:t>
            </a:r>
            <a:r>
              <a:rPr lang="vi-VN" dirty="0"/>
              <a:t>xa, giảm chi tiêu vốn kinh doanh,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vi-VN" dirty="0" smtClean="0"/>
              <a:t>ngày </a:t>
            </a:r>
            <a:r>
              <a:rPr lang="vi-VN" dirty="0"/>
              <a:t>càng tăng nhu cầu giao tiếp trực tuyến hiệu quả.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93251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Our Products"/>
          <p:cNvSpPr txBox="1">
            <a:spLocks noGrp="1"/>
          </p:cNvSpPr>
          <p:nvPr>
            <p:ph type="title"/>
          </p:nvPr>
        </p:nvSpPr>
        <p:spPr>
          <a:xfrm>
            <a:off x="3282907" y="5649004"/>
            <a:ext cx="13852153" cy="241799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 smtClean="0"/>
              <a:t>HỆ THỐNG </a:t>
            </a:r>
            <a:br>
              <a:rPr lang="en-US" dirty="0" smtClean="0"/>
            </a:br>
            <a:r>
              <a:rPr lang="en-US" dirty="0" smtClean="0"/>
              <a:t>VIDEO </a:t>
            </a:r>
            <a:r>
              <a:rPr lang="en-US" dirty="0" smtClean="0"/>
              <a:t>CONFERENCE</a:t>
            </a:r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istockphoto-1161334995-612x612.jpg" descr="istockphoto-1161334995-612x612.jpg"/>
          <p:cNvPicPr>
            <a:picLocks/>
          </p:cNvPicPr>
          <p:nvPr/>
        </p:nvPicPr>
        <p:blipFill>
          <a:blip r:embed="rId2">
            <a:alphaModFix amt="35401"/>
          </a:blip>
          <a:srcRect t="19914" b="8731"/>
          <a:stretch>
            <a:fillRect/>
          </a:stretch>
        </p:blipFill>
        <p:spPr>
          <a:xfrm>
            <a:off x="508000" y="507999"/>
            <a:ext cx="23368000" cy="12319001"/>
          </a:xfrm>
          <a:prstGeom prst="rect">
            <a:avLst/>
          </a:prstGeom>
          <a:ln w="25400">
            <a:miter lim="400000"/>
          </a:ln>
          <a:effectLst>
            <a:outerShdw blurRad="254000" dist="120516" dir="5400000" rotWithShape="0">
              <a:srgbClr val="000000">
                <a:alpha val="70000"/>
              </a:srgbClr>
            </a:outerShdw>
          </a:effectLst>
        </p:spPr>
      </p:pic>
      <p:sp>
        <p:nvSpPr>
          <p:cNvPr id="1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4010154" y="13349611"/>
            <a:ext cx="254432" cy="341098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pic>
        <p:nvPicPr>
          <p:cNvPr id="142" name="Image" descr="Image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85399" y="2389235"/>
            <a:ext cx="9213201" cy="8937530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Personal…"/>
          <p:cNvSpPr txBox="1"/>
          <p:nvPr/>
        </p:nvSpPr>
        <p:spPr>
          <a:xfrm>
            <a:off x="20112729" y="596741"/>
            <a:ext cx="3305393" cy="2133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r" defTabSz="825500">
              <a:defRPr sz="6600" b="0">
                <a:solidFill>
                  <a:srgbClr val="FFFFFF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smtClean="0"/>
              <a:t>Video</a:t>
            </a:r>
          </a:p>
          <a:p>
            <a:pPr algn="r" defTabSz="825500">
              <a:defRPr sz="6600" b="0">
                <a:solidFill>
                  <a:srgbClr val="FFFFFF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err="1" smtClean="0"/>
              <a:t>Cá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endParaRPr dirty="0"/>
          </a:p>
        </p:txBody>
      </p:sp>
      <p:sp>
        <p:nvSpPr>
          <p:cNvPr id="144" name="Group…"/>
          <p:cNvSpPr txBox="1"/>
          <p:nvPr/>
        </p:nvSpPr>
        <p:spPr>
          <a:xfrm>
            <a:off x="658968" y="10502049"/>
            <a:ext cx="3350276" cy="2133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825500">
              <a:defRPr sz="6600" b="0">
                <a:solidFill>
                  <a:srgbClr val="FFFFFF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smtClean="0"/>
              <a:t>Camera </a:t>
            </a:r>
          </a:p>
          <a:p>
            <a:pPr algn="l" defTabSz="825500">
              <a:defRPr sz="6600" b="0">
                <a:solidFill>
                  <a:srgbClr val="FFFFFF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err="1" smtClean="0"/>
              <a:t>Hội</a:t>
            </a:r>
            <a:r>
              <a:rPr lang="en-US" dirty="0" smtClean="0"/>
              <a:t> </a:t>
            </a:r>
            <a:r>
              <a:rPr lang="en-US" dirty="0" err="1" smtClean="0"/>
              <a:t>nghị</a:t>
            </a:r>
            <a:endParaRPr dirty="0"/>
          </a:p>
        </p:txBody>
      </p:sp>
      <p:sp>
        <p:nvSpPr>
          <p:cNvPr id="145" name="Conference Speaker"/>
          <p:cNvSpPr txBox="1"/>
          <p:nvPr/>
        </p:nvSpPr>
        <p:spPr>
          <a:xfrm>
            <a:off x="10964929" y="4465664"/>
            <a:ext cx="1891017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defRPr sz="2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dirty="0" smtClean="0"/>
              <a:t>Conference </a:t>
            </a:r>
          </a:p>
          <a:p>
            <a:r>
              <a:rPr lang="en-US" dirty="0" smtClean="0"/>
              <a:t>Speaker</a:t>
            </a:r>
            <a:endParaRPr dirty="0"/>
          </a:p>
        </p:txBody>
      </p:sp>
      <p:sp>
        <p:nvSpPr>
          <p:cNvPr id="146" name="Webcam"/>
          <p:cNvSpPr txBox="1"/>
          <p:nvPr/>
        </p:nvSpPr>
        <p:spPr>
          <a:xfrm>
            <a:off x="17789717" y="8148636"/>
            <a:ext cx="1891016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defRPr sz="2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Webcam</a:t>
            </a:r>
          </a:p>
        </p:txBody>
      </p:sp>
      <p:sp>
        <p:nvSpPr>
          <p:cNvPr id="147" name="Video Conference System"/>
          <p:cNvSpPr txBox="1"/>
          <p:nvPr/>
        </p:nvSpPr>
        <p:spPr>
          <a:xfrm>
            <a:off x="9885150" y="11702314"/>
            <a:ext cx="2994026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825500">
              <a:defRPr sz="2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video conference</a:t>
            </a:r>
            <a:endParaRPr dirty="0"/>
          </a:p>
        </p:txBody>
      </p:sp>
      <p:pic>
        <p:nvPicPr>
          <p:cNvPr id="148" name="web cam.png" descr="web cam.png"/>
          <p:cNvPicPr>
            <a:picLocks noChangeAspect="1"/>
          </p:cNvPicPr>
          <p:nvPr/>
        </p:nvPicPr>
        <p:blipFill>
          <a:blip r:embed="rId4"/>
          <a:srcRect b="15695"/>
          <a:stretch>
            <a:fillRect/>
          </a:stretch>
        </p:blipFill>
        <p:spPr>
          <a:xfrm>
            <a:off x="15160829" y="4716660"/>
            <a:ext cx="2993983" cy="4282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633" y="1054560"/>
            <a:ext cx="3308196" cy="4521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Image" descr="Image"/>
          <p:cNvPicPr>
            <a:picLocks noChangeAspect="1"/>
          </p:cNvPicPr>
          <p:nvPr/>
        </p:nvPicPr>
        <p:blipFill>
          <a:blip r:embed="rId6"/>
          <a:srcRect r="44607"/>
          <a:stretch>
            <a:fillRect/>
          </a:stretch>
        </p:blipFill>
        <p:spPr>
          <a:xfrm>
            <a:off x="9092064" y="6543013"/>
            <a:ext cx="1929627" cy="4998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7386215"/>
            <a:ext cx="3308195" cy="47063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onference Speaker"/>
          <p:cNvSpPr txBox="1">
            <a:spLocks noGrp="1"/>
          </p:cNvSpPr>
          <p:nvPr>
            <p:ph type="title"/>
          </p:nvPr>
        </p:nvSpPr>
        <p:spPr>
          <a:xfrm>
            <a:off x="1270000" y="635000"/>
            <a:ext cx="19799837" cy="13589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8500"/>
            </a:lvl1pPr>
          </a:lstStyle>
          <a:p>
            <a:r>
              <a:rPr lang="en-US" dirty="0" smtClean="0"/>
              <a:t>Conference speaker</a:t>
            </a:r>
            <a:endParaRPr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4010154" y="13349611"/>
            <a:ext cx="254432" cy="341098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pic>
        <p:nvPicPr>
          <p:cNvPr id="155" name="713N5SF1inL__AC_SL1500_.jpg" descr="713N5SF1inL__AC_SL1500_.jpg"/>
          <p:cNvPicPr>
            <a:picLocks noChangeAspect="1"/>
          </p:cNvPicPr>
          <p:nvPr/>
        </p:nvPicPr>
        <p:blipFill rotWithShape="1">
          <a:blip r:embed="rId2"/>
          <a:srcRect l="4877" t="3888" r="4343" b="17470"/>
          <a:stretch/>
        </p:blipFill>
        <p:spPr>
          <a:xfrm>
            <a:off x="-15913" y="3796748"/>
            <a:ext cx="15474325" cy="8945713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Rectangle"/>
          <p:cNvSpPr/>
          <p:nvPr/>
        </p:nvSpPr>
        <p:spPr>
          <a:xfrm>
            <a:off x="3965" y="3545474"/>
            <a:ext cx="18777189" cy="2897236"/>
          </a:xfrm>
          <a:prstGeom prst="rect">
            <a:avLst/>
          </a:prstGeom>
          <a:gradFill>
            <a:gsLst>
              <a:gs pos="23177">
                <a:srgbClr val="FFFFFF"/>
              </a:gs>
              <a:gs pos="57915">
                <a:srgbClr val="FFFFFF">
                  <a:alpha val="50000"/>
                </a:srgbClr>
              </a:gs>
              <a:gs pos="82902">
                <a:srgbClr val="FFFFFF">
                  <a:alpha val="0"/>
                </a:srgbClr>
              </a:gs>
            </a:gsLst>
            <a:path>
              <a:fillToRect l="50000" t="-187" r="50000" b="100187"/>
            </a:path>
          </a:gra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7" name="Rectangle"/>
          <p:cNvSpPr/>
          <p:nvPr/>
        </p:nvSpPr>
        <p:spPr>
          <a:xfrm>
            <a:off x="11111948" y="3812425"/>
            <a:ext cx="4631010" cy="9513569"/>
          </a:xfrm>
          <a:prstGeom prst="rect">
            <a:avLst/>
          </a:prstGeom>
          <a:gradFill>
            <a:gsLst>
              <a:gs pos="0">
                <a:srgbClr val="FFFFFF"/>
              </a:gs>
              <a:gs pos="52218">
                <a:srgbClr val="FFFFFF">
                  <a:alpha val="50000"/>
                </a:srgbClr>
              </a:gs>
              <a:gs pos="81206">
                <a:srgbClr val="FFFFFF">
                  <a:alpha val="0"/>
                </a:srgbClr>
              </a:gs>
            </a:gsLst>
            <a:path>
              <a:fillToRect l="90132" t="49780" r="9867" b="50219"/>
            </a:path>
          </a:gra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8" name="The conference speaker is an affordable, easy to use conference speaker great for small to medium sized meeting groups."/>
          <p:cNvSpPr txBox="1">
            <a:spLocks noGrp="1"/>
          </p:cNvSpPr>
          <p:nvPr>
            <p:ph type="body" sz="quarter" idx="1"/>
          </p:nvPr>
        </p:nvSpPr>
        <p:spPr>
          <a:xfrm>
            <a:off x="1286191" y="2119027"/>
            <a:ext cx="20556735" cy="19095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SzTx/>
              <a:buNone/>
            </a:lvl1pPr>
          </a:lstStyle>
          <a:p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r>
              <a:rPr lang="en-US" dirty="0" smtClean="0"/>
              <a:t> Conference speaker (</a:t>
            </a:r>
            <a:r>
              <a:rPr lang="en-US" dirty="0" err="1" smtClean="0"/>
              <a:t>loa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r>
              <a:rPr lang="en-US" dirty="0" smtClean="0"/>
              <a:t> </a:t>
            </a:r>
            <a:r>
              <a:rPr lang="en-US" dirty="0" err="1" smtClean="0"/>
              <a:t>hội</a:t>
            </a:r>
            <a:r>
              <a:rPr lang="en-US" dirty="0" smtClean="0"/>
              <a:t> </a:t>
            </a:r>
            <a:r>
              <a:rPr lang="en-US" dirty="0" err="1" smtClean="0"/>
              <a:t>nghị</a:t>
            </a:r>
            <a:r>
              <a:rPr lang="en-US" dirty="0" smtClean="0"/>
              <a:t>)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chăng</a:t>
            </a:r>
            <a:r>
              <a:rPr lang="en-US" dirty="0" smtClean="0"/>
              <a:t>, </a:t>
            </a:r>
            <a:r>
              <a:rPr lang="en-US" dirty="0" err="1" smtClean="0"/>
              <a:t>dễ</a:t>
            </a:r>
            <a:r>
              <a:rPr lang="en-US" dirty="0" smtClean="0"/>
              <a:t> </a:t>
            </a:r>
            <a:r>
              <a:rPr lang="en-US" dirty="0" err="1" smtClean="0"/>
              <a:t>dàng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tưởng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cuộc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r>
              <a:rPr lang="en-US" dirty="0" smtClean="0"/>
              <a:t> </a:t>
            </a:r>
            <a:r>
              <a:rPr lang="en-US" dirty="0" err="1" smtClean="0"/>
              <a:t>khoảng</a:t>
            </a:r>
            <a:r>
              <a:rPr lang="en-US" dirty="0" smtClean="0"/>
              <a:t> 10 </a:t>
            </a:r>
            <a:r>
              <a:rPr lang="en-US" dirty="0" err="1" smtClean="0"/>
              <a:t>người</a:t>
            </a:r>
            <a:endParaRPr dirty="0"/>
          </a:p>
        </p:txBody>
      </p:sp>
      <p:sp>
        <p:nvSpPr>
          <p:cNvPr id="159" name="Why Conference Speaker?…"/>
          <p:cNvSpPr txBox="1"/>
          <p:nvPr/>
        </p:nvSpPr>
        <p:spPr>
          <a:xfrm>
            <a:off x="15913234" y="4811927"/>
            <a:ext cx="7830952" cy="6915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3000"/>
              </a:spcBef>
              <a:defRPr sz="4400" b="0" u="sng">
                <a:solidFill>
                  <a:srgbClr val="5E5E5E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dirty="0" smtClean="0"/>
              <a:t> </a:t>
            </a:r>
            <a:r>
              <a:rPr dirty="0"/>
              <a:t>Conference Speaker?</a:t>
            </a:r>
          </a:p>
          <a:p>
            <a:pPr algn="l" defTabSz="457200">
              <a:lnSpc>
                <a:spcPct val="110000"/>
              </a:lnSpc>
              <a:defRPr sz="2600" b="0">
                <a:solidFill>
                  <a:srgbClr val="F28641"/>
                </a:solidFill>
                <a:latin typeface="Ubuntu Bold"/>
                <a:ea typeface="Ubuntu Bold"/>
                <a:cs typeface="Ubuntu Bold"/>
                <a:sym typeface="Ubuntu Bold"/>
              </a:defRPr>
            </a:pP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Âm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thanh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chất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lượng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cao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vi-VN" dirty="0" smtClean="0"/>
              <a:t>Micrô </a:t>
            </a:r>
            <a:r>
              <a:rPr lang="vi-VN" dirty="0"/>
              <a:t>hiệu suất cao và loa </a:t>
            </a:r>
            <a:r>
              <a:rPr lang="vi-VN" dirty="0" smtClean="0"/>
              <a:t>Hi-Fi </a:t>
            </a:r>
            <a:r>
              <a:rPr lang="vi-VN" dirty="0"/>
              <a:t>cho phép người tham dự nghe và nói rõ ràng ở mọi vị trí.</a:t>
            </a: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F28641"/>
                </a:solidFill>
                <a:latin typeface="Ubuntu Bold"/>
                <a:ea typeface="Ubuntu Bold"/>
                <a:cs typeface="Ubuntu Bold"/>
                <a:sym typeface="Ubuntu Bold"/>
              </a:defRPr>
            </a:pP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Tổ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chức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họp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ở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mọi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lúc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mọi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nơi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,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thoại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cứ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.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họp</a:t>
            </a:r>
            <a:r>
              <a:rPr lang="en-US" dirty="0"/>
              <a:t>.</a:t>
            </a:r>
            <a:endParaRPr dirty="0" smtClean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F28641"/>
                </a:solidFill>
                <a:latin typeface="Ubuntu Bold"/>
                <a:ea typeface="Ubuntu Bold"/>
                <a:cs typeface="Ubuntu Bold"/>
                <a:sym typeface="Ubuntu Bold"/>
              </a:defRPr>
            </a:pP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Đáp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ứng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cuộc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họp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lên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tới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10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người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micrô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giọng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dirty="0"/>
              <a:t> 360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16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5101" y="9623666"/>
            <a:ext cx="2518915" cy="34425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Highligh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8580"/>
            </a:lvl1pPr>
          </a:lstStyle>
          <a:p>
            <a:r>
              <a:rPr lang="en-US" dirty="0" err="1" smtClean="0"/>
              <a:t>Đặc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nổi</a:t>
            </a:r>
            <a:r>
              <a:rPr lang="en-US" dirty="0" smtClean="0"/>
              <a:t> </a:t>
            </a:r>
            <a:r>
              <a:rPr lang="en-US" dirty="0" err="1" smtClean="0"/>
              <a:t>bật</a:t>
            </a:r>
            <a:endParaRPr dirty="0"/>
          </a:p>
        </p:txBody>
      </p:sp>
      <p:sp>
        <p:nvSpPr>
          <p:cNvPr id="16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4010154" y="13349611"/>
            <a:ext cx="254432" cy="341098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pic>
        <p:nvPicPr>
          <p:cNvPr id="16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3712" y="2672988"/>
            <a:ext cx="1905001" cy="190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9080" y="2672988"/>
            <a:ext cx="1905001" cy="190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3712" y="6440463"/>
            <a:ext cx="1905001" cy="190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3712" y="10209693"/>
            <a:ext cx="1905001" cy="190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29080" y="10209693"/>
            <a:ext cx="1905001" cy="1905001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4 Multi Directional Microphones"/>
          <p:cNvSpPr txBox="1"/>
          <p:nvPr/>
        </p:nvSpPr>
        <p:spPr>
          <a:xfrm>
            <a:off x="12001593" y="3320214"/>
            <a:ext cx="3897832" cy="608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dirty="0"/>
              <a:t>4 </a:t>
            </a:r>
            <a:r>
              <a:rPr lang="en-US" dirty="0" smtClean="0"/>
              <a:t>Micro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endParaRPr dirty="0"/>
          </a:p>
        </p:txBody>
      </p:sp>
      <p:sp>
        <p:nvSpPr>
          <p:cNvPr id="170" name="Echo &amp; Noise Cancellation"/>
          <p:cNvSpPr txBox="1"/>
          <p:nvPr/>
        </p:nvSpPr>
        <p:spPr>
          <a:xfrm>
            <a:off x="12001593" y="7198274"/>
            <a:ext cx="3897832" cy="608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err="1" smtClean="0"/>
              <a:t>Chống</a:t>
            </a:r>
            <a:r>
              <a:rPr lang="en-US" dirty="0" smtClean="0"/>
              <a:t> </a:t>
            </a:r>
            <a:r>
              <a:rPr lang="en-US" dirty="0" err="1" smtClean="0"/>
              <a:t>ồn</a:t>
            </a:r>
            <a:r>
              <a:rPr lang="en-US" dirty="0"/>
              <a:t>,</a:t>
            </a:r>
            <a:r>
              <a:rPr lang="en-US" dirty="0" smtClean="0"/>
              <a:t> </a:t>
            </a:r>
            <a:r>
              <a:rPr lang="en-US" dirty="0" err="1" smtClean="0"/>
              <a:t>nhiễu</a:t>
            </a:r>
            <a:endParaRPr dirty="0"/>
          </a:p>
        </p:txBody>
      </p:sp>
      <p:sp>
        <p:nvSpPr>
          <p:cNvPr id="171" name="5W High Quality Speaker"/>
          <p:cNvSpPr txBox="1"/>
          <p:nvPr/>
        </p:nvSpPr>
        <p:spPr>
          <a:xfrm>
            <a:off x="19464649" y="3099492"/>
            <a:ext cx="4320000" cy="10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smtClean="0"/>
              <a:t>Loa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 5W</a:t>
            </a:r>
            <a:endParaRPr dirty="0"/>
          </a:p>
        </p:txBody>
      </p:sp>
      <p:sp>
        <p:nvSpPr>
          <p:cNvPr id="172" name="Bluetooth 5.0 &amp; USB2.0 Connectivity"/>
          <p:cNvSpPr txBox="1"/>
          <p:nvPr/>
        </p:nvSpPr>
        <p:spPr>
          <a:xfrm>
            <a:off x="19405378" y="7125163"/>
            <a:ext cx="4438541" cy="1046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dirty="0" smtClean="0"/>
              <a:t>Bluetooth 5.0 &amp; USB2.0 </a:t>
            </a:r>
            <a:endParaRPr dirty="0"/>
          </a:p>
        </p:txBody>
      </p:sp>
      <p:sp>
        <p:nvSpPr>
          <p:cNvPr id="173" name="Compatible With Most Conference Software"/>
          <p:cNvSpPr txBox="1"/>
          <p:nvPr/>
        </p:nvSpPr>
        <p:spPr>
          <a:xfrm>
            <a:off x="12001593" y="10635320"/>
            <a:ext cx="4996902" cy="10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hầu</a:t>
            </a:r>
            <a:r>
              <a:rPr lang="en-US" dirty="0" smtClean="0"/>
              <a:t> </a:t>
            </a:r>
            <a:r>
              <a:rPr lang="en-US" dirty="0" err="1" smtClean="0"/>
              <a:t>hết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mềm</a:t>
            </a:r>
            <a:r>
              <a:rPr lang="en-US" dirty="0" smtClean="0"/>
              <a:t> </a:t>
            </a:r>
            <a:r>
              <a:rPr lang="en-US" dirty="0" err="1" smtClean="0"/>
              <a:t>hội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endParaRPr dirty="0"/>
          </a:p>
        </p:txBody>
      </p:sp>
      <p:sp>
        <p:nvSpPr>
          <p:cNvPr id="174" name="Extra USB Ports"/>
          <p:cNvSpPr txBox="1"/>
          <p:nvPr/>
        </p:nvSpPr>
        <p:spPr>
          <a:xfrm>
            <a:off x="19578099" y="10850935"/>
            <a:ext cx="3897832" cy="622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err="1" smtClean="0"/>
              <a:t>Thêm</a:t>
            </a:r>
            <a:r>
              <a:rPr lang="en-US" dirty="0" smtClean="0"/>
              <a:t> </a:t>
            </a:r>
            <a:r>
              <a:rPr lang="en-US" dirty="0" err="1" smtClean="0"/>
              <a:t>khe</a:t>
            </a:r>
            <a:r>
              <a:rPr lang="en-US" dirty="0" smtClean="0"/>
              <a:t> </a:t>
            </a:r>
            <a:r>
              <a:rPr lang="en-US" dirty="0" err="1" smtClean="0"/>
              <a:t>cắm</a:t>
            </a:r>
            <a:r>
              <a:rPr lang="en-US" dirty="0" smtClean="0"/>
              <a:t> USB</a:t>
            </a:r>
            <a:endParaRPr dirty="0"/>
          </a:p>
        </p:txBody>
      </p:sp>
      <p:pic>
        <p:nvPicPr>
          <p:cNvPr id="175" name="Screenshot 2022-01-11 at 10.58.14 AM.png" descr="Screenshot 2022-01-11 at 10.58.14 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40180" y="6611913"/>
            <a:ext cx="2082801" cy="156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6" name="Image" descr="Image"/>
          <p:cNvPicPr>
            <a:picLocks noChangeAspect="1"/>
          </p:cNvPicPr>
          <p:nvPr/>
        </p:nvPicPr>
        <p:blipFill>
          <a:blip r:embed="rId8"/>
          <a:srcRect l="36312" b="33574"/>
          <a:stretch>
            <a:fillRect/>
          </a:stretch>
        </p:blipFill>
        <p:spPr>
          <a:xfrm>
            <a:off x="1318813" y="1643208"/>
            <a:ext cx="7117379" cy="117189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4010154" y="13349611"/>
            <a:ext cx="254432" cy="341098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pic>
        <p:nvPicPr>
          <p:cNvPr id="179" name="Image" descr="Image"/>
          <p:cNvPicPr>
            <a:picLocks noChangeAspect="1"/>
          </p:cNvPicPr>
          <p:nvPr/>
        </p:nvPicPr>
        <p:blipFill>
          <a:blip r:embed="rId2"/>
          <a:srcRect l="2390" t="2583" r="12231"/>
          <a:stretch>
            <a:fillRect/>
          </a:stretch>
        </p:blipFill>
        <p:spPr>
          <a:xfrm>
            <a:off x="863825" y="1542057"/>
            <a:ext cx="15667127" cy="10631746"/>
          </a:xfrm>
          <a:prstGeom prst="rect">
            <a:avLst/>
          </a:prstGeom>
          <a:ln w="25400">
            <a:miter lim="400000"/>
          </a:ln>
          <a:effectLst>
            <a:outerShdw blurRad="355600" dist="177800" dir="5400000" rotWithShape="0">
              <a:srgbClr val="000000">
                <a:alpha val="70000"/>
              </a:srgbClr>
            </a:outerShdw>
          </a:effectLst>
        </p:spPr>
      </p:pic>
      <p:sp>
        <p:nvSpPr>
          <p:cNvPr id="180" name="Designed for individuals or teams who require high quality audio performance."/>
          <p:cNvSpPr txBox="1"/>
          <p:nvPr/>
        </p:nvSpPr>
        <p:spPr>
          <a:xfrm>
            <a:off x="17051523" y="4486122"/>
            <a:ext cx="7023648" cy="1495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lvl1pPr>
          </a:lstStyle>
          <a:p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cá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r>
              <a:rPr lang="en-US" dirty="0" smtClean="0"/>
              <a:t> hay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nhỏ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nhu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hội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âm</a:t>
            </a:r>
            <a:r>
              <a:rPr lang="en-US" dirty="0" smtClean="0"/>
              <a:t> </a:t>
            </a:r>
            <a:r>
              <a:rPr lang="en-US" dirty="0" err="1" smtClean="0"/>
              <a:t>thanh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endParaRPr lang="en-US" dirty="0" smtClean="0"/>
          </a:p>
        </p:txBody>
      </p:sp>
      <p:pic>
        <p:nvPicPr>
          <p:cNvPr id="181" name="Image" descr="Image"/>
          <p:cNvPicPr>
            <a:picLocks noChangeAspect="1"/>
          </p:cNvPicPr>
          <p:nvPr/>
        </p:nvPicPr>
        <p:blipFill>
          <a:blip r:embed="rId3"/>
          <a:srcRect l="2350"/>
          <a:stretch>
            <a:fillRect/>
          </a:stretch>
        </p:blipFill>
        <p:spPr>
          <a:xfrm>
            <a:off x="15779839" y="8768158"/>
            <a:ext cx="6101558" cy="4165601"/>
          </a:xfrm>
          <a:prstGeom prst="rect">
            <a:avLst/>
          </a:prstGeom>
          <a:ln w="25400">
            <a:miter lim="400000"/>
          </a:ln>
          <a:effectLst>
            <a:outerShdw blurRad="355600" dist="177800" dir="5400000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4010154" y="13349611"/>
            <a:ext cx="254432" cy="341098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  <p:pic>
        <p:nvPicPr>
          <p:cNvPr id="18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043" y="1244070"/>
            <a:ext cx="18152207" cy="12107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Image" descr="Image"/>
          <p:cNvPicPr>
            <a:picLocks noChangeAspect="1"/>
          </p:cNvPicPr>
          <p:nvPr/>
        </p:nvPicPr>
        <p:blipFill>
          <a:blip r:embed="rId3"/>
          <a:srcRect l="1458"/>
          <a:stretch>
            <a:fillRect/>
          </a:stretch>
        </p:blipFill>
        <p:spPr>
          <a:xfrm>
            <a:off x="2206703" y="3632281"/>
            <a:ext cx="14053285" cy="9715485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Rectangle"/>
          <p:cNvSpPr/>
          <p:nvPr/>
        </p:nvSpPr>
        <p:spPr>
          <a:xfrm>
            <a:off x="6212492" y="-38971"/>
            <a:ext cx="946392" cy="9715501"/>
          </a:xfrm>
          <a:prstGeom prst="rect">
            <a:avLst/>
          </a:prstGeom>
          <a:gradFill>
            <a:gsLst>
              <a:gs pos="0">
                <a:srgbClr val="FFFFFF"/>
              </a:gs>
              <a:gs pos="52218">
                <a:srgbClr val="FFFFFF">
                  <a:alpha val="50000"/>
                </a:srgbClr>
              </a:gs>
              <a:gs pos="81206">
                <a:srgbClr val="FFFFFF">
                  <a:alpha val="0"/>
                </a:srgbClr>
              </a:gs>
            </a:gsLst>
            <a:path>
              <a:fillToRect l="4936" t="49618" r="95063" b="50381"/>
            </a:path>
          </a:gra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87" name="Rectangle"/>
          <p:cNvSpPr/>
          <p:nvPr/>
        </p:nvSpPr>
        <p:spPr>
          <a:xfrm>
            <a:off x="2134669" y="9794509"/>
            <a:ext cx="946392" cy="3557039"/>
          </a:xfrm>
          <a:prstGeom prst="rect">
            <a:avLst/>
          </a:prstGeom>
          <a:gradFill>
            <a:gsLst>
              <a:gs pos="0">
                <a:srgbClr val="FFFFFF"/>
              </a:gs>
              <a:gs pos="52218">
                <a:srgbClr val="FFFFFF">
                  <a:alpha val="50000"/>
                </a:srgbClr>
              </a:gs>
              <a:gs pos="81206">
                <a:srgbClr val="FFFFFF">
                  <a:alpha val="0"/>
                </a:srgbClr>
              </a:gs>
            </a:gsLst>
            <a:path>
              <a:fillToRect l="5607" t="47964" r="94392" b="52035"/>
            </a:path>
          </a:gra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88" name="Rectangle"/>
          <p:cNvSpPr/>
          <p:nvPr/>
        </p:nvSpPr>
        <p:spPr>
          <a:xfrm>
            <a:off x="6535771" y="1039034"/>
            <a:ext cx="17983590" cy="1894660"/>
          </a:xfrm>
          <a:prstGeom prst="rect">
            <a:avLst/>
          </a:prstGeom>
          <a:gradFill>
            <a:gsLst>
              <a:gs pos="23177">
                <a:srgbClr val="FFFFFF"/>
              </a:gs>
              <a:gs pos="57915">
                <a:srgbClr val="FFFFFF">
                  <a:alpha val="50000"/>
                </a:srgbClr>
              </a:gs>
              <a:gs pos="82902">
                <a:srgbClr val="FFFFFF">
                  <a:alpha val="0"/>
                </a:srgbClr>
              </a:gs>
            </a:gsLst>
            <a:path>
              <a:fillToRect l="50000" t="-187" r="50000" b="100187"/>
            </a:path>
          </a:gra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89" name="Image" descr="Image"/>
          <p:cNvPicPr>
            <a:picLocks noChangeAspect="1"/>
          </p:cNvPicPr>
          <p:nvPr/>
        </p:nvPicPr>
        <p:blipFill>
          <a:blip r:embed="rId4"/>
          <a:srcRect b="12440"/>
          <a:stretch>
            <a:fillRect/>
          </a:stretch>
        </p:blipFill>
        <p:spPr>
          <a:xfrm>
            <a:off x="14541602" y="1221241"/>
            <a:ext cx="10588073" cy="9715119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Compatible with most computer or mobile conference applications."/>
          <p:cNvSpPr txBox="1"/>
          <p:nvPr/>
        </p:nvSpPr>
        <p:spPr>
          <a:xfrm>
            <a:off x="783461" y="4292783"/>
            <a:ext cx="7052265" cy="10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lvl1pPr>
          </a:lstStyle>
          <a:p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hầu</a:t>
            </a:r>
            <a:r>
              <a:rPr lang="en-US" dirty="0" smtClean="0"/>
              <a:t> </a:t>
            </a:r>
            <a:r>
              <a:rPr lang="en-US" dirty="0" err="1" smtClean="0"/>
              <a:t>hết</a:t>
            </a:r>
            <a:r>
              <a:rPr lang="en-US" dirty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,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thoại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mềm</a:t>
            </a:r>
            <a:r>
              <a:rPr lang="en-US" dirty="0" smtClean="0"/>
              <a:t> </a:t>
            </a:r>
            <a:r>
              <a:rPr lang="en-US" dirty="0" err="1" smtClean="0"/>
              <a:t>hội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endParaRPr dirty="0"/>
          </a:p>
        </p:txBody>
      </p:sp>
      <p:pic>
        <p:nvPicPr>
          <p:cNvPr id="191" name="Image" descr="Image"/>
          <p:cNvPicPr>
            <a:picLocks noChangeAspect="1"/>
          </p:cNvPicPr>
          <p:nvPr/>
        </p:nvPicPr>
        <p:blipFill>
          <a:blip r:embed="rId5"/>
          <a:srcRect l="27840" r="17254" b="31594"/>
          <a:stretch>
            <a:fillRect/>
          </a:stretch>
        </p:blipFill>
        <p:spPr>
          <a:xfrm>
            <a:off x="12856129" y="3091339"/>
            <a:ext cx="6110137" cy="102490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logitech-equipement-for-video-conference-room-huddle-room-meeting-rooms.jpg" descr="logitech-equipement-for-video-conference-room-huddle-room-meeting-rooms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16405" y="2923084"/>
            <a:ext cx="15959345" cy="10426566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Video Conference System HD"/>
          <p:cNvSpPr txBox="1">
            <a:spLocks noGrp="1"/>
          </p:cNvSpPr>
          <p:nvPr>
            <p:ph type="title"/>
          </p:nvPr>
        </p:nvSpPr>
        <p:spPr>
          <a:xfrm>
            <a:off x="1270000" y="635000"/>
            <a:ext cx="21343136" cy="13970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8500"/>
            </a:lvl1pPr>
          </a:lstStyle>
          <a:p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dirty="0" smtClean="0"/>
              <a:t>Video </a:t>
            </a:r>
            <a:r>
              <a:rPr dirty="0"/>
              <a:t>Conference </a:t>
            </a:r>
            <a:r>
              <a:rPr dirty="0" smtClean="0"/>
              <a:t>HD</a:t>
            </a:r>
            <a:endParaRPr dirty="0"/>
          </a:p>
        </p:txBody>
      </p:sp>
      <p:sp>
        <p:nvSpPr>
          <p:cNvPr id="1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  <p:sp>
        <p:nvSpPr>
          <p:cNvPr id="200" name="Rectangle"/>
          <p:cNvSpPr/>
          <p:nvPr/>
        </p:nvSpPr>
        <p:spPr>
          <a:xfrm>
            <a:off x="8545073" y="2531993"/>
            <a:ext cx="18777190" cy="1574126"/>
          </a:xfrm>
          <a:prstGeom prst="rect">
            <a:avLst/>
          </a:prstGeom>
          <a:gradFill>
            <a:gsLst>
              <a:gs pos="23177">
                <a:srgbClr val="FFFFFF"/>
              </a:gs>
              <a:gs pos="57915">
                <a:srgbClr val="FFFFFF">
                  <a:alpha val="50000"/>
                </a:srgbClr>
              </a:gs>
              <a:gs pos="82902">
                <a:srgbClr val="FFFFFF">
                  <a:alpha val="0"/>
                </a:srgbClr>
              </a:gs>
            </a:gsLst>
            <a:path>
              <a:fillToRect l="49948" t="-182" r="50051" b="100182"/>
            </a:path>
          </a:gra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1" name="Rectangle"/>
          <p:cNvSpPr/>
          <p:nvPr/>
        </p:nvSpPr>
        <p:spPr>
          <a:xfrm>
            <a:off x="8324428" y="2920039"/>
            <a:ext cx="2034780" cy="10426701"/>
          </a:xfrm>
          <a:prstGeom prst="rect">
            <a:avLst/>
          </a:prstGeom>
          <a:gradFill>
            <a:gsLst>
              <a:gs pos="0">
                <a:srgbClr val="FFFFFF"/>
              </a:gs>
              <a:gs pos="52218">
                <a:srgbClr val="FFFFFF">
                  <a:alpha val="50000"/>
                </a:srgbClr>
              </a:gs>
              <a:gs pos="81206">
                <a:srgbClr val="FFFFFF">
                  <a:alpha val="0"/>
                </a:srgbClr>
              </a:gs>
            </a:gsLst>
            <a:path>
              <a:fillToRect l="21838" t="49971" r="78161" b="50028"/>
            </a:path>
          </a:gra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2" name="Why Video Conference System HD?…"/>
          <p:cNvSpPr txBox="1"/>
          <p:nvPr/>
        </p:nvSpPr>
        <p:spPr>
          <a:xfrm>
            <a:off x="1005116" y="2252587"/>
            <a:ext cx="7830952" cy="10876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3000"/>
              </a:spcBef>
              <a:defRPr sz="4400" b="0" u="sng">
                <a:solidFill>
                  <a:srgbClr val="5E5E5E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dirty="0" smtClean="0"/>
              <a:t>Video </a:t>
            </a:r>
            <a:r>
              <a:rPr dirty="0"/>
              <a:t>Conference </a:t>
            </a:r>
            <a:r>
              <a:rPr dirty="0" smtClean="0"/>
              <a:t>HD</a:t>
            </a:r>
            <a:r>
              <a:rPr dirty="0"/>
              <a:t>?</a:t>
            </a:r>
          </a:p>
          <a:p>
            <a:pPr algn="l" defTabSz="457200">
              <a:lnSpc>
                <a:spcPct val="110000"/>
              </a:lnSpc>
              <a:defRPr sz="2600" b="0">
                <a:solidFill>
                  <a:srgbClr val="F28641"/>
                </a:solidFill>
                <a:latin typeface="Ubuntu Bold"/>
                <a:ea typeface="Ubuntu Bold"/>
                <a:cs typeface="Ubuntu Bold"/>
                <a:sym typeface="Ubuntu Bold"/>
              </a:defRPr>
            </a:pP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Phù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hợp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cho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cuộc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họp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nhóm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nhỏ</a:t>
            </a:r>
            <a:r>
              <a:rPr dirty="0" smtClean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en-US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smtClean="0"/>
              <a:t>Camera </a:t>
            </a:r>
            <a:r>
              <a:rPr lang="en-US" dirty="0" err="1" smtClean="0"/>
              <a:t>góc</a:t>
            </a:r>
            <a:r>
              <a:rPr lang="en-US" dirty="0" smtClean="0"/>
              <a:t> </a:t>
            </a:r>
            <a:r>
              <a:rPr lang="en-US" dirty="0" err="1" smtClean="0"/>
              <a:t>rộng</a:t>
            </a:r>
            <a:r>
              <a:rPr lang="en-US" dirty="0" smtClean="0"/>
              <a:t> </a:t>
            </a:r>
            <a:r>
              <a:rPr lang="en-US" dirty="0" err="1" smtClean="0"/>
              <a:t>đảm</a:t>
            </a:r>
            <a:r>
              <a:rPr lang="en-US" dirty="0" smtClean="0"/>
              <a:t> </a:t>
            </a:r>
            <a:r>
              <a:rPr lang="en-US" dirty="0" err="1" smtClean="0"/>
              <a:t>bảo</a:t>
            </a:r>
            <a:r>
              <a:rPr lang="en-US" dirty="0" smtClean="0"/>
              <a:t>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Thành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khung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 algn="l" defTabSz="457200">
              <a:lnSpc>
                <a:spcPct val="110000"/>
              </a:lnSpc>
              <a:defRPr sz="2600" b="0">
                <a:solidFill>
                  <a:srgbClr val="F28641"/>
                </a:solidFill>
                <a:latin typeface="Ubuntu Bold"/>
                <a:ea typeface="Ubuntu Bold"/>
                <a:cs typeface="Ubuntu Bold"/>
                <a:sym typeface="Ubuntu Bold"/>
              </a:defRPr>
            </a:pP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Chất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lượng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audio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vượt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trội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smtClean="0"/>
              <a:t>Loa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micro </a:t>
            </a:r>
            <a:r>
              <a:rPr lang="en-US" dirty="0" err="1" smtClean="0"/>
              <a:t>chống</a:t>
            </a:r>
            <a:r>
              <a:rPr lang="en-US" dirty="0" smtClean="0"/>
              <a:t> </a:t>
            </a:r>
            <a:r>
              <a:rPr lang="en-US" dirty="0" err="1" smtClean="0"/>
              <a:t>ồn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Thành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nghe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nói</a:t>
            </a:r>
            <a:r>
              <a:rPr lang="en-US" dirty="0" smtClean="0"/>
              <a:t> 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rõ</a:t>
            </a:r>
            <a:r>
              <a:rPr lang="en-US" dirty="0" smtClean="0"/>
              <a:t> rang ở </a:t>
            </a:r>
            <a:r>
              <a:rPr lang="en-US" dirty="0" err="1" smtClean="0"/>
              <a:t>bất</a:t>
            </a:r>
            <a:r>
              <a:rPr lang="en-US" dirty="0" smtClean="0"/>
              <a:t> </a:t>
            </a:r>
            <a:r>
              <a:rPr lang="en-US" dirty="0" err="1" smtClean="0"/>
              <a:t>kì</a:t>
            </a:r>
            <a:r>
              <a:rPr lang="en-US" dirty="0" smtClean="0"/>
              <a:t> </a:t>
            </a:r>
            <a:r>
              <a:rPr lang="en-US" dirty="0" err="1" smtClean="0"/>
              <a:t>địa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F28641"/>
                </a:solidFill>
                <a:latin typeface="Ubuntu Bold"/>
                <a:ea typeface="Ubuntu Bold"/>
                <a:cs typeface="Ubuntu Bold"/>
                <a:sym typeface="Ubuntu Bold"/>
              </a:defRPr>
            </a:pP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Dễ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dàng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sử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dụng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smtClean="0"/>
              <a:t>Plug-and-play </a:t>
            </a:r>
            <a:r>
              <a:rPr lang="en-US" dirty="0" err="1" smtClean="0"/>
              <a:t>trên</a:t>
            </a:r>
            <a:r>
              <a:rPr lang="en-US" dirty="0" smtClean="0"/>
              <a:t> PC </a:t>
            </a:r>
            <a:r>
              <a:rPr lang="en-US" dirty="0" err="1" smtClean="0"/>
              <a:t>và</a:t>
            </a:r>
            <a:r>
              <a:rPr lang="en-US" dirty="0" smtClean="0"/>
              <a:t> Mac,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cài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them </a:t>
            </a:r>
            <a:r>
              <a:rPr lang="en-US" dirty="0" err="1" smtClean="0"/>
              <a:t>bất</a:t>
            </a:r>
            <a:r>
              <a:rPr lang="en-US" dirty="0" smtClean="0"/>
              <a:t> </a:t>
            </a:r>
            <a:r>
              <a:rPr lang="en-US" dirty="0" err="1" smtClean="0"/>
              <a:t>kì</a:t>
            </a:r>
            <a:r>
              <a:rPr lang="en-US" dirty="0" smtClean="0"/>
              <a:t> </a:t>
            </a:r>
            <a:r>
              <a:rPr lang="en-US" dirty="0" err="1" smtClean="0"/>
              <a:t>phàn</a:t>
            </a:r>
            <a:r>
              <a:rPr lang="en-US" dirty="0" smtClean="0"/>
              <a:t> </a:t>
            </a:r>
            <a:r>
              <a:rPr lang="en-US" dirty="0" err="1" smtClean="0"/>
              <a:t>mềm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F28641"/>
                </a:solidFill>
                <a:latin typeface="Ubuntu Bold"/>
                <a:ea typeface="Ubuntu Bold"/>
                <a:cs typeface="Ubuntu Bold"/>
                <a:sym typeface="Ubuntu Bold"/>
              </a:defRPr>
            </a:pP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Khả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năng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tương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thích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hầu</a:t>
            </a:r>
            <a:r>
              <a:rPr lang="en-US" dirty="0" smtClean="0"/>
              <a:t> </a:t>
            </a:r>
            <a:r>
              <a:rPr lang="en-US" dirty="0" err="1" smtClean="0"/>
              <a:t>hết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hội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r>
              <a:rPr lang="en-US" dirty="0" smtClean="0"/>
              <a:t> </a:t>
            </a:r>
            <a:r>
              <a:rPr lang="en-US" dirty="0" err="1" smtClean="0"/>
              <a:t>đành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thoại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 algn="l" defTabSz="457200">
              <a:lnSpc>
                <a:spcPct val="110000"/>
              </a:lnSpc>
              <a:defRPr sz="2600" b="0">
                <a:solidFill>
                  <a:srgbClr val="F28641"/>
                </a:solidFill>
                <a:latin typeface="Ubuntu Bold"/>
                <a:ea typeface="Ubuntu Bold"/>
                <a:cs typeface="Ubuntu Bold"/>
                <a:sym typeface="Ubuntu Bold"/>
              </a:defRPr>
            </a:pP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Lắp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đặt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linh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hoạt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smtClean="0"/>
              <a:t>Camera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phù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nhu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.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riêng</a:t>
            </a:r>
            <a:r>
              <a:rPr lang="en-US" dirty="0" smtClean="0"/>
              <a:t> </a:t>
            </a:r>
            <a:r>
              <a:rPr lang="en-US" dirty="0" err="1" smtClean="0"/>
              <a:t>lẻ</a:t>
            </a:r>
            <a:r>
              <a:rPr lang="en-US" dirty="0" smtClean="0"/>
              <a:t> </a:t>
            </a:r>
            <a:r>
              <a:rPr lang="en-US" dirty="0" err="1" smtClean="0"/>
              <a:t>từng</a:t>
            </a:r>
            <a:r>
              <a:rPr lang="en-US" dirty="0" smtClean="0"/>
              <a:t> module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loa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webcam </a:t>
            </a:r>
            <a:r>
              <a:rPr lang="en-US" dirty="0" err="1" smtClean="0"/>
              <a:t>phù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nhu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endParaRPr dirty="0"/>
          </a:p>
        </p:txBody>
      </p:sp>
      <p:pic>
        <p:nvPicPr>
          <p:cNvPr id="20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6866" y="6278158"/>
            <a:ext cx="2442719" cy="28211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C100 Highligh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8580"/>
            </a:lvl1pPr>
          </a:lstStyle>
          <a:p>
            <a:r>
              <a:rPr lang="en-US" dirty="0" err="1" smtClean="0"/>
              <a:t>Đặc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nổi</a:t>
            </a:r>
            <a:r>
              <a:rPr lang="en-US" dirty="0" smtClean="0"/>
              <a:t> </a:t>
            </a:r>
            <a:r>
              <a:rPr lang="en-US" dirty="0" err="1" smtClean="0"/>
              <a:t>bật</a:t>
            </a:r>
            <a:r>
              <a:rPr lang="en-US" dirty="0" smtClean="0"/>
              <a:t> - </a:t>
            </a:r>
            <a:r>
              <a:rPr dirty="0" smtClean="0"/>
              <a:t>SC100</a:t>
            </a:r>
            <a:endParaRPr dirty="0"/>
          </a:p>
        </p:txBody>
      </p:sp>
      <p:sp>
        <p:nvSpPr>
          <p:cNvPr id="2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  <p:pic>
        <p:nvPicPr>
          <p:cNvPr id="20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597" y="5490628"/>
            <a:ext cx="1905001" cy="190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211" y="5490628"/>
            <a:ext cx="1905001" cy="190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312" y="8176205"/>
            <a:ext cx="1905001" cy="1905001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4 Multi Directional Microphones"/>
          <p:cNvSpPr txBox="1"/>
          <p:nvPr/>
        </p:nvSpPr>
        <p:spPr>
          <a:xfrm>
            <a:off x="3526389" y="6249316"/>
            <a:ext cx="3897832" cy="608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dirty="0"/>
              <a:t>4 </a:t>
            </a:r>
            <a:r>
              <a:rPr lang="en-US" dirty="0" smtClean="0"/>
              <a:t>micro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endParaRPr dirty="0"/>
          </a:p>
        </p:txBody>
      </p:sp>
      <p:sp>
        <p:nvSpPr>
          <p:cNvPr id="211" name="Echo &amp; Noise Cancellation"/>
          <p:cNvSpPr txBox="1"/>
          <p:nvPr/>
        </p:nvSpPr>
        <p:spPr>
          <a:xfrm>
            <a:off x="3689104" y="8713295"/>
            <a:ext cx="3897832" cy="10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err="1" smtClean="0"/>
              <a:t>Giảm</a:t>
            </a:r>
            <a:r>
              <a:rPr lang="en-US" dirty="0" smtClean="0"/>
              <a:t> </a:t>
            </a:r>
            <a:r>
              <a:rPr lang="en-US" dirty="0" err="1" smtClean="0"/>
              <a:t>tiếng</a:t>
            </a:r>
            <a:r>
              <a:rPr lang="en-US" dirty="0" smtClean="0"/>
              <a:t> </a:t>
            </a:r>
            <a:r>
              <a:rPr lang="en-US" dirty="0" err="1" smtClean="0"/>
              <a:t>vọng</a:t>
            </a:r>
            <a:r>
              <a:rPr lang="en-US" dirty="0" smtClean="0"/>
              <a:t>, </a:t>
            </a:r>
            <a:r>
              <a:rPr lang="en-US" dirty="0" err="1" smtClean="0"/>
              <a:t>tiếng</a:t>
            </a:r>
            <a:r>
              <a:rPr lang="en-US" dirty="0" smtClean="0"/>
              <a:t> </a:t>
            </a:r>
            <a:r>
              <a:rPr lang="en-US" dirty="0" err="1" smtClean="0"/>
              <a:t>ồn</a:t>
            </a:r>
            <a:endParaRPr dirty="0"/>
          </a:p>
        </p:txBody>
      </p:sp>
      <p:sp>
        <p:nvSpPr>
          <p:cNvPr id="212" name="5W High Quality Speaker"/>
          <p:cNvSpPr txBox="1"/>
          <p:nvPr/>
        </p:nvSpPr>
        <p:spPr>
          <a:xfrm>
            <a:off x="10783728" y="5917132"/>
            <a:ext cx="4320001" cy="10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smtClean="0"/>
              <a:t>Loa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 5W</a:t>
            </a:r>
            <a:endParaRPr dirty="0"/>
          </a:p>
        </p:txBody>
      </p:sp>
      <p:pic>
        <p:nvPicPr>
          <p:cNvPr id="213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597" y="2886575"/>
            <a:ext cx="1905001" cy="190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3282" y="2805050"/>
            <a:ext cx="1905001" cy="190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5211" y="10972369"/>
            <a:ext cx="1905001" cy="1905001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Support Mounting on Display"/>
          <p:cNvSpPr txBox="1"/>
          <p:nvPr/>
        </p:nvSpPr>
        <p:spPr>
          <a:xfrm>
            <a:off x="3619369" y="11398873"/>
            <a:ext cx="3897832" cy="10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err="1" smtClean="0"/>
              <a:t>Hỗ</a:t>
            </a:r>
            <a:r>
              <a:rPr lang="en-US" dirty="0" smtClean="0"/>
              <a:t> </a:t>
            </a:r>
            <a:r>
              <a:rPr lang="en-US" dirty="0" err="1" smtClean="0"/>
              <a:t>trợ</a:t>
            </a:r>
            <a:r>
              <a:rPr lang="en-US" dirty="0" smtClean="0"/>
              <a:t> </a:t>
            </a:r>
            <a:r>
              <a:rPr lang="en-US" dirty="0" err="1" smtClean="0"/>
              <a:t>gắn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màn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endParaRPr dirty="0"/>
          </a:p>
        </p:txBody>
      </p:sp>
      <p:sp>
        <p:nvSpPr>
          <p:cNvPr id="217" name="Compatible With Most Conference Software"/>
          <p:cNvSpPr txBox="1"/>
          <p:nvPr/>
        </p:nvSpPr>
        <p:spPr>
          <a:xfrm>
            <a:off x="10724458" y="11288287"/>
            <a:ext cx="4996902" cy="10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hầu</a:t>
            </a:r>
            <a:r>
              <a:rPr lang="en-US" dirty="0" smtClean="0"/>
              <a:t> </a:t>
            </a:r>
            <a:r>
              <a:rPr lang="en-US" dirty="0" err="1" smtClean="0"/>
              <a:t>hết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mềm</a:t>
            </a:r>
            <a:r>
              <a:rPr lang="en-US" dirty="0" smtClean="0"/>
              <a:t> </a:t>
            </a:r>
            <a:r>
              <a:rPr lang="en-US" dirty="0" err="1" smtClean="0"/>
              <a:t>hội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endParaRPr dirty="0"/>
          </a:p>
        </p:txBody>
      </p:sp>
      <p:sp>
        <p:nvSpPr>
          <p:cNvPr id="218" name="89° Diagonal Field of View"/>
          <p:cNvSpPr txBox="1"/>
          <p:nvPr/>
        </p:nvSpPr>
        <p:spPr>
          <a:xfrm>
            <a:off x="3619369" y="3453154"/>
            <a:ext cx="3897832" cy="608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err="1" smtClean="0"/>
              <a:t>Góc</a:t>
            </a:r>
            <a:r>
              <a:rPr lang="en-US" dirty="0" smtClean="0"/>
              <a:t> </a:t>
            </a:r>
            <a:r>
              <a:rPr lang="en-US" dirty="0" err="1" smtClean="0"/>
              <a:t>nhìn</a:t>
            </a:r>
            <a:r>
              <a:rPr lang="en-US" dirty="0" smtClean="0"/>
              <a:t> </a:t>
            </a:r>
            <a:r>
              <a:rPr lang="en-US" dirty="0" err="1" smtClean="0"/>
              <a:t>rộng</a:t>
            </a:r>
            <a:r>
              <a:rPr lang="en-US" dirty="0" smtClean="0"/>
              <a:t> 89o</a:t>
            </a:r>
            <a:endParaRPr dirty="0"/>
          </a:p>
        </p:txBody>
      </p:sp>
      <p:sp>
        <p:nvSpPr>
          <p:cNvPr id="219" name="Max Resolution of 1440p 30 fps"/>
          <p:cNvSpPr txBox="1"/>
          <p:nvPr/>
        </p:nvSpPr>
        <p:spPr>
          <a:xfrm>
            <a:off x="10860752" y="3313079"/>
            <a:ext cx="3897832" cy="10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max </a:t>
            </a:r>
            <a:r>
              <a:rPr dirty="0" smtClean="0"/>
              <a:t>1440p </a:t>
            </a:r>
            <a:r>
              <a:rPr dirty="0"/>
              <a:t>30 fps</a:t>
            </a:r>
          </a:p>
        </p:txBody>
      </p:sp>
      <p:sp>
        <p:nvSpPr>
          <p:cNvPr id="220" name="Bluetooth 5.0 &amp; USB2.0 Connectivity"/>
          <p:cNvSpPr txBox="1"/>
          <p:nvPr/>
        </p:nvSpPr>
        <p:spPr>
          <a:xfrm>
            <a:off x="10955645" y="8689456"/>
            <a:ext cx="4438541" cy="1046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dirty="0" smtClean="0"/>
              <a:t>Bluetooth </a:t>
            </a:r>
            <a:r>
              <a:rPr dirty="0"/>
              <a:t>5.0 &amp; </a:t>
            </a:r>
            <a:r>
              <a:rPr dirty="0" smtClean="0"/>
              <a:t>USB2.0</a:t>
            </a:r>
            <a:endParaRPr dirty="0"/>
          </a:p>
        </p:txBody>
      </p:sp>
      <p:pic>
        <p:nvPicPr>
          <p:cNvPr id="221" name="Screenshot 2022-01-11 at 10.58.14 AM.png" descr="Screenshot 2022-01-11 at 10.58.14 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0446" y="8176205"/>
            <a:ext cx="2082801" cy="156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Screenshot 2022-01-11 at 11.02.37 AM.png" descr="Screenshot 2022-01-11 at 11.02.37 AM.png"/>
          <p:cNvPicPr>
            <a:picLocks noChangeAspect="1"/>
          </p:cNvPicPr>
          <p:nvPr/>
        </p:nvPicPr>
        <p:blipFill>
          <a:blip r:embed="rId9"/>
          <a:srcRect l="16556" r="16556" b="40002"/>
          <a:stretch>
            <a:fillRect/>
          </a:stretch>
        </p:blipFill>
        <p:spPr>
          <a:xfrm>
            <a:off x="1364312" y="10861782"/>
            <a:ext cx="1905012" cy="16529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Image" descr="Image"/>
          <p:cNvPicPr>
            <a:picLocks noChangeAspect="1"/>
          </p:cNvPicPr>
          <p:nvPr/>
        </p:nvPicPr>
        <p:blipFill>
          <a:blip r:embed="rId10"/>
          <a:srcRect b="2694"/>
          <a:stretch>
            <a:fillRect/>
          </a:stretch>
        </p:blipFill>
        <p:spPr>
          <a:xfrm>
            <a:off x="12707821" y="378986"/>
            <a:ext cx="11520940" cy="129580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LVC_img.jpeg" descr="LVC_im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42" y="1685298"/>
            <a:ext cx="17101960" cy="9622703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sp>
        <p:nvSpPr>
          <p:cNvPr id="227" name="Rectangle"/>
          <p:cNvSpPr/>
          <p:nvPr/>
        </p:nvSpPr>
        <p:spPr>
          <a:xfrm>
            <a:off x="13212821" y="1694822"/>
            <a:ext cx="4320001" cy="10736928"/>
          </a:xfrm>
          <a:prstGeom prst="rect">
            <a:avLst/>
          </a:prstGeom>
          <a:gradFill>
            <a:gsLst>
              <a:gs pos="0">
                <a:srgbClr val="FFFFFF"/>
              </a:gs>
              <a:gs pos="52218">
                <a:srgbClr val="FFFFFF">
                  <a:alpha val="50000"/>
                </a:srgbClr>
              </a:gs>
              <a:gs pos="81206">
                <a:srgbClr val="FFFFFF">
                  <a:alpha val="0"/>
                </a:srgbClr>
              </a:gs>
            </a:gsLst>
            <a:path>
              <a:fillToRect l="82553" t="49670" r="17446" b="50329"/>
            </a:path>
          </a:gra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22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8441" y="8000418"/>
            <a:ext cx="5103293" cy="5103293"/>
          </a:xfrm>
          <a:prstGeom prst="rect">
            <a:avLst/>
          </a:prstGeom>
          <a:ln w="25400">
            <a:miter lim="400000"/>
          </a:ln>
          <a:effectLst>
            <a:outerShdw blurRad="355600" dist="177800" dir="5400000" rotWithShape="0">
              <a:srgbClr val="000000">
                <a:alpha val="70000"/>
              </a:srgbClr>
            </a:outerShdw>
          </a:effectLst>
        </p:spPr>
      </p:pic>
      <p:sp>
        <p:nvSpPr>
          <p:cNvPr id="229" name="The perfect video conference solution with multiple ways of setup for different size of teams"/>
          <p:cNvSpPr txBox="1"/>
          <p:nvPr/>
        </p:nvSpPr>
        <p:spPr>
          <a:xfrm>
            <a:off x="17662697" y="4623846"/>
            <a:ext cx="5945062" cy="1938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lvl1pPr>
          </a:lstStyle>
          <a:p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video conference </a:t>
            </a:r>
            <a:r>
              <a:rPr lang="en-US" dirty="0" err="1" smtClean="0"/>
              <a:t>hoàn</a:t>
            </a:r>
            <a:r>
              <a:rPr lang="en-US" dirty="0" smtClean="0"/>
              <a:t> </a:t>
            </a:r>
            <a:r>
              <a:rPr lang="en-US" dirty="0" err="1" smtClean="0"/>
              <a:t>hào</a:t>
            </a:r>
            <a:r>
              <a:rPr lang="en-US" dirty="0" smtClean="0"/>
              <a:t>, linh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cài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.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dành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buổi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nhỏ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bình</a:t>
            </a:r>
            <a:endParaRPr dirty="0"/>
          </a:p>
        </p:txBody>
      </p:sp>
      <p:pic>
        <p:nvPicPr>
          <p:cNvPr id="23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6811112"/>
            <a:ext cx="1999711" cy="273293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pic>
        <p:nvPicPr>
          <p:cNvPr id="23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134" y="1594500"/>
            <a:ext cx="17631055" cy="11754037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Rectangle"/>
          <p:cNvSpPr/>
          <p:nvPr/>
        </p:nvSpPr>
        <p:spPr>
          <a:xfrm>
            <a:off x="6754541" y="1414197"/>
            <a:ext cx="5125453" cy="11937133"/>
          </a:xfrm>
          <a:prstGeom prst="rect">
            <a:avLst/>
          </a:prstGeom>
          <a:gradFill>
            <a:gsLst>
              <a:gs pos="0">
                <a:srgbClr val="FFFFFF"/>
              </a:gs>
              <a:gs pos="52218">
                <a:srgbClr val="FFFFFF">
                  <a:alpha val="50000"/>
                </a:srgbClr>
              </a:gs>
              <a:gs pos="81206">
                <a:srgbClr val="FFFFFF">
                  <a:alpha val="0"/>
                </a:srgbClr>
              </a:gs>
            </a:gsLst>
            <a:path>
              <a:fillToRect l="21243" t="50010" r="78756" b="49989"/>
            </a:path>
          </a:gra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5" name="Rectangle"/>
          <p:cNvSpPr/>
          <p:nvPr/>
        </p:nvSpPr>
        <p:spPr>
          <a:xfrm>
            <a:off x="6581009" y="1550703"/>
            <a:ext cx="17869034" cy="3441887"/>
          </a:xfrm>
          <a:prstGeom prst="rect">
            <a:avLst/>
          </a:prstGeom>
          <a:gradFill>
            <a:gsLst>
              <a:gs pos="0">
                <a:srgbClr val="FFFFFF"/>
              </a:gs>
              <a:gs pos="52218">
                <a:srgbClr val="FFFFFF">
                  <a:alpha val="50000"/>
                </a:srgbClr>
              </a:gs>
              <a:gs pos="81206">
                <a:srgbClr val="FFFFFF">
                  <a:alpha val="0"/>
                </a:srgbClr>
              </a:gs>
            </a:gsLst>
            <a:path>
              <a:fillToRect l="56810" t="14367" r="43189" b="85632"/>
            </a:path>
          </a:gra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6" name="Experience productive online meetings with high quality audio and video performance."/>
          <p:cNvSpPr txBox="1"/>
          <p:nvPr/>
        </p:nvSpPr>
        <p:spPr>
          <a:xfrm>
            <a:off x="1969656" y="3819135"/>
            <a:ext cx="5945062" cy="1495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lvl1pPr>
          </a:lstStyle>
          <a:p>
            <a:r>
              <a:rPr lang="en-US" dirty="0" err="1" smtClean="0"/>
              <a:t>Trải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cuộc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,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gián</a:t>
            </a:r>
            <a:r>
              <a:rPr lang="en-US" dirty="0" smtClean="0"/>
              <a:t> </a:t>
            </a:r>
            <a:r>
              <a:rPr lang="en-US" dirty="0" err="1" smtClean="0"/>
              <a:t>đoạn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endParaRPr dirty="0"/>
          </a:p>
        </p:txBody>
      </p:sp>
      <p:pic>
        <p:nvPicPr>
          <p:cNvPr id="237" name="Image" descr="Image"/>
          <p:cNvPicPr>
            <a:picLocks noChangeAspect="1"/>
          </p:cNvPicPr>
          <p:nvPr/>
        </p:nvPicPr>
        <p:blipFill>
          <a:blip r:embed="rId3"/>
          <a:srcRect t="24642" b="8759"/>
          <a:stretch>
            <a:fillRect/>
          </a:stretch>
        </p:blipFill>
        <p:spPr>
          <a:xfrm>
            <a:off x="949006" y="8066372"/>
            <a:ext cx="10709869" cy="4290697"/>
          </a:xfrm>
          <a:prstGeom prst="rect">
            <a:avLst/>
          </a:prstGeom>
          <a:ln w="25400">
            <a:miter lim="400000"/>
          </a:ln>
          <a:effectLst>
            <a:outerShdw blurRad="355600" dist="177800" dir="5400000" rotWithShape="0">
              <a:srgbClr val="000000">
                <a:alpha val="70000"/>
              </a:srgbClr>
            </a:outerShdw>
          </a:effectLst>
        </p:spPr>
      </p:pic>
      <p:pic>
        <p:nvPicPr>
          <p:cNvPr id="238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6208" y="2232848"/>
            <a:ext cx="16196776" cy="110894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Yealink-CP930W-Wireless-DECT-Conference-Phone-room.png" descr="Yealink-CP930W-Wireless-DECT-Conference-Phone-room.png"/>
          <p:cNvPicPr>
            <a:picLocks noChangeAspect="1"/>
          </p:cNvPicPr>
          <p:nvPr/>
        </p:nvPicPr>
        <p:blipFill>
          <a:blip r:embed="rId2"/>
          <a:srcRect b="6627"/>
          <a:stretch>
            <a:fillRect/>
          </a:stretch>
        </p:blipFill>
        <p:spPr>
          <a:xfrm>
            <a:off x="9111716" y="3125206"/>
            <a:ext cx="15296694" cy="10202092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Video Conference System 360"/>
          <p:cNvSpPr txBox="1">
            <a:spLocks noGrp="1"/>
          </p:cNvSpPr>
          <p:nvPr>
            <p:ph type="title"/>
          </p:nvPr>
        </p:nvSpPr>
        <p:spPr>
          <a:xfrm>
            <a:off x="1270000" y="635000"/>
            <a:ext cx="19799837" cy="13589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8500"/>
            </a:lvl1pPr>
          </a:lstStyle>
          <a:p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dirty="0" smtClean="0"/>
              <a:t>Video </a:t>
            </a:r>
            <a:r>
              <a:rPr dirty="0"/>
              <a:t>Conference </a:t>
            </a:r>
            <a:r>
              <a:rPr dirty="0" smtClean="0"/>
              <a:t>360</a:t>
            </a:r>
            <a:endParaRPr dirty="0"/>
          </a:p>
        </p:txBody>
      </p:sp>
      <p:sp>
        <p:nvSpPr>
          <p:cNvPr id="2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  <p:sp>
        <p:nvSpPr>
          <p:cNvPr id="243" name="Rectangle"/>
          <p:cNvSpPr/>
          <p:nvPr/>
        </p:nvSpPr>
        <p:spPr>
          <a:xfrm>
            <a:off x="8805604" y="3060539"/>
            <a:ext cx="15608777" cy="374750"/>
          </a:xfrm>
          <a:prstGeom prst="rect">
            <a:avLst/>
          </a:prstGeom>
          <a:gradFill>
            <a:gsLst>
              <a:gs pos="23177">
                <a:srgbClr val="FFFFFF"/>
              </a:gs>
              <a:gs pos="57915">
                <a:srgbClr val="FFFFFF">
                  <a:alpha val="50000"/>
                </a:srgbClr>
              </a:gs>
              <a:gs pos="82902">
                <a:srgbClr val="FFFFFF">
                  <a:alpha val="0"/>
                </a:srgbClr>
              </a:gs>
            </a:gsLst>
            <a:path>
              <a:fillToRect l="50000" t="-187" r="50000" b="100187"/>
            </a:path>
          </a:gra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4" name="Rectangle"/>
          <p:cNvSpPr/>
          <p:nvPr/>
        </p:nvSpPr>
        <p:spPr>
          <a:xfrm>
            <a:off x="8441368" y="2683338"/>
            <a:ext cx="3024735" cy="10655446"/>
          </a:xfrm>
          <a:prstGeom prst="rect">
            <a:avLst/>
          </a:prstGeom>
          <a:gradFill>
            <a:gsLst>
              <a:gs pos="0">
                <a:srgbClr val="FFFFFF"/>
              </a:gs>
              <a:gs pos="52218">
                <a:srgbClr val="FFFFFF">
                  <a:alpha val="50000"/>
                </a:srgbClr>
              </a:gs>
              <a:gs pos="81206">
                <a:srgbClr val="FFFFFF">
                  <a:alpha val="0"/>
                </a:srgbClr>
              </a:gs>
            </a:gsLst>
            <a:path>
              <a:fillToRect l="21838" t="49971" r="78161" b="50028"/>
            </a:path>
          </a:gra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5" name="Why Video Conference System 360?…"/>
          <p:cNvSpPr txBox="1"/>
          <p:nvPr/>
        </p:nvSpPr>
        <p:spPr>
          <a:xfrm>
            <a:off x="1124969" y="2726976"/>
            <a:ext cx="7571717" cy="9556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3000"/>
              </a:spcBef>
              <a:defRPr sz="4400" b="0" u="sng">
                <a:solidFill>
                  <a:srgbClr val="5E5E5E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/>
              <a:t>H</a:t>
            </a:r>
            <a:r>
              <a:rPr lang="en-US" dirty="0" err="1" smtClean="0"/>
              <a:t>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dirty="0" smtClean="0"/>
              <a:t> </a:t>
            </a:r>
            <a:r>
              <a:rPr dirty="0"/>
              <a:t>Video Conference </a:t>
            </a:r>
            <a:r>
              <a:rPr dirty="0" smtClean="0"/>
              <a:t>360</a:t>
            </a:r>
            <a:r>
              <a:rPr dirty="0"/>
              <a:t>?</a:t>
            </a:r>
          </a:p>
          <a:p>
            <a:pPr algn="l" defTabSz="457200">
              <a:lnSpc>
                <a:spcPct val="110000"/>
              </a:lnSpc>
              <a:defRPr sz="2600" b="0">
                <a:solidFill>
                  <a:srgbClr val="F28641"/>
                </a:solidFill>
                <a:latin typeface="Ubuntu Bold"/>
                <a:ea typeface="Ubuntu Bold"/>
                <a:cs typeface="Ubuntu Bold"/>
                <a:sym typeface="Ubuntu Bold"/>
              </a:defRPr>
            </a:pP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trọn</a:t>
            </a:r>
            <a:r>
              <a:rPr lang="en-US" dirty="0" smtClean="0"/>
              <a:t> </a:t>
            </a:r>
            <a:r>
              <a:rPr lang="en-US" dirty="0" err="1" smtClean="0"/>
              <a:t>vẹn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en-US" dirty="0" err="1" smtClean="0"/>
              <a:t>phòng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r>
              <a:rPr lang="en-US" dirty="0" smtClean="0"/>
              <a:t> </a:t>
            </a: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smtClean="0"/>
              <a:t>Camera 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360o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khả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gia</a:t>
            </a:r>
            <a:r>
              <a:rPr lang="en-US" dirty="0" smtClean="0"/>
              <a:t> </a:t>
            </a:r>
            <a:r>
              <a:rPr lang="en-US" dirty="0" err="1" smtClean="0"/>
              <a:t>cuộc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zoom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đang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F28641"/>
                </a:solidFill>
                <a:latin typeface="Ubuntu Bold"/>
                <a:ea typeface="Ubuntu Bold"/>
                <a:cs typeface="Ubuntu Bold"/>
                <a:sym typeface="Ubuntu Bold"/>
              </a:defRPr>
            </a:pP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âm</a:t>
            </a:r>
            <a:r>
              <a:rPr lang="en-US" dirty="0" smtClean="0"/>
              <a:t> </a:t>
            </a:r>
            <a:r>
              <a:rPr lang="en-US" dirty="0" err="1" smtClean="0"/>
              <a:t>thanh</a:t>
            </a:r>
            <a:r>
              <a:rPr lang="en-US" dirty="0" smtClean="0"/>
              <a:t> </a:t>
            </a:r>
            <a:r>
              <a:rPr lang="en-US" dirty="0" err="1" smtClean="0"/>
              <a:t>vượt</a:t>
            </a:r>
            <a:r>
              <a:rPr lang="en-US" dirty="0" smtClean="0"/>
              <a:t> </a:t>
            </a:r>
            <a:r>
              <a:rPr lang="en-US" dirty="0" err="1" smtClean="0"/>
              <a:t>trội</a:t>
            </a: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err="1" smtClean="0"/>
              <a:t>Âm</a:t>
            </a:r>
            <a:r>
              <a:rPr lang="en-US" dirty="0" smtClean="0"/>
              <a:t> </a:t>
            </a:r>
            <a:r>
              <a:rPr lang="en-US" dirty="0" err="1" smtClean="0"/>
              <a:t>thanh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 </a:t>
            </a:r>
            <a:r>
              <a:rPr lang="en-US" dirty="0" err="1" smtClean="0"/>
              <a:t>giúp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gia</a:t>
            </a:r>
            <a:r>
              <a:rPr lang="en-US" dirty="0" smtClean="0"/>
              <a:t> </a:t>
            </a:r>
            <a:r>
              <a:rPr lang="en-US" dirty="0" err="1" smtClean="0"/>
              <a:t>nghe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nói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rõ</a:t>
            </a:r>
            <a:r>
              <a:rPr lang="en-US" dirty="0" smtClean="0"/>
              <a:t> </a:t>
            </a:r>
            <a:r>
              <a:rPr lang="en-US" dirty="0" err="1" smtClean="0"/>
              <a:t>ràng</a:t>
            </a: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F28641"/>
                </a:solidFill>
                <a:latin typeface="Ubuntu Bold"/>
                <a:ea typeface="Ubuntu Bold"/>
                <a:cs typeface="Ubuntu Bold"/>
                <a:sym typeface="Ubuntu Bold"/>
              </a:defRPr>
            </a:pP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linh </a:t>
            </a:r>
            <a:r>
              <a:rPr lang="en-US" dirty="0" err="1" smtClean="0"/>
              <a:t>hoạt</a:t>
            </a: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cáp</a:t>
            </a:r>
            <a:r>
              <a:rPr lang="en-US" dirty="0" smtClean="0"/>
              <a:t> USB </a:t>
            </a:r>
            <a:r>
              <a:rPr lang="en-US" dirty="0" err="1" smtClean="0"/>
              <a:t>hoặc</a:t>
            </a:r>
            <a:r>
              <a:rPr lang="en-US" dirty="0" smtClean="0"/>
              <a:t>  dung Bluetooth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thoại</a:t>
            </a:r>
            <a:r>
              <a:rPr lang="en-US" dirty="0" smtClean="0"/>
              <a:t>, tablet</a:t>
            </a: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endParaRPr dirty="0" smtClean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F28641"/>
                </a:solidFill>
                <a:latin typeface="Ubuntu Bold"/>
                <a:ea typeface="Ubuntu Bold"/>
                <a:cs typeface="Ubuntu Bold"/>
                <a:sym typeface="Ubuntu Bold"/>
              </a:defRPr>
            </a:pP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cuộc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endParaRPr dirty="0" smtClean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giúp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dung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cuộc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. </a:t>
            </a:r>
            <a:r>
              <a:rPr lang="en-US" dirty="0" err="1" smtClean="0"/>
              <a:t>Người</a:t>
            </a:r>
            <a:r>
              <a:rPr lang="en-US" dirty="0" smtClean="0"/>
              <a:t> dung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ánh</a:t>
            </a:r>
            <a:r>
              <a:rPr lang="en-US" dirty="0" smtClean="0"/>
              <a:t> sang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khuôn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chỉnh</a:t>
            </a:r>
            <a:r>
              <a:rPr lang="en-US" dirty="0" smtClean="0"/>
              <a:t> view 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màn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endParaRPr lang="en-US" dirty="0" smtClean="0"/>
          </a:p>
        </p:txBody>
      </p:sp>
      <p:pic>
        <p:nvPicPr>
          <p:cNvPr id="246" name="Image" descr="Image"/>
          <p:cNvPicPr>
            <a:picLocks noChangeAspect="1"/>
          </p:cNvPicPr>
          <p:nvPr/>
        </p:nvPicPr>
        <p:blipFill>
          <a:blip r:embed="rId3"/>
          <a:srcRect r="43831"/>
          <a:stretch>
            <a:fillRect/>
          </a:stretch>
        </p:blipFill>
        <p:spPr>
          <a:xfrm>
            <a:off x="11243733" y="7294069"/>
            <a:ext cx="1896534" cy="48445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C360 Highligh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8580"/>
            </a:lvl1pPr>
          </a:lstStyle>
          <a:p>
            <a:r>
              <a:rPr lang="en-US" dirty="0" err="1" smtClean="0"/>
              <a:t>Đặc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nổi</a:t>
            </a:r>
            <a:r>
              <a:rPr lang="en-US" dirty="0" smtClean="0"/>
              <a:t> </a:t>
            </a:r>
            <a:r>
              <a:rPr lang="en-US" dirty="0" err="1" smtClean="0"/>
              <a:t>bật</a:t>
            </a:r>
            <a:r>
              <a:rPr lang="en-US" dirty="0" smtClean="0"/>
              <a:t> - </a:t>
            </a:r>
            <a:r>
              <a:rPr dirty="0" smtClean="0"/>
              <a:t>SC360</a:t>
            </a:r>
            <a:endParaRPr dirty="0"/>
          </a:p>
        </p:txBody>
      </p:sp>
      <p:sp>
        <p:nvSpPr>
          <p:cNvPr id="2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  <p:pic>
        <p:nvPicPr>
          <p:cNvPr id="250" name="Image" descr="Image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13064" y="5175470"/>
            <a:ext cx="1905001" cy="190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Image" descr="Image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23689" y="8185461"/>
            <a:ext cx="1905001" cy="190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2" name="Image" descr="Image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42727" y="8074876"/>
            <a:ext cx="1905001" cy="190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Image" descr="Image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303611" y="10546625"/>
            <a:ext cx="1905001" cy="1905001"/>
          </a:xfrm>
          <a:prstGeom prst="rect">
            <a:avLst/>
          </a:prstGeom>
          <a:ln w="12700">
            <a:miter lim="400000"/>
          </a:ln>
        </p:spPr>
      </p:pic>
      <p:sp>
        <p:nvSpPr>
          <p:cNvPr id="254" name="4 Multi Directional Microphones"/>
          <p:cNvSpPr txBox="1"/>
          <p:nvPr/>
        </p:nvSpPr>
        <p:spPr>
          <a:xfrm>
            <a:off x="18437855" y="5934158"/>
            <a:ext cx="3897833" cy="608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dirty="0"/>
              <a:t>4 </a:t>
            </a:r>
            <a:r>
              <a:rPr lang="en-US" dirty="0" smtClean="0"/>
              <a:t>micro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endParaRPr dirty="0"/>
          </a:p>
        </p:txBody>
      </p:sp>
      <p:sp>
        <p:nvSpPr>
          <p:cNvPr id="255" name="Echo &amp; Noise Cancellation"/>
          <p:cNvSpPr txBox="1"/>
          <p:nvPr/>
        </p:nvSpPr>
        <p:spPr>
          <a:xfrm>
            <a:off x="18467520" y="8611966"/>
            <a:ext cx="3897832" cy="10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err="1" smtClean="0"/>
              <a:t>Chống</a:t>
            </a:r>
            <a:r>
              <a:rPr lang="en-US" dirty="0" smtClean="0"/>
              <a:t> </a:t>
            </a:r>
            <a:r>
              <a:rPr lang="en-US" dirty="0" err="1" smtClean="0"/>
              <a:t>tiếng</a:t>
            </a:r>
            <a:r>
              <a:rPr lang="en-US" dirty="0" smtClean="0"/>
              <a:t> </a:t>
            </a:r>
            <a:r>
              <a:rPr lang="en-US" dirty="0" err="1" smtClean="0"/>
              <a:t>vọng</a:t>
            </a:r>
            <a:r>
              <a:rPr lang="en-US" dirty="0" smtClean="0"/>
              <a:t>, </a:t>
            </a:r>
            <a:r>
              <a:rPr lang="en-US" dirty="0" err="1" smtClean="0"/>
              <a:t>tiếng</a:t>
            </a:r>
            <a:r>
              <a:rPr lang="en-US" dirty="0" smtClean="0"/>
              <a:t> </a:t>
            </a:r>
            <a:r>
              <a:rPr lang="en-US" dirty="0" err="1" smtClean="0"/>
              <a:t>ồn</a:t>
            </a:r>
            <a:endParaRPr dirty="0"/>
          </a:p>
        </p:txBody>
      </p:sp>
      <p:sp>
        <p:nvSpPr>
          <p:cNvPr id="256" name="5W High Quality Speaker"/>
          <p:cNvSpPr txBox="1"/>
          <p:nvPr/>
        </p:nvSpPr>
        <p:spPr>
          <a:xfrm>
            <a:off x="11402936" y="8611966"/>
            <a:ext cx="4320001" cy="10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smtClean="0"/>
              <a:t>Loa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 5W</a:t>
            </a:r>
            <a:endParaRPr dirty="0"/>
          </a:p>
        </p:txBody>
      </p:sp>
      <p:sp>
        <p:nvSpPr>
          <p:cNvPr id="257" name="Compatible With Most Conference Software"/>
          <p:cNvSpPr txBox="1"/>
          <p:nvPr/>
        </p:nvSpPr>
        <p:spPr>
          <a:xfrm>
            <a:off x="18482857" y="10973129"/>
            <a:ext cx="4996902" cy="10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hầu</a:t>
            </a:r>
            <a:r>
              <a:rPr lang="en-US" dirty="0" smtClean="0"/>
              <a:t> </a:t>
            </a:r>
            <a:r>
              <a:rPr lang="en-US" dirty="0" err="1" smtClean="0"/>
              <a:t>hết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mềm</a:t>
            </a:r>
            <a:r>
              <a:rPr lang="en-US" dirty="0" smtClean="0"/>
              <a:t> </a:t>
            </a:r>
            <a:r>
              <a:rPr lang="en-US" dirty="0" err="1" smtClean="0"/>
              <a:t>hội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endParaRPr dirty="0"/>
          </a:p>
        </p:txBody>
      </p:sp>
      <p:pic>
        <p:nvPicPr>
          <p:cNvPr id="258" name="Image" descr="Image"/>
          <p:cNvPicPr>
            <a:picLocks noChangeAspect="1"/>
          </p:cNvPicPr>
          <p:nvPr/>
        </p:nvPicPr>
        <p:blipFill>
          <a:blip r:embed="rId10">
            <a:biLevel thresh="75000"/>
          </a:blip>
          <a:stretch>
            <a:fillRect/>
          </a:stretch>
        </p:blipFill>
        <p:spPr>
          <a:xfrm>
            <a:off x="9223689" y="2593135"/>
            <a:ext cx="1905001" cy="190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9" name="Image" descr="Image"/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6113064" y="2593135"/>
            <a:ext cx="1905001" cy="190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" name="Image" descr="Image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23689" y="5389298"/>
            <a:ext cx="1905001" cy="190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1" name="Image" descr="Image"/>
          <p:cNvPicPr>
            <a:picLocks noChangeAspect="1"/>
          </p:cNvPicPr>
          <p:nvPr/>
        </p:nvPicPr>
        <p:blipFill>
          <a:blip r:embed="rId1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223689" y="10546625"/>
            <a:ext cx="1905001" cy="1905001"/>
          </a:xfrm>
          <a:prstGeom prst="rect">
            <a:avLst/>
          </a:prstGeom>
          <a:ln w="12700">
            <a:miter lim="400000"/>
          </a:ln>
        </p:spPr>
      </p:pic>
      <p:sp>
        <p:nvSpPr>
          <p:cNvPr id="262" name="USB &amp; Bluetooth Connectivity"/>
          <p:cNvSpPr txBox="1"/>
          <p:nvPr/>
        </p:nvSpPr>
        <p:spPr>
          <a:xfrm>
            <a:off x="11402936" y="10938318"/>
            <a:ext cx="4320001" cy="10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dirty="0" smtClean="0"/>
              <a:t>USB </a:t>
            </a:r>
            <a:r>
              <a:rPr dirty="0"/>
              <a:t>&amp; </a:t>
            </a:r>
            <a:r>
              <a:rPr dirty="0" smtClean="0"/>
              <a:t>Bluetooth</a:t>
            </a:r>
            <a:endParaRPr dirty="0"/>
          </a:p>
        </p:txBody>
      </p:sp>
      <p:sp>
        <p:nvSpPr>
          <p:cNvPr id="263" name="Intelligent Speaker Tracking"/>
          <p:cNvSpPr txBox="1"/>
          <p:nvPr/>
        </p:nvSpPr>
        <p:spPr>
          <a:xfrm>
            <a:off x="11373272" y="5815803"/>
            <a:ext cx="4320001" cy="10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nói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minh</a:t>
            </a:r>
            <a:endParaRPr dirty="0"/>
          </a:p>
        </p:txBody>
      </p:sp>
      <p:sp>
        <p:nvSpPr>
          <p:cNvPr id="264" name="360° in Room Coverage"/>
          <p:cNvSpPr txBox="1"/>
          <p:nvPr/>
        </p:nvSpPr>
        <p:spPr>
          <a:xfrm>
            <a:off x="11421766" y="3241239"/>
            <a:ext cx="4223013" cy="608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err="1" smtClean="0"/>
              <a:t>Góc</a:t>
            </a:r>
            <a:r>
              <a:rPr lang="en-US" dirty="0" smtClean="0"/>
              <a:t> </a:t>
            </a:r>
            <a:r>
              <a:rPr lang="en-US" dirty="0" err="1" smtClean="0"/>
              <a:t>nhìn</a:t>
            </a:r>
            <a:r>
              <a:rPr lang="en-US" dirty="0" smtClean="0"/>
              <a:t> </a:t>
            </a:r>
            <a:r>
              <a:rPr dirty="0" smtClean="0"/>
              <a:t>360°</a:t>
            </a:r>
            <a:endParaRPr dirty="0"/>
          </a:p>
        </p:txBody>
      </p:sp>
      <p:sp>
        <p:nvSpPr>
          <p:cNvPr id="265" name="Multiple Video Modes"/>
          <p:cNvSpPr txBox="1"/>
          <p:nvPr/>
        </p:nvSpPr>
        <p:spPr>
          <a:xfrm>
            <a:off x="18482857" y="3019640"/>
            <a:ext cx="4223013" cy="10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chế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video</a:t>
            </a:r>
            <a:endParaRPr dirty="0"/>
          </a:p>
        </p:txBody>
      </p:sp>
      <p:pic>
        <p:nvPicPr>
          <p:cNvPr id="266" name="Image" descr="Imag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67734" y="2628677"/>
            <a:ext cx="8461449" cy="10706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  <p:sp>
        <p:nvSpPr>
          <p:cNvPr id="269" name="Rectangle"/>
          <p:cNvSpPr/>
          <p:nvPr/>
        </p:nvSpPr>
        <p:spPr>
          <a:xfrm>
            <a:off x="13212821" y="1813355"/>
            <a:ext cx="4320001" cy="10736928"/>
          </a:xfrm>
          <a:prstGeom prst="rect">
            <a:avLst/>
          </a:prstGeom>
          <a:gradFill>
            <a:gsLst>
              <a:gs pos="0">
                <a:srgbClr val="FFFFFF"/>
              </a:gs>
              <a:gs pos="52218">
                <a:srgbClr val="FFFFFF">
                  <a:alpha val="50000"/>
                </a:srgbClr>
              </a:gs>
              <a:gs pos="81206">
                <a:srgbClr val="FFFFFF">
                  <a:alpha val="0"/>
                </a:srgbClr>
              </a:gs>
            </a:gsLst>
            <a:path>
              <a:fillToRect l="82553" t="49670" r="17446" b="50329"/>
            </a:path>
          </a:gra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70" name="The 360° all-in-one video conference system is the perfect solution for larger group meetings."/>
          <p:cNvSpPr txBox="1"/>
          <p:nvPr/>
        </p:nvSpPr>
        <p:spPr>
          <a:xfrm>
            <a:off x="1368569" y="2740208"/>
            <a:ext cx="7138730" cy="1495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lvl1pPr>
          </a:lstStyle>
          <a:p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video conference 360o all-in-one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hoàn</a:t>
            </a:r>
            <a:r>
              <a:rPr lang="en-US" dirty="0" smtClean="0"/>
              <a:t> </a:t>
            </a:r>
            <a:r>
              <a:rPr lang="en-US" dirty="0" err="1" smtClean="0"/>
              <a:t>hảo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cuộc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bình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endParaRPr dirty="0"/>
          </a:p>
        </p:txBody>
      </p:sp>
      <p:pic>
        <p:nvPicPr>
          <p:cNvPr id="27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473" y="3628322"/>
            <a:ext cx="13498143" cy="8998762"/>
          </a:xfrm>
          <a:prstGeom prst="rect">
            <a:avLst/>
          </a:prstGeom>
          <a:ln w="25400">
            <a:miter lim="400000"/>
          </a:ln>
          <a:effectLst>
            <a:outerShdw blurRad="355600" dist="177800" dir="5400000" rotWithShape="0">
              <a:srgbClr val="000000">
                <a:alpha val="70000"/>
              </a:srgbClr>
            </a:outerShdw>
          </a:effectLst>
        </p:spPr>
      </p:pic>
      <p:pic>
        <p:nvPicPr>
          <p:cNvPr id="27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121" y="6999726"/>
            <a:ext cx="8470648" cy="5645719"/>
          </a:xfrm>
          <a:prstGeom prst="rect">
            <a:avLst/>
          </a:prstGeom>
          <a:ln w="25400">
            <a:miter lim="400000"/>
          </a:ln>
          <a:effectLst>
            <a:outerShdw blurRad="355600" dist="177800" dir="5400000" rotWithShape="0">
              <a:srgbClr val="000000">
                <a:alpha val="70000"/>
              </a:srgbClr>
            </a:outerShdw>
          </a:effectLst>
        </p:spPr>
      </p:pic>
      <p:pic>
        <p:nvPicPr>
          <p:cNvPr id="27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426" y="9089991"/>
            <a:ext cx="665616" cy="12139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52" y="4866268"/>
            <a:ext cx="21182447" cy="8475112"/>
          </a:xfrm>
          <a:prstGeom prst="rect">
            <a:avLst/>
          </a:prstGeom>
          <a:ln w="12700">
            <a:miter lim="400000"/>
          </a:ln>
        </p:spPr>
      </p:pic>
      <p:sp>
        <p:nvSpPr>
          <p:cNvPr id="2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  <p:sp>
        <p:nvSpPr>
          <p:cNvPr id="277" name="Rectangle"/>
          <p:cNvSpPr/>
          <p:nvPr/>
        </p:nvSpPr>
        <p:spPr>
          <a:xfrm rot="5400000">
            <a:off x="7485764" y="-3406901"/>
            <a:ext cx="4260104" cy="19313343"/>
          </a:xfrm>
          <a:prstGeom prst="rect">
            <a:avLst/>
          </a:prstGeom>
          <a:gradFill>
            <a:gsLst>
              <a:gs pos="0">
                <a:srgbClr val="FFFFFF"/>
              </a:gs>
              <a:gs pos="52218">
                <a:srgbClr val="FFFFFF">
                  <a:alpha val="50000"/>
                </a:srgbClr>
              </a:gs>
              <a:gs pos="81206">
                <a:srgbClr val="FFFFFF">
                  <a:alpha val="0"/>
                </a:srgbClr>
              </a:gs>
            </a:gsLst>
            <a:path>
              <a:fillToRect l="21243" t="50010" r="78756" b="49989"/>
            </a:path>
          </a:gra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78" name="Featuring intelligent tracking, the camera automatically detects and focuses on the person speaking.  Set output modes within the Connect App to suit the viewers requirements."/>
          <p:cNvSpPr txBox="1"/>
          <p:nvPr/>
        </p:nvSpPr>
        <p:spPr>
          <a:xfrm>
            <a:off x="4126605" y="2034925"/>
            <a:ext cx="12089423" cy="1495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lvl1pPr>
          </a:lstStyle>
          <a:p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tracking </a:t>
            </a:r>
            <a:r>
              <a:rPr lang="en-US" dirty="0" err="1" smtClean="0"/>
              <a:t>thông</a:t>
            </a:r>
            <a:r>
              <a:rPr lang="en-US" dirty="0" smtClean="0"/>
              <a:t> minh: Camera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quay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đang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cuộc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r>
              <a:rPr lang="en-US" dirty="0" smtClean="0"/>
              <a:t>. </a:t>
            </a:r>
            <a:r>
              <a:rPr lang="en-US" dirty="0" err="1" smtClean="0"/>
              <a:t>Người</a:t>
            </a:r>
            <a:r>
              <a:rPr lang="en-US" dirty="0" smtClean="0"/>
              <a:t> dung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chế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app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phù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nhu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endParaRPr lang="en-US" dirty="0" smtClean="0"/>
          </a:p>
        </p:txBody>
      </p:sp>
      <p:pic>
        <p:nvPicPr>
          <p:cNvPr id="27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2702" y="9988648"/>
            <a:ext cx="5945062" cy="3301920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Split"/>
          <p:cNvSpPr txBox="1"/>
          <p:nvPr/>
        </p:nvSpPr>
        <p:spPr>
          <a:xfrm>
            <a:off x="17840856" y="2967310"/>
            <a:ext cx="918298" cy="81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l" defTabSz="457200">
              <a:defRPr sz="27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lvl1pPr>
          </a:lstStyle>
          <a:p>
            <a:r>
              <a:t>Split</a:t>
            </a:r>
          </a:p>
        </p:txBody>
      </p:sp>
      <p:sp>
        <p:nvSpPr>
          <p:cNvPr id="281" name="Whiteboard"/>
          <p:cNvSpPr txBox="1"/>
          <p:nvPr/>
        </p:nvSpPr>
        <p:spPr>
          <a:xfrm>
            <a:off x="18968527" y="8175124"/>
            <a:ext cx="2224086" cy="81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l" defTabSz="457200">
              <a:defRPr sz="27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lvl1pPr>
          </a:lstStyle>
          <a:p>
            <a:r>
              <a:t>Whiteboard</a:t>
            </a:r>
          </a:p>
        </p:txBody>
      </p:sp>
      <p:pic>
        <p:nvPicPr>
          <p:cNvPr id="282" name="360_3.png" descr="360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81395" y="1740614"/>
            <a:ext cx="3547255" cy="2083813"/>
          </a:xfrm>
          <a:prstGeom prst="rect">
            <a:avLst/>
          </a:prstGeom>
          <a:ln w="12700">
            <a:miter lim="400000"/>
          </a:ln>
        </p:spPr>
      </p:pic>
      <p:sp>
        <p:nvSpPr>
          <p:cNvPr id="283" name="Rectangle"/>
          <p:cNvSpPr/>
          <p:nvPr/>
        </p:nvSpPr>
        <p:spPr>
          <a:xfrm>
            <a:off x="18872596" y="1874075"/>
            <a:ext cx="2764855" cy="181689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286" name="Group"/>
          <p:cNvGrpSpPr/>
          <p:nvPr/>
        </p:nvGrpSpPr>
        <p:grpSpPr>
          <a:xfrm>
            <a:off x="19674067" y="4399597"/>
            <a:ext cx="3547255" cy="2083814"/>
            <a:chOff x="0" y="0"/>
            <a:chExt cx="3547254" cy="2083812"/>
          </a:xfrm>
        </p:grpSpPr>
        <p:pic>
          <p:nvPicPr>
            <p:cNvPr id="284" name="360_3.png" descr="360_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547255" cy="20838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85" name="Rectangle"/>
            <p:cNvSpPr/>
            <p:nvPr/>
          </p:nvSpPr>
          <p:spPr>
            <a:xfrm>
              <a:off x="391200" y="133461"/>
              <a:ext cx="2764855" cy="1816890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82004" tIns="82004" rIns="82004" bIns="82004" numCol="1" anchor="ctr">
              <a:noAutofit/>
            </a:bodyPr>
            <a:lstStyle/>
            <a:p>
              <a:pPr defTabSz="1779223">
                <a:defRPr sz="6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89" name="Group"/>
          <p:cNvGrpSpPr/>
          <p:nvPr/>
        </p:nvGrpSpPr>
        <p:grpSpPr>
          <a:xfrm>
            <a:off x="20748251" y="7052320"/>
            <a:ext cx="3547255" cy="2083814"/>
            <a:chOff x="0" y="0"/>
            <a:chExt cx="3547254" cy="2083812"/>
          </a:xfrm>
        </p:grpSpPr>
        <p:pic>
          <p:nvPicPr>
            <p:cNvPr id="287" name="360_3.png" descr="360_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547255" cy="20838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88" name="Rectangle"/>
            <p:cNvSpPr/>
            <p:nvPr/>
          </p:nvSpPr>
          <p:spPr>
            <a:xfrm>
              <a:off x="391200" y="133461"/>
              <a:ext cx="2764855" cy="1816890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82004" tIns="82004" rIns="82004" bIns="82004" numCol="1" anchor="ctr">
              <a:noAutofit/>
            </a:bodyPr>
            <a:lstStyle/>
            <a:p>
              <a:pPr defTabSz="1779223">
                <a:defRPr sz="6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pic>
        <p:nvPicPr>
          <p:cNvPr id="290" name="TopDown mode.jpeg" descr="TopDown mod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06129" y="2025120"/>
            <a:ext cx="2697788" cy="1514801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Focus"/>
          <p:cNvSpPr txBox="1"/>
          <p:nvPr/>
        </p:nvSpPr>
        <p:spPr>
          <a:xfrm>
            <a:off x="20251056" y="11229776"/>
            <a:ext cx="1211018" cy="81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l" defTabSz="457200">
              <a:defRPr sz="27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lvl1pPr>
          </a:lstStyle>
          <a:p>
            <a:r>
              <a:t>Focus</a:t>
            </a:r>
          </a:p>
        </p:txBody>
      </p:sp>
      <p:pic>
        <p:nvPicPr>
          <p:cNvPr id="292" name="Compose mode_Auto tracking.jpeg" descr="Compose mode_Auto tracking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98801" y="4685006"/>
            <a:ext cx="2697787" cy="1514801"/>
          </a:xfrm>
          <a:prstGeom prst="rect">
            <a:avLst/>
          </a:prstGeom>
          <a:ln w="12700">
            <a:miter lim="400000"/>
          </a:ln>
        </p:spPr>
      </p:pic>
      <p:sp>
        <p:nvSpPr>
          <p:cNvPr id="293" name="Compose"/>
          <p:cNvSpPr txBox="1"/>
          <p:nvPr/>
        </p:nvSpPr>
        <p:spPr>
          <a:xfrm>
            <a:off x="18196188" y="5663748"/>
            <a:ext cx="1776599" cy="81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l" defTabSz="457200">
              <a:defRPr sz="27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lvl1pPr>
          </a:lstStyle>
          <a:p>
            <a:r>
              <a:t>Compose</a:t>
            </a:r>
          </a:p>
        </p:txBody>
      </p:sp>
      <p:pic>
        <p:nvPicPr>
          <p:cNvPr id="294" name="Presentation mode.jpeg" descr="Presentation mod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56181" y="7327391"/>
            <a:ext cx="2731397" cy="15336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95" name="Image" descr="Image"/>
          <p:cNvPicPr>
            <a:picLocks noChangeAspect="1"/>
          </p:cNvPicPr>
          <p:nvPr/>
        </p:nvPicPr>
        <p:blipFill>
          <a:blip r:embed="rId8"/>
          <a:srcRect b="29273"/>
          <a:stretch>
            <a:fillRect/>
          </a:stretch>
        </p:blipFill>
        <p:spPr>
          <a:xfrm>
            <a:off x="13001802" y="7787010"/>
            <a:ext cx="4317676" cy="55693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588" y="2926534"/>
            <a:ext cx="15620566" cy="10413712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Streaming Webcam"/>
          <p:cNvSpPr txBox="1">
            <a:spLocks noGrp="1"/>
          </p:cNvSpPr>
          <p:nvPr>
            <p:ph type="title"/>
          </p:nvPr>
        </p:nvSpPr>
        <p:spPr>
          <a:xfrm>
            <a:off x="1270000" y="635000"/>
            <a:ext cx="21343136" cy="13970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8500"/>
            </a:lvl1pPr>
          </a:lstStyle>
          <a:p>
            <a:r>
              <a:rPr dirty="0"/>
              <a:t>Streaming Webcam</a:t>
            </a:r>
          </a:p>
        </p:txBody>
      </p:sp>
      <p:sp>
        <p:nvSpPr>
          <p:cNvPr id="2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  <p:sp>
        <p:nvSpPr>
          <p:cNvPr id="300" name="Rectangle"/>
          <p:cNvSpPr/>
          <p:nvPr/>
        </p:nvSpPr>
        <p:spPr>
          <a:xfrm>
            <a:off x="8545073" y="2719118"/>
            <a:ext cx="18777190" cy="1397001"/>
          </a:xfrm>
          <a:prstGeom prst="rect">
            <a:avLst/>
          </a:prstGeom>
          <a:gradFill>
            <a:gsLst>
              <a:gs pos="23177">
                <a:srgbClr val="FFFFFF"/>
              </a:gs>
              <a:gs pos="57915">
                <a:srgbClr val="FFFFFF">
                  <a:alpha val="50000"/>
                </a:srgbClr>
              </a:gs>
              <a:gs pos="82902">
                <a:srgbClr val="FFFFFF">
                  <a:alpha val="0"/>
                </a:srgbClr>
              </a:gs>
            </a:gsLst>
            <a:path>
              <a:fillToRect l="49902" t="-191" r="50097" b="100191"/>
            </a:path>
          </a:gra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01" name="Rectangle"/>
          <p:cNvSpPr/>
          <p:nvPr/>
        </p:nvSpPr>
        <p:spPr>
          <a:xfrm>
            <a:off x="8324428" y="2920039"/>
            <a:ext cx="2034780" cy="10426701"/>
          </a:xfrm>
          <a:prstGeom prst="rect">
            <a:avLst/>
          </a:prstGeom>
          <a:gradFill>
            <a:gsLst>
              <a:gs pos="0">
                <a:srgbClr val="FFFFFF"/>
              </a:gs>
              <a:gs pos="52218">
                <a:srgbClr val="FFFFFF">
                  <a:alpha val="50000"/>
                </a:srgbClr>
              </a:gs>
              <a:gs pos="81206">
                <a:srgbClr val="FFFFFF">
                  <a:alpha val="0"/>
                </a:srgbClr>
              </a:gs>
            </a:gsLst>
            <a:path>
              <a:fillToRect l="21838" t="49971" r="78161" b="50028"/>
            </a:path>
          </a:gra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02" name="Why Streaming Webcam?…"/>
          <p:cNvSpPr txBox="1"/>
          <p:nvPr/>
        </p:nvSpPr>
        <p:spPr>
          <a:xfrm>
            <a:off x="937414" y="2333815"/>
            <a:ext cx="7712838" cy="8675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3000"/>
              </a:spcBef>
              <a:defRPr sz="4400" b="0" u="sng">
                <a:solidFill>
                  <a:srgbClr val="5E5E5E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lựa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dirty="0" smtClean="0"/>
              <a:t> </a:t>
            </a:r>
            <a:r>
              <a:rPr dirty="0"/>
              <a:t>Streaming Webcam?</a:t>
            </a:r>
          </a:p>
          <a:p>
            <a:pPr algn="l" defTabSz="457200">
              <a:lnSpc>
                <a:spcPct val="110000"/>
              </a:lnSpc>
              <a:defRPr sz="2600" b="0">
                <a:solidFill>
                  <a:srgbClr val="F28641"/>
                </a:solidFill>
                <a:latin typeface="Ubuntu Bold"/>
                <a:ea typeface="Ubuntu Bold"/>
                <a:cs typeface="Ubuntu Bold"/>
                <a:sym typeface="Ubuntu Bold"/>
              </a:defRPr>
            </a:pP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Trường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nhìn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(FOV)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rộng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smtClean="0"/>
              <a:t>Camera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khung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hoàn</a:t>
            </a:r>
            <a:r>
              <a:rPr lang="en-US" dirty="0" smtClean="0"/>
              <a:t> </a:t>
            </a:r>
            <a:r>
              <a:rPr lang="en-US" dirty="0" err="1" smtClean="0"/>
              <a:t>hảo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góc</a:t>
            </a:r>
            <a:r>
              <a:rPr lang="en-US" dirty="0" smtClean="0"/>
              <a:t> </a:t>
            </a:r>
            <a:r>
              <a:rPr lang="en-US" dirty="0" err="1" smtClean="0"/>
              <a:t>nhìn</a:t>
            </a:r>
            <a:r>
              <a:rPr lang="en-US" dirty="0" smtClean="0"/>
              <a:t> 89o. Camera QHD 1440p </a:t>
            </a:r>
            <a:r>
              <a:rPr lang="en-US" dirty="0" err="1" smtClean="0"/>
              <a:t>đặc</a:t>
            </a:r>
            <a:r>
              <a:rPr lang="en-US" dirty="0" smtClean="0"/>
              <a:t> </a:t>
            </a:r>
            <a:r>
              <a:rPr lang="en-US" dirty="0" err="1" smtClean="0"/>
              <a:t>biệt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dành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cuộc</a:t>
            </a:r>
            <a:r>
              <a:rPr lang="en-US" dirty="0" smtClean="0"/>
              <a:t> </a:t>
            </a: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 algn="l" defTabSz="457200">
              <a:lnSpc>
                <a:spcPct val="110000"/>
              </a:lnSpc>
              <a:defRPr sz="2600" b="0">
                <a:solidFill>
                  <a:srgbClr val="F28641"/>
                </a:solidFill>
                <a:latin typeface="Ubuntu Bold"/>
                <a:ea typeface="Ubuntu Bold"/>
                <a:cs typeface="Ubuntu Bold"/>
                <a:sym typeface="Ubuntu Bold"/>
              </a:defRPr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Video </a:t>
            </a:r>
            <a:r>
              <a:rPr dirty="0" smtClean="0">
                <a:solidFill>
                  <a:schemeClr val="accent2">
                    <a:lumMod val="75000"/>
                  </a:schemeClr>
                </a:solidFill>
              </a:rPr>
              <a:t>1080p 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Full </a:t>
            </a:r>
            <a:r>
              <a:rPr dirty="0" smtClean="0">
                <a:solidFill>
                  <a:schemeClr val="accent2">
                    <a:lumMod val="75000"/>
                  </a:schemeClr>
                </a:solidFill>
              </a:rPr>
              <a:t>HD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với</a:t>
            </a:r>
            <a:r>
              <a:rPr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tốc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độ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smtClean="0">
                <a:solidFill>
                  <a:schemeClr val="accent2">
                    <a:lumMod val="75000"/>
                  </a:schemeClr>
                </a:solidFill>
              </a:rPr>
              <a:t>60fps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video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buổi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r>
              <a:rPr lang="en-US" dirty="0" smtClean="0"/>
              <a:t>, </a:t>
            </a:r>
            <a:r>
              <a:rPr lang="en-US" dirty="0" err="1" smtClean="0"/>
              <a:t>chơi</a:t>
            </a:r>
            <a:r>
              <a:rPr lang="en-US" dirty="0" smtClean="0"/>
              <a:t> game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làm</a:t>
            </a:r>
            <a:r>
              <a:rPr lang="en-US" dirty="0"/>
              <a:t> </a:t>
            </a:r>
            <a:r>
              <a:rPr lang="en-US" dirty="0" smtClean="0"/>
              <a:t>livestream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Youtube</a:t>
            </a: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F28641"/>
                </a:solidFill>
                <a:latin typeface="Ubuntu Bold"/>
                <a:ea typeface="Ubuntu Bold"/>
                <a:cs typeface="Ubuntu Bold"/>
                <a:sym typeface="Ubuntu Bold"/>
              </a:defRPr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Microphone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chất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lượng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cao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smtClean="0"/>
              <a:t>Micro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khả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chống</a:t>
            </a:r>
            <a:r>
              <a:rPr lang="en-US" dirty="0" smtClean="0"/>
              <a:t> </a:t>
            </a:r>
            <a:r>
              <a:rPr lang="en-US" dirty="0" err="1" smtClean="0"/>
              <a:t>ồn</a:t>
            </a:r>
            <a:r>
              <a:rPr lang="en-US" dirty="0" smtClean="0"/>
              <a:t>,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âm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môi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ồn</a:t>
            </a:r>
            <a:r>
              <a:rPr lang="en-US" dirty="0" smtClean="0"/>
              <a:t> </a:t>
            </a:r>
            <a:r>
              <a:rPr lang="en-US" dirty="0" err="1" smtClean="0"/>
              <a:t>ào</a:t>
            </a: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endParaRPr dirty="0"/>
          </a:p>
          <a:p>
            <a:pPr algn="l" defTabSz="457200">
              <a:lnSpc>
                <a:spcPct val="110000"/>
              </a:lnSpc>
              <a:defRPr sz="2600" b="0">
                <a:solidFill>
                  <a:srgbClr val="F28641"/>
                </a:solidFill>
                <a:latin typeface="Ubuntu Bold"/>
                <a:ea typeface="Ubuntu Bold"/>
                <a:cs typeface="Ubuntu Bold"/>
                <a:sym typeface="Ubuntu Bold"/>
              </a:defRPr>
            </a:pP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Tích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hợp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biện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pháp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bảo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vệ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quyền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riêng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tư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 algn="l" defTabSz="457200">
              <a:lnSpc>
                <a:spcPct val="110000"/>
              </a:lnSpc>
              <a:defRPr sz="2600"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pP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lật</a:t>
            </a:r>
            <a:r>
              <a:rPr lang="en-US" dirty="0" smtClean="0"/>
              <a:t> camera </a:t>
            </a:r>
            <a:r>
              <a:rPr lang="en-US" dirty="0" err="1" smtClean="0"/>
              <a:t>xuống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/>
              <a:t> </a:t>
            </a:r>
            <a:r>
              <a:rPr lang="en-US" dirty="0" err="1" smtClean="0"/>
              <a:t>đảm</a:t>
            </a:r>
            <a:r>
              <a:rPr lang="en-US" dirty="0" smtClean="0"/>
              <a:t> </a:t>
            </a:r>
            <a:r>
              <a:rPr lang="en-US" dirty="0" err="1" smtClean="0"/>
              <a:t>bảo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riêng</a:t>
            </a:r>
            <a:r>
              <a:rPr lang="en-US" dirty="0" smtClean="0"/>
              <a:t> </a:t>
            </a:r>
            <a:r>
              <a:rPr lang="en-US" dirty="0" err="1" smtClean="0"/>
              <a:t>tư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dung </a:t>
            </a:r>
            <a:r>
              <a:rPr lang="en-US" dirty="0" err="1" smtClean="0"/>
              <a:t>đến</a:t>
            </a:r>
            <a:r>
              <a:rPr lang="en-US" dirty="0" smtClean="0"/>
              <a:t> camera</a:t>
            </a:r>
            <a:endParaRPr dirty="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W100 Highligh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8580"/>
            </a:lvl1pPr>
          </a:lstStyle>
          <a:p>
            <a:r>
              <a:rPr lang="en-US" dirty="0" err="1" smtClean="0"/>
              <a:t>Đặc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nổi</a:t>
            </a:r>
            <a:r>
              <a:rPr lang="en-US" dirty="0" smtClean="0"/>
              <a:t> </a:t>
            </a:r>
            <a:r>
              <a:rPr lang="en-US" dirty="0" err="1" smtClean="0"/>
              <a:t>bật</a:t>
            </a:r>
            <a:r>
              <a:rPr lang="en-US" dirty="0" smtClean="0"/>
              <a:t> - </a:t>
            </a:r>
            <a:r>
              <a:rPr dirty="0" smtClean="0"/>
              <a:t>W100</a:t>
            </a:r>
            <a:endParaRPr dirty="0"/>
          </a:p>
        </p:txBody>
      </p:sp>
      <p:sp>
        <p:nvSpPr>
          <p:cNvPr id="3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/>
          </a:p>
        </p:txBody>
      </p:sp>
      <p:pic>
        <p:nvPicPr>
          <p:cNvPr id="30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797" y="10685858"/>
            <a:ext cx="1905001" cy="1905001"/>
          </a:xfrm>
          <a:prstGeom prst="rect">
            <a:avLst/>
          </a:prstGeom>
          <a:ln w="12700">
            <a:miter lim="400000"/>
          </a:ln>
        </p:spPr>
      </p:pic>
      <p:sp>
        <p:nvSpPr>
          <p:cNvPr id="307" name="Omnidirectional Microphone"/>
          <p:cNvSpPr txBox="1"/>
          <p:nvPr/>
        </p:nvSpPr>
        <p:spPr>
          <a:xfrm>
            <a:off x="4109907" y="11327101"/>
            <a:ext cx="5878437" cy="622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dirty="0" smtClean="0"/>
              <a:t>Micro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chiều</a:t>
            </a:r>
            <a:endParaRPr dirty="0"/>
          </a:p>
        </p:txBody>
      </p:sp>
      <p:sp>
        <p:nvSpPr>
          <p:cNvPr id="308" name="Smooth Video at 60fps"/>
          <p:cNvSpPr txBox="1"/>
          <p:nvPr/>
        </p:nvSpPr>
        <p:spPr>
          <a:xfrm>
            <a:off x="4161236" y="6220114"/>
            <a:ext cx="4915485" cy="10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smtClean="0"/>
              <a:t>Video </a:t>
            </a:r>
            <a:r>
              <a:rPr lang="en-US" dirty="0" err="1" smtClean="0"/>
              <a:t>mượt</a:t>
            </a:r>
            <a:r>
              <a:rPr lang="en-US" dirty="0" smtClean="0"/>
              <a:t>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tốc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dirty="0" smtClean="0"/>
              <a:t>60fps</a:t>
            </a:r>
            <a:endParaRPr dirty="0"/>
          </a:p>
        </p:txBody>
      </p:sp>
      <p:pic>
        <p:nvPicPr>
          <p:cNvPr id="30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797" y="3309908"/>
            <a:ext cx="1905001" cy="190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797" y="8227208"/>
            <a:ext cx="1905001" cy="1905001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89° Diagonal Field of View"/>
          <p:cNvSpPr txBox="1"/>
          <p:nvPr/>
        </p:nvSpPr>
        <p:spPr>
          <a:xfrm>
            <a:off x="4161236" y="3951151"/>
            <a:ext cx="5775778" cy="622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err="1" smtClean="0"/>
              <a:t>Góc</a:t>
            </a:r>
            <a:r>
              <a:rPr lang="en-US" dirty="0" smtClean="0"/>
              <a:t> </a:t>
            </a:r>
            <a:r>
              <a:rPr lang="en-US" dirty="0" err="1" smtClean="0"/>
              <a:t>nhìn</a:t>
            </a:r>
            <a:r>
              <a:rPr lang="en-US" dirty="0" smtClean="0"/>
              <a:t> </a:t>
            </a:r>
            <a:r>
              <a:rPr lang="en-US" dirty="0" err="1" smtClean="0"/>
              <a:t>rộng</a:t>
            </a:r>
            <a:r>
              <a:rPr lang="en-US" dirty="0" smtClean="0"/>
              <a:t> </a:t>
            </a:r>
            <a:r>
              <a:rPr dirty="0" smtClean="0"/>
              <a:t>89°</a:t>
            </a:r>
            <a:endParaRPr dirty="0"/>
          </a:p>
        </p:txBody>
      </p:sp>
      <p:sp>
        <p:nvSpPr>
          <p:cNvPr id="312" name="Max Resolution of 1440p30"/>
          <p:cNvSpPr txBox="1"/>
          <p:nvPr/>
        </p:nvSpPr>
        <p:spPr>
          <a:xfrm>
            <a:off x="4161236" y="8868451"/>
            <a:ext cx="6307062" cy="622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Bold"/>
                <a:ea typeface="Ubuntu Bold"/>
                <a:cs typeface="Ubuntu Bold"/>
                <a:sym typeface="Ubuntu Bold"/>
              </a:defRPr>
            </a:lvl1pPr>
          </a:lstStyle>
          <a:p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đa</a:t>
            </a:r>
            <a:r>
              <a:rPr dirty="0" smtClean="0"/>
              <a:t>1440p30</a:t>
            </a:r>
            <a:endParaRPr dirty="0"/>
          </a:p>
        </p:txBody>
      </p:sp>
      <p:pic>
        <p:nvPicPr>
          <p:cNvPr id="313" name="Image" descr="Image"/>
          <p:cNvPicPr>
            <a:picLocks noChangeAspect="1"/>
          </p:cNvPicPr>
          <p:nvPr/>
        </p:nvPicPr>
        <p:blipFill rotWithShape="1">
          <a:blip r:embed="rId5"/>
          <a:srcRect r="14393" b="19460"/>
          <a:stretch/>
        </p:blipFill>
        <p:spPr>
          <a:xfrm>
            <a:off x="10971866" y="4619048"/>
            <a:ext cx="13412134" cy="8730563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5797" y="5793609"/>
            <a:ext cx="1905001" cy="1905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Image" descr="Image"/>
          <p:cNvPicPr>
            <a:picLocks noChangeAspect="1"/>
          </p:cNvPicPr>
          <p:nvPr/>
        </p:nvPicPr>
        <p:blipFill>
          <a:blip r:embed="rId2"/>
          <a:srcRect b="19841"/>
          <a:stretch>
            <a:fillRect/>
          </a:stretch>
        </p:blipFill>
        <p:spPr>
          <a:xfrm>
            <a:off x="4642020" y="2407574"/>
            <a:ext cx="19740678" cy="10932235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20</a:t>
            </a:fld>
            <a:endParaRPr/>
          </a:p>
        </p:txBody>
      </p:sp>
      <p:sp>
        <p:nvSpPr>
          <p:cNvPr id="318" name="Rectangle"/>
          <p:cNvSpPr/>
          <p:nvPr/>
        </p:nvSpPr>
        <p:spPr>
          <a:xfrm rot="10800000" flipH="1">
            <a:off x="56044" y="2351236"/>
            <a:ext cx="24066463" cy="853935"/>
          </a:xfrm>
          <a:prstGeom prst="rect">
            <a:avLst/>
          </a:prstGeom>
          <a:gradFill>
            <a:gsLst>
              <a:gs pos="23177">
                <a:srgbClr val="FFFFFF"/>
              </a:gs>
              <a:gs pos="57915">
                <a:srgbClr val="FFFFFF">
                  <a:alpha val="50000"/>
                </a:srgbClr>
              </a:gs>
              <a:gs pos="82902">
                <a:srgbClr val="FFFFFF">
                  <a:alpha val="0"/>
                </a:srgbClr>
              </a:gs>
            </a:gsLst>
            <a:path>
              <a:fillToRect l="50000" t="100187" r="50000" b="-187"/>
            </a:path>
          </a:gra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19" name="Rectangle"/>
          <p:cNvSpPr/>
          <p:nvPr/>
        </p:nvSpPr>
        <p:spPr>
          <a:xfrm rot="5400000" flipH="1">
            <a:off x="-271629" y="6890508"/>
            <a:ext cx="11155894" cy="1744853"/>
          </a:xfrm>
          <a:prstGeom prst="rect">
            <a:avLst/>
          </a:prstGeom>
          <a:gradFill>
            <a:gsLst>
              <a:gs pos="23177">
                <a:srgbClr val="FFFFFF"/>
              </a:gs>
              <a:gs pos="57915">
                <a:srgbClr val="FFFFFF">
                  <a:alpha val="50000"/>
                </a:srgbClr>
              </a:gs>
              <a:gs pos="82902">
                <a:srgbClr val="FFFFFF">
                  <a:alpha val="0"/>
                </a:srgbClr>
              </a:gs>
            </a:gsLst>
            <a:path>
              <a:fillToRect l="50000" t="100187" r="50000" b="-187"/>
            </a:path>
          </a:gradFill>
          <a:ln w="12700">
            <a:miter lim="400000"/>
          </a:ln>
        </p:spPr>
        <p:txBody>
          <a:bodyPr lIns="82004" tIns="82004" rIns="82004" bIns="82004" anchor="ctr"/>
          <a:lstStyle/>
          <a:p>
            <a:pPr defTabSz="1779223">
              <a:defRPr sz="6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20" name="Best for self-broadcasting or video conferencing"/>
          <p:cNvSpPr txBox="1"/>
          <p:nvPr/>
        </p:nvSpPr>
        <p:spPr>
          <a:xfrm>
            <a:off x="1376127" y="1628463"/>
            <a:ext cx="11047786" cy="608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81997" tIns="81997" rIns="81997" bIns="81997" anchor="ctr">
            <a:spAutoFit/>
          </a:bodyPr>
          <a:lstStyle>
            <a:lvl1pPr algn="l" defTabSz="1779223">
              <a:lnSpc>
                <a:spcPct val="90000"/>
              </a:lnSpc>
              <a:defRPr b="0">
                <a:solidFill>
                  <a:srgbClr val="5B5B5D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lvl1pPr>
          </a:lstStyle>
          <a:p>
            <a:r>
              <a:rPr lang="en-US" dirty="0" err="1" smtClean="0"/>
              <a:t>Phù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streaming game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r>
              <a:rPr lang="en-US" dirty="0" smtClean="0"/>
              <a:t> online</a:t>
            </a:r>
            <a:r>
              <a:rPr dirty="0" smtClean="0"/>
              <a:t> </a:t>
            </a:r>
            <a:endParaRPr dirty="0"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roduct Specifications"/>
          <p:cNvSpPr txBox="1">
            <a:spLocks noGrp="1"/>
          </p:cNvSpPr>
          <p:nvPr>
            <p:ph type="title"/>
          </p:nvPr>
        </p:nvSpPr>
        <p:spPr>
          <a:xfrm>
            <a:off x="1270000" y="654050"/>
            <a:ext cx="20320000" cy="13589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8580"/>
            </a:lvl1pPr>
          </a:lstStyle>
          <a:p>
            <a:r>
              <a:rPr lang="en-US" dirty="0" err="1" smtClean="0"/>
              <a:t>Thông</a:t>
            </a:r>
            <a:r>
              <a:rPr lang="en-US" dirty="0" smtClean="0"/>
              <a:t> tin chi </a:t>
            </a:r>
            <a:r>
              <a:rPr lang="en-US" dirty="0" err="1" smtClean="0"/>
              <a:t>tiết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endParaRPr dirty="0"/>
          </a:p>
        </p:txBody>
      </p:sp>
      <p:sp>
        <p:nvSpPr>
          <p:cNvPr id="3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21</a:t>
            </a:fld>
            <a:endParaRPr/>
          </a:p>
        </p:txBody>
      </p:sp>
      <p:graphicFrame>
        <p:nvGraphicFramePr>
          <p:cNvPr id="324" name="Table"/>
          <p:cNvGraphicFramePr/>
          <p:nvPr>
            <p:extLst>
              <p:ext uri="{D42A27DB-BD31-4B8C-83A1-F6EECF244321}">
                <p14:modId xmlns:p14="http://schemas.microsoft.com/office/powerpoint/2010/main" val="1635405410"/>
              </p:ext>
            </p:extLst>
          </p:nvPr>
        </p:nvGraphicFramePr>
        <p:xfrm>
          <a:off x="2784718" y="1983024"/>
          <a:ext cx="18124269" cy="11366586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2697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56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56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72491">
                <a:tc>
                  <a:txBody>
                    <a:bodyPr/>
                    <a:lstStyle/>
                    <a:p>
                      <a:pPr defTabSz="457200">
                        <a:defRPr sz="1500" b="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500" b="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defRPr>
                      </a:pPr>
                      <a:endParaRPr/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500" b="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defRPr>
                      </a:pPr>
                      <a:endParaRPr/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500" b="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defRPr>
                      </a:pPr>
                      <a:endParaRPr/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4"/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500" b="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defRPr>
                      </a:pPr>
                      <a:endParaRPr/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5"/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500" dirty="0" err="1" smtClean="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Tên</a:t>
                      </a:r>
                      <a:r>
                        <a:rPr lang="en-US" sz="1500" baseline="0" dirty="0" smtClean="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 </a:t>
                      </a:r>
                      <a:r>
                        <a:rPr lang="en-US" sz="1500" baseline="0" dirty="0" err="1" smtClean="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sản</a:t>
                      </a:r>
                      <a:r>
                        <a:rPr lang="en-US" sz="1500" baseline="0" dirty="0" smtClean="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 </a:t>
                      </a:r>
                      <a:r>
                        <a:rPr lang="en-US" sz="1500" baseline="0" dirty="0" err="1" smtClean="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phẩm</a:t>
                      </a:r>
                      <a:endParaRPr sz="1500" dirty="0">
                        <a:solidFill>
                          <a:srgbClr val="5B5B5D"/>
                        </a:solidFill>
                        <a:latin typeface="Ubuntu Bold"/>
                        <a:ea typeface="Ubuntu Bold"/>
                        <a:cs typeface="Ubuntu Bold"/>
                        <a:sym typeface="Ubuntu Bold"/>
                      </a:endParaRP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 dirty="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Conference Speaker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 dirty="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Video Conference System HD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Video Conference System 360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Stream Webcam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Video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defTabSz="457200">
                        <a:def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DFOV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 dirty="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✘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 dirty="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89°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89°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HFOV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✘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81°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360°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81°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VFOV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✘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52°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60°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52°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Native Resolution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✘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2560 x 1440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7200 x 1200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2560 x 1440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8126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Output Resolution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✘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1440p - 30 fps
1080p - 30 fps
720p - 30 fps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584200">
                        <a:tabLst>
                          <a:tab pos="800100" algn="r"/>
                          <a:tab pos="838200" algn="r"/>
                        </a:tabLst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2160p - 30 fps
1080p - 30 fps
720p - 30 fps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1440p - 30 fps
1080p - 30/60 fps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View Modes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✘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(1) Standard (2) Zoom in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(1) Split (2) Focus (3) Grids (4) Compose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✘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Audio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defTabSz="457200">
                        <a:def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Speaker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defTabSz="457200">
                        <a:def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defRPr>
                      </a:pPr>
                      <a:r>
                        <a:t>5W, 200Hz to 20kHz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✘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Microphone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4 x Built-in Omnidirectional, 100Hz to 10kHz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1 x Omidirectional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4921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Background Noise Reduction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✓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✓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Echo Cancellation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✓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✓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Beam Forming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F28641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✓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F28641"/>
                      </a:solidFill>
                      <a:miter lim="400000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✘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F28641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Connectivity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F28641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defTabSz="457200">
                        <a:def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F28641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Bluetooth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Bluetooth 5.0, A2DP, HFP, AVRCP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 dirty="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✘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Extended Camera Module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✓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✘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USB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2 x Type A, 5V1A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Type C, 5V1A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Others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F28641"/>
                      </a:solidFill>
                      <a:miter lim="400000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defTabSz="457200">
                        <a:def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F28641"/>
                      </a:solidFill>
                      <a:miter lim="400000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Buttons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F28641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5 Touch Buttons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F28641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8 Touch Buttons</a:t>
                      </a:r>
                    </a:p>
                  </a:txBody>
                  <a:tcPr marL="50800" marR="50800" marT="50800" marB="5080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F28641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✘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F28641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LED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3 LEDs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4 LEDs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4 LEDs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1 LED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Power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12V AC/DC Adapter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USB Powered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8825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PC App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✘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✘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✓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✘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387609">
                <a:tc>
                  <a:txBody>
                    <a:bodyPr/>
                    <a:lstStyle/>
                    <a:p>
                      <a:pPr defTabSz="4572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OTA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✓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✓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✓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defRPr sz="1800"/>
                      </a:pPr>
                      <a:r>
                        <a:rPr sz="1500" dirty="0">
                          <a:solidFill>
                            <a:srgbClr val="5B5B5D"/>
                          </a:solidFill>
                          <a:latin typeface="Ubuntu Regular"/>
                          <a:ea typeface="Ubuntu Regular"/>
                          <a:cs typeface="Ubuntu Regular"/>
                          <a:sym typeface="Ubuntu Regular"/>
                        </a:rPr>
                        <a:t>✓</a:t>
                      </a:r>
                    </a:p>
                  </a:txBody>
                  <a:tcPr marL="50800" marR="50800" marT="50800" marB="50800" anchor="ctr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FB621A632E3F19438DB6BB8C3273E183" ma:contentTypeVersion="16" ma:contentTypeDescription="Tạo tài liệu mới." ma:contentTypeScope="" ma:versionID="783fe27748968bca99c53bcbf68234d3">
  <xsd:schema xmlns:xsd="http://www.w3.org/2001/XMLSchema" xmlns:xs="http://www.w3.org/2001/XMLSchema" xmlns:p="http://schemas.microsoft.com/office/2006/metadata/properties" xmlns:ns2="75cd2063-5fbd-4b3f-94d2-99220acc61aa" xmlns:ns3="005d042d-e7f1-4bcc-9933-d300096955e4" targetNamespace="http://schemas.microsoft.com/office/2006/metadata/properties" ma:root="true" ma:fieldsID="26f6ced944180a53e2b6eef1fdb9761e" ns2:_="" ns3:_="">
    <xsd:import namespace="75cd2063-5fbd-4b3f-94d2-99220acc61aa"/>
    <xsd:import namespace="005d042d-e7f1-4bcc-9933-d300096955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cd2063-5fbd-4b3f-94d2-99220acc61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Thẻ Hình ảnh" ma:readOnly="false" ma:fieldId="{5cf76f15-5ced-4ddc-b409-7134ff3c332f}" ma:taxonomyMulti="true" ma:sspId="97053af1-b785-4f9d-ae26-62ba165609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5d042d-e7f1-4bcc-9933-d300096955e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hia sẻ Với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Chia sẻ Có Chi tiết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326013b-2fb0-4af7-9866-15aa70b5140d}" ma:internalName="TaxCatchAll" ma:showField="CatchAllData" ma:web="005d042d-e7f1-4bcc-9933-d300096955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5cd2063-5fbd-4b3f-94d2-99220acc61aa">
      <Terms xmlns="http://schemas.microsoft.com/office/infopath/2007/PartnerControls"/>
    </lcf76f155ced4ddcb4097134ff3c332f>
    <TaxCatchAll xmlns="005d042d-e7f1-4bcc-9933-d300096955e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804624-9934-4E62-9C74-7F2ADD807709}"/>
</file>

<file path=customXml/itemProps2.xml><?xml version="1.0" encoding="utf-8"?>
<ds:datastoreItem xmlns:ds="http://schemas.openxmlformats.org/officeDocument/2006/customXml" ds:itemID="{05972A0E-40B9-49EE-868C-0C3B50B0705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AD71EDD-39B1-4934-9B17-2FE7E53B07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1434</Words>
  <Application>Microsoft Office PowerPoint</Application>
  <PresentationFormat>Custom</PresentationFormat>
  <Paragraphs>218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Helvetica Neue</vt:lpstr>
      <vt:lpstr>Helvetica Neue Light</vt:lpstr>
      <vt:lpstr>Helvetica Neue Medium</vt:lpstr>
      <vt:lpstr>Ubuntu Bold</vt:lpstr>
      <vt:lpstr>Ubuntu Regular</vt:lpstr>
      <vt:lpstr>Helvetica</vt:lpstr>
      <vt:lpstr>White</vt:lpstr>
      <vt:lpstr>SẢN PHẨM PAVANA Video conference system</vt:lpstr>
      <vt:lpstr>THỊ TRƯỜNG VIDEO CONFERENCE</vt:lpstr>
      <vt:lpstr>Các yếu tố thúc đẩy sự phát triển video conference</vt:lpstr>
      <vt:lpstr>HỆ THỐNG  VIDEO CONFERENCE</vt:lpstr>
      <vt:lpstr>PowerPoint Presentation</vt:lpstr>
      <vt:lpstr>Conference speaker</vt:lpstr>
      <vt:lpstr>Đặc điểm nổi bật</vt:lpstr>
      <vt:lpstr>PowerPoint Presentation</vt:lpstr>
      <vt:lpstr>PowerPoint Presentation</vt:lpstr>
      <vt:lpstr>Hệ thống Video Conference HD</vt:lpstr>
      <vt:lpstr>Đặc điểm nổi bật - SC100</vt:lpstr>
      <vt:lpstr>PowerPoint Presentation</vt:lpstr>
      <vt:lpstr>PowerPoint Presentation</vt:lpstr>
      <vt:lpstr>Hệ thống Video Conference 360</vt:lpstr>
      <vt:lpstr>Đặc điểm nổi bật - SC360</vt:lpstr>
      <vt:lpstr>PowerPoint Presentation</vt:lpstr>
      <vt:lpstr>PowerPoint Presentation</vt:lpstr>
      <vt:lpstr>Streaming Webcam</vt:lpstr>
      <vt:lpstr>Đặc điểm nổi bật - W100</vt:lpstr>
      <vt:lpstr>PowerPoint Presentation</vt:lpstr>
      <vt:lpstr>Thông tin chi tiết về sản phẩm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CONFERENCE SYSTEM</dc:title>
  <dc:creator>Admin</dc:creator>
  <cp:lastModifiedBy>Phuong Nguyen</cp:lastModifiedBy>
  <cp:revision>30</cp:revision>
  <dcterms:modified xsi:type="dcterms:W3CDTF">2022-03-02T11:19:37Z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0x010100FB621A632E3F19438DB6BB8C3273E183</vt:lpwstr>
  </property>
</Properties>
</file>